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6"/>
  </p:notesMasterIdLst>
  <p:sldIdLst>
    <p:sldId id="542" r:id="rId3"/>
    <p:sldId id="547" r:id="rId4"/>
    <p:sldId id="604" r:id="rId5"/>
    <p:sldId id="543" r:id="rId6"/>
    <p:sldId id="494" r:id="rId7"/>
    <p:sldId id="605" r:id="rId8"/>
    <p:sldId id="606" r:id="rId9"/>
    <p:sldId id="607" r:id="rId10"/>
    <p:sldId id="608" r:id="rId11"/>
    <p:sldId id="609" r:id="rId12"/>
    <p:sldId id="610" r:id="rId13"/>
    <p:sldId id="611" r:id="rId14"/>
    <p:sldId id="612" r:id="rId15"/>
    <p:sldId id="613" r:id="rId16"/>
    <p:sldId id="614" r:id="rId17"/>
    <p:sldId id="615" r:id="rId18"/>
    <p:sldId id="616" r:id="rId19"/>
    <p:sldId id="617" r:id="rId20"/>
    <p:sldId id="618" r:id="rId21"/>
    <p:sldId id="619" r:id="rId22"/>
    <p:sldId id="620" r:id="rId23"/>
    <p:sldId id="621" r:id="rId24"/>
    <p:sldId id="630" r:id="rId25"/>
    <p:sldId id="622" r:id="rId26"/>
    <p:sldId id="623" r:id="rId27"/>
    <p:sldId id="624" r:id="rId28"/>
    <p:sldId id="625" r:id="rId29"/>
    <p:sldId id="626" r:id="rId30"/>
    <p:sldId id="627" r:id="rId31"/>
    <p:sldId id="628" r:id="rId32"/>
    <p:sldId id="629" r:id="rId33"/>
    <p:sldId id="592" r:id="rId34"/>
    <p:sldId id="57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71" autoAdjust="0"/>
    <p:restoredTop sz="94660"/>
  </p:normalViewPr>
  <p:slideViewPr>
    <p:cSldViewPr snapToGrid="0">
      <p:cViewPr varScale="1">
        <p:scale>
          <a:sx n="78" d="100"/>
          <a:sy n="78" d="100"/>
        </p:scale>
        <p:origin x="84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F2812B-38D3-4B49-B99D-BAAF95AC82AF}" type="datetimeFigureOut">
              <a:rPr lang="en-US" smtClean="0"/>
              <a:t>12/21/2025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D03784-C198-49B1-BBEF-9EB2D7F83474}" type="slidenum">
              <a:rPr lang="en-US" smtClean="0"/>
              <a:t>‹#›</a:t>
            </a:fld>
            <a:endParaRPr lang="en-US" dirty="0"/>
          </a:p>
        </p:txBody>
      </p:sp>
    </p:spTree>
    <p:extLst>
      <p:ext uri="{BB962C8B-B14F-4D97-AF65-F5344CB8AC3E}">
        <p14:creationId xmlns:p14="http://schemas.microsoft.com/office/powerpoint/2010/main" val="3719724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r>
              <a:rPr lang="en-US" dirty="0"/>
              <a:t>.</a:t>
            </a:r>
          </a:p>
          <a:p>
            <a:endParaRPr lang="en-US" dirty="0"/>
          </a:p>
          <a:p>
            <a:endParaRPr lang="en-US" dirty="0"/>
          </a:p>
          <a:p>
            <a:endParaRPr lang="en-US" dirty="0"/>
          </a:p>
          <a:p>
            <a:r>
              <a:rPr lang="en-US" dirty="0"/>
              <a:t>This was updated by SR on 1122 11 23 2025 with input from TS VM and TD</a:t>
            </a:r>
          </a:p>
          <a:p>
            <a:endParaRPr lang="en-US" dirty="0"/>
          </a:p>
          <a:p>
            <a:r>
              <a:rPr lang="en-US" dirty="0"/>
              <a:t>OGN</a:t>
            </a:r>
          </a:p>
          <a:p>
            <a:endParaRPr lang="en-US" dirty="0"/>
          </a:p>
          <a:p>
            <a:endParaRPr lang="en-US" dirty="0"/>
          </a:p>
          <a:p>
            <a:endParaRPr lang="en-US" dirty="0"/>
          </a:p>
          <a:p>
            <a:endParaRPr lang="en-US" dirty="0"/>
          </a:p>
          <a:p>
            <a:r>
              <a:rPr lang="en-US" dirty="0"/>
              <a:t>OGN</a:t>
            </a:r>
          </a:p>
        </p:txBody>
      </p:sp>
      <p:sp>
        <p:nvSpPr>
          <p:cNvPr id="4" name="Slide Number Placeholder 3"/>
          <p:cNvSpPr>
            <a:spLocks noGrp="1"/>
          </p:cNvSpPr>
          <p:nvPr>
            <p:ph type="sldNum" sz="quarter" idx="5"/>
          </p:nvPr>
        </p:nvSpPr>
        <p:spPr/>
        <p:txBody>
          <a:bodyPr/>
          <a:lstStyle/>
          <a:p>
            <a:fld id="{5FD2EF15-161C-458A-BBAC-40A3953D9DA9}" type="slidenum">
              <a:rPr lang="en-US" smtClean="0"/>
              <a:t>3</a:t>
            </a:fld>
            <a:endParaRPr lang="en-US"/>
          </a:p>
        </p:txBody>
      </p:sp>
    </p:spTree>
    <p:extLst>
      <p:ext uri="{BB962C8B-B14F-4D97-AF65-F5344CB8AC3E}">
        <p14:creationId xmlns:p14="http://schemas.microsoft.com/office/powerpoint/2010/main" val="38740101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p:txBody>
      </p:sp>
      <p:sp>
        <p:nvSpPr>
          <p:cNvPr id="4" name="Slide Number Placeholder 3"/>
          <p:cNvSpPr>
            <a:spLocks noGrp="1"/>
          </p:cNvSpPr>
          <p:nvPr>
            <p:ph type="sldNum" sz="quarter" idx="5"/>
          </p:nvPr>
        </p:nvSpPr>
        <p:spPr/>
        <p:txBody>
          <a:bodyPr/>
          <a:lstStyle/>
          <a:p>
            <a:fld id="{5FD2EF15-161C-458A-BBAC-40A3953D9DA9}" type="slidenum">
              <a:rPr lang="en-US" smtClean="0"/>
              <a:t>4</a:t>
            </a:fld>
            <a:endParaRPr lang="en-US"/>
          </a:p>
        </p:txBody>
      </p:sp>
    </p:spTree>
    <p:extLst>
      <p:ext uri="{BB962C8B-B14F-4D97-AF65-F5344CB8AC3E}">
        <p14:creationId xmlns:p14="http://schemas.microsoft.com/office/powerpoint/2010/main" val="3750912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p:cNvSpPr>
            <a:spLocks noGrp="1"/>
          </p:cNvSpPr>
          <p:nvPr>
            <p:ph type="sldNum" sz="quarter" idx="5"/>
          </p:nvPr>
        </p:nvSpPr>
        <p:spPr/>
        <p:txBody>
          <a:bodyPr/>
          <a:lstStyle/>
          <a:p>
            <a:fld id="{73D03784-C198-49B1-BBEF-9EB2D7F83474}" type="slidenum">
              <a:rPr lang="en-US" smtClean="0"/>
              <a:t>5</a:t>
            </a:fld>
            <a:endParaRPr lang="en-US" dirty="0"/>
          </a:p>
        </p:txBody>
      </p:sp>
    </p:spTree>
    <p:extLst>
      <p:ext uri="{BB962C8B-B14F-4D97-AF65-F5344CB8AC3E}">
        <p14:creationId xmlns:p14="http://schemas.microsoft.com/office/powerpoint/2010/main" val="1093449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90061-A95F-4D16-16FD-59EF99259D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4D5B42-E6AC-0CE4-75A8-4BE0E5204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BA7DF4-F245-532E-876A-5C690D0A6150}"/>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9D617906-1D96-96AC-6B76-91074AA2266D}"/>
              </a:ext>
            </a:extLst>
          </p:cNvPr>
          <p:cNvSpPr>
            <a:spLocks noGrp="1"/>
          </p:cNvSpPr>
          <p:nvPr>
            <p:ph type="sldNum" sz="quarter" idx="5"/>
          </p:nvPr>
        </p:nvSpPr>
        <p:spPr/>
        <p:txBody>
          <a:bodyPr/>
          <a:lstStyle/>
          <a:p>
            <a:fld id="{73D03784-C198-49B1-BBEF-9EB2D7F83474}" type="slidenum">
              <a:rPr lang="en-US" smtClean="0"/>
              <a:t>6</a:t>
            </a:fld>
            <a:endParaRPr lang="en-US" dirty="0"/>
          </a:p>
        </p:txBody>
      </p:sp>
    </p:spTree>
    <p:extLst>
      <p:ext uri="{BB962C8B-B14F-4D97-AF65-F5344CB8AC3E}">
        <p14:creationId xmlns:p14="http://schemas.microsoft.com/office/powerpoint/2010/main" val="2995420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7F3C2-3889-43DA-57F5-7022B8B155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0FBD4F-674E-571D-0E88-1DB80B2540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5A0F26-F4BA-8961-8677-FF2ED93FD04A}"/>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3A24AD3D-A38F-5C23-9FD6-7709F5636136}"/>
              </a:ext>
            </a:extLst>
          </p:cNvPr>
          <p:cNvSpPr>
            <a:spLocks noGrp="1"/>
          </p:cNvSpPr>
          <p:nvPr>
            <p:ph type="sldNum" sz="quarter" idx="5"/>
          </p:nvPr>
        </p:nvSpPr>
        <p:spPr/>
        <p:txBody>
          <a:bodyPr/>
          <a:lstStyle/>
          <a:p>
            <a:fld id="{73D03784-C198-49B1-BBEF-9EB2D7F83474}" type="slidenum">
              <a:rPr lang="en-US" smtClean="0"/>
              <a:t>7</a:t>
            </a:fld>
            <a:endParaRPr lang="en-US" dirty="0"/>
          </a:p>
        </p:txBody>
      </p:sp>
    </p:spTree>
    <p:extLst>
      <p:ext uri="{BB962C8B-B14F-4D97-AF65-F5344CB8AC3E}">
        <p14:creationId xmlns:p14="http://schemas.microsoft.com/office/powerpoint/2010/main" val="41498633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17D72-E8E4-AF7A-3094-538E8E0AD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95355-B45C-CA0B-2DFE-3399626842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33BD68-B391-398C-404B-6566E587D89C}"/>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A294D873-8F9B-B2E9-B026-F7B98BEFF866}"/>
              </a:ext>
            </a:extLst>
          </p:cNvPr>
          <p:cNvSpPr>
            <a:spLocks noGrp="1"/>
          </p:cNvSpPr>
          <p:nvPr>
            <p:ph type="sldNum" sz="quarter" idx="5"/>
          </p:nvPr>
        </p:nvSpPr>
        <p:spPr/>
        <p:txBody>
          <a:bodyPr/>
          <a:lstStyle/>
          <a:p>
            <a:fld id="{73D03784-C198-49B1-BBEF-9EB2D7F83474}" type="slidenum">
              <a:rPr lang="en-US" smtClean="0"/>
              <a:t>8</a:t>
            </a:fld>
            <a:endParaRPr lang="en-US" dirty="0"/>
          </a:p>
        </p:txBody>
      </p:sp>
    </p:spTree>
    <p:extLst>
      <p:ext uri="{BB962C8B-B14F-4D97-AF65-F5344CB8AC3E}">
        <p14:creationId xmlns:p14="http://schemas.microsoft.com/office/powerpoint/2010/main" val="771856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EE64C-2F51-FF00-C82E-347E68D450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08780A-FA52-A29C-12B1-C825B0B52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F04133-67DD-B534-7986-471709F19BAA}"/>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6E35954B-D3A4-6A0E-AB2F-8A7D09412459}"/>
              </a:ext>
            </a:extLst>
          </p:cNvPr>
          <p:cNvSpPr>
            <a:spLocks noGrp="1"/>
          </p:cNvSpPr>
          <p:nvPr>
            <p:ph type="sldNum" sz="quarter" idx="5"/>
          </p:nvPr>
        </p:nvSpPr>
        <p:spPr/>
        <p:txBody>
          <a:bodyPr/>
          <a:lstStyle/>
          <a:p>
            <a:fld id="{73D03784-C198-49B1-BBEF-9EB2D7F83474}" type="slidenum">
              <a:rPr lang="en-US" smtClean="0"/>
              <a:t>9</a:t>
            </a:fld>
            <a:endParaRPr lang="en-US" dirty="0"/>
          </a:p>
        </p:txBody>
      </p:sp>
    </p:spTree>
    <p:extLst>
      <p:ext uri="{BB962C8B-B14F-4D97-AF65-F5344CB8AC3E}">
        <p14:creationId xmlns:p14="http://schemas.microsoft.com/office/powerpoint/2010/main" val="32695456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60C17-8615-5583-4108-2A6783303F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81CA36-AFA2-6733-4317-3CC9E0D8C5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239C64-A199-FFF1-F193-29839DD0B046}"/>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D6EF3B0D-DEB3-5CCD-B823-F2F782F8E4AC}"/>
              </a:ext>
            </a:extLst>
          </p:cNvPr>
          <p:cNvSpPr>
            <a:spLocks noGrp="1"/>
          </p:cNvSpPr>
          <p:nvPr>
            <p:ph type="sldNum" sz="quarter" idx="5"/>
          </p:nvPr>
        </p:nvSpPr>
        <p:spPr/>
        <p:txBody>
          <a:bodyPr/>
          <a:lstStyle/>
          <a:p>
            <a:fld id="{73D03784-C198-49B1-BBEF-9EB2D7F83474}" type="slidenum">
              <a:rPr lang="en-US" smtClean="0"/>
              <a:t>10</a:t>
            </a:fld>
            <a:endParaRPr lang="en-US" dirty="0"/>
          </a:p>
        </p:txBody>
      </p:sp>
    </p:spTree>
    <p:extLst>
      <p:ext uri="{BB962C8B-B14F-4D97-AF65-F5344CB8AC3E}">
        <p14:creationId xmlns:p14="http://schemas.microsoft.com/office/powerpoint/2010/main" val="3040101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EC46C-CDC4-59D1-A821-77359E9249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33B36-7B8D-96C9-C31B-30DE193400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5BE266-B993-4576-1781-21FE497FEB97}"/>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091444A6-6848-339E-CCB3-09B355027D6B}"/>
              </a:ext>
            </a:extLst>
          </p:cNvPr>
          <p:cNvSpPr>
            <a:spLocks noGrp="1"/>
          </p:cNvSpPr>
          <p:nvPr>
            <p:ph type="sldNum" sz="quarter" idx="5"/>
          </p:nvPr>
        </p:nvSpPr>
        <p:spPr/>
        <p:txBody>
          <a:bodyPr/>
          <a:lstStyle/>
          <a:p>
            <a:fld id="{73D03784-C198-49B1-BBEF-9EB2D7F83474}" type="slidenum">
              <a:rPr lang="en-US" smtClean="0"/>
              <a:t>11</a:t>
            </a:fld>
            <a:endParaRPr lang="en-US" dirty="0"/>
          </a:p>
        </p:txBody>
      </p:sp>
    </p:spTree>
    <p:extLst>
      <p:ext uri="{BB962C8B-B14F-4D97-AF65-F5344CB8AC3E}">
        <p14:creationId xmlns:p14="http://schemas.microsoft.com/office/powerpoint/2010/main" val="1276408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882DB-4AC2-C238-4D3A-9E185612A1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6AD2BE-4C30-C934-D611-BF9305B0D2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F91841-CB65-35FD-464C-D4346FD18EF3}"/>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EF899DA3-70EE-A142-576D-3235A48594FF}"/>
              </a:ext>
            </a:extLst>
          </p:cNvPr>
          <p:cNvSpPr>
            <a:spLocks noGrp="1"/>
          </p:cNvSpPr>
          <p:nvPr>
            <p:ph type="sldNum" sz="quarter" idx="5"/>
          </p:nvPr>
        </p:nvSpPr>
        <p:spPr/>
        <p:txBody>
          <a:bodyPr/>
          <a:lstStyle/>
          <a:p>
            <a:fld id="{73D03784-C198-49B1-BBEF-9EB2D7F83474}" type="slidenum">
              <a:rPr lang="en-US" smtClean="0"/>
              <a:t>12</a:t>
            </a:fld>
            <a:endParaRPr lang="en-US" dirty="0"/>
          </a:p>
        </p:txBody>
      </p:sp>
    </p:spTree>
    <p:extLst>
      <p:ext uri="{BB962C8B-B14F-4D97-AF65-F5344CB8AC3E}">
        <p14:creationId xmlns:p14="http://schemas.microsoft.com/office/powerpoint/2010/main" val="3169553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BB2C5-ECAB-A53B-6398-78344A1C00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DD322F-5BD3-69FF-2C5B-CBD2167C64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B2501B-920A-2401-DFE6-D90831AA5888}"/>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A2E0DFE6-C3FF-BDF2-5B0A-A1DA13072199}"/>
              </a:ext>
            </a:extLst>
          </p:cNvPr>
          <p:cNvSpPr>
            <a:spLocks noGrp="1"/>
          </p:cNvSpPr>
          <p:nvPr>
            <p:ph type="sldNum" sz="quarter" idx="5"/>
          </p:nvPr>
        </p:nvSpPr>
        <p:spPr/>
        <p:txBody>
          <a:bodyPr/>
          <a:lstStyle/>
          <a:p>
            <a:fld id="{73D03784-C198-49B1-BBEF-9EB2D7F83474}" type="slidenum">
              <a:rPr lang="en-US" smtClean="0"/>
              <a:t>13</a:t>
            </a:fld>
            <a:endParaRPr lang="en-US" dirty="0"/>
          </a:p>
        </p:txBody>
      </p:sp>
    </p:spTree>
    <p:extLst>
      <p:ext uri="{BB962C8B-B14F-4D97-AF65-F5344CB8AC3E}">
        <p14:creationId xmlns:p14="http://schemas.microsoft.com/office/powerpoint/2010/main" val="14672301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E7B70-518F-60A9-D9A7-48433405B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7F28B5-DB42-94A7-1005-E0317F1140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5061B4-DECE-ED23-3563-C64E5A5A4628}"/>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64CE6C86-9125-804C-16ED-5E29DB94EC65}"/>
              </a:ext>
            </a:extLst>
          </p:cNvPr>
          <p:cNvSpPr>
            <a:spLocks noGrp="1"/>
          </p:cNvSpPr>
          <p:nvPr>
            <p:ph type="sldNum" sz="quarter" idx="5"/>
          </p:nvPr>
        </p:nvSpPr>
        <p:spPr/>
        <p:txBody>
          <a:bodyPr/>
          <a:lstStyle/>
          <a:p>
            <a:fld id="{73D03784-C198-49B1-BBEF-9EB2D7F83474}" type="slidenum">
              <a:rPr lang="en-US" smtClean="0"/>
              <a:t>14</a:t>
            </a:fld>
            <a:endParaRPr lang="en-US" dirty="0"/>
          </a:p>
        </p:txBody>
      </p:sp>
    </p:spTree>
    <p:extLst>
      <p:ext uri="{BB962C8B-B14F-4D97-AF65-F5344CB8AC3E}">
        <p14:creationId xmlns:p14="http://schemas.microsoft.com/office/powerpoint/2010/main" val="21826125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814D6-5839-3550-DA4C-A70E85437A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6BBBAA-12EF-EDCE-AAD6-CAF6BA9C7D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518B73-F9BA-4ABF-2D8E-4FF3D5D78528}"/>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934F22C1-DFF2-F3FF-7B30-4D9BC6295E04}"/>
              </a:ext>
            </a:extLst>
          </p:cNvPr>
          <p:cNvSpPr>
            <a:spLocks noGrp="1"/>
          </p:cNvSpPr>
          <p:nvPr>
            <p:ph type="sldNum" sz="quarter" idx="5"/>
          </p:nvPr>
        </p:nvSpPr>
        <p:spPr/>
        <p:txBody>
          <a:bodyPr/>
          <a:lstStyle/>
          <a:p>
            <a:fld id="{73D03784-C198-49B1-BBEF-9EB2D7F83474}" type="slidenum">
              <a:rPr lang="en-US" smtClean="0"/>
              <a:t>15</a:t>
            </a:fld>
            <a:endParaRPr lang="en-US" dirty="0"/>
          </a:p>
        </p:txBody>
      </p:sp>
    </p:spTree>
    <p:extLst>
      <p:ext uri="{BB962C8B-B14F-4D97-AF65-F5344CB8AC3E}">
        <p14:creationId xmlns:p14="http://schemas.microsoft.com/office/powerpoint/2010/main" val="22775076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E266C-953C-E719-566C-2F5CB9E0A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AB1F7B-425E-CA13-9252-2968B2BC9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90AF70-33C9-E986-37C9-D4153BA9BEAD}"/>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66147361-4CB8-7E19-75F3-5DA747FE3DEB}"/>
              </a:ext>
            </a:extLst>
          </p:cNvPr>
          <p:cNvSpPr>
            <a:spLocks noGrp="1"/>
          </p:cNvSpPr>
          <p:nvPr>
            <p:ph type="sldNum" sz="quarter" idx="5"/>
          </p:nvPr>
        </p:nvSpPr>
        <p:spPr/>
        <p:txBody>
          <a:bodyPr/>
          <a:lstStyle/>
          <a:p>
            <a:fld id="{73D03784-C198-49B1-BBEF-9EB2D7F83474}" type="slidenum">
              <a:rPr lang="en-US" smtClean="0"/>
              <a:t>16</a:t>
            </a:fld>
            <a:endParaRPr lang="en-US" dirty="0"/>
          </a:p>
        </p:txBody>
      </p:sp>
    </p:spTree>
    <p:extLst>
      <p:ext uri="{BB962C8B-B14F-4D97-AF65-F5344CB8AC3E}">
        <p14:creationId xmlns:p14="http://schemas.microsoft.com/office/powerpoint/2010/main" val="15309485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A68BE-8083-B6F6-4FA1-18F834431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20DD36-15D9-15E8-DA19-A94F622AF6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E12C21-2EA7-924F-7726-E99AA4402796}"/>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87146D7C-8A48-682E-257F-D777533FE5F9}"/>
              </a:ext>
            </a:extLst>
          </p:cNvPr>
          <p:cNvSpPr>
            <a:spLocks noGrp="1"/>
          </p:cNvSpPr>
          <p:nvPr>
            <p:ph type="sldNum" sz="quarter" idx="5"/>
          </p:nvPr>
        </p:nvSpPr>
        <p:spPr/>
        <p:txBody>
          <a:bodyPr/>
          <a:lstStyle/>
          <a:p>
            <a:fld id="{73D03784-C198-49B1-BBEF-9EB2D7F83474}" type="slidenum">
              <a:rPr lang="en-US" smtClean="0"/>
              <a:t>17</a:t>
            </a:fld>
            <a:endParaRPr lang="en-US" dirty="0"/>
          </a:p>
        </p:txBody>
      </p:sp>
    </p:spTree>
    <p:extLst>
      <p:ext uri="{BB962C8B-B14F-4D97-AF65-F5344CB8AC3E}">
        <p14:creationId xmlns:p14="http://schemas.microsoft.com/office/powerpoint/2010/main" val="1832252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9D97C-0BEF-6041-F5F0-5803A0A12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96F382-D0DD-00AD-7F96-0B92E2105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C6F09B-55F2-5CA5-4CCF-B4A652A104DE}"/>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BD15579D-D343-6C88-DC3C-6FC37F990474}"/>
              </a:ext>
            </a:extLst>
          </p:cNvPr>
          <p:cNvSpPr>
            <a:spLocks noGrp="1"/>
          </p:cNvSpPr>
          <p:nvPr>
            <p:ph type="sldNum" sz="quarter" idx="5"/>
          </p:nvPr>
        </p:nvSpPr>
        <p:spPr/>
        <p:txBody>
          <a:bodyPr/>
          <a:lstStyle/>
          <a:p>
            <a:fld id="{73D03784-C198-49B1-BBEF-9EB2D7F83474}" type="slidenum">
              <a:rPr lang="en-US" smtClean="0"/>
              <a:t>18</a:t>
            </a:fld>
            <a:endParaRPr lang="en-US" dirty="0"/>
          </a:p>
        </p:txBody>
      </p:sp>
    </p:spTree>
    <p:extLst>
      <p:ext uri="{BB962C8B-B14F-4D97-AF65-F5344CB8AC3E}">
        <p14:creationId xmlns:p14="http://schemas.microsoft.com/office/powerpoint/2010/main" val="36609075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53C85-5FE0-9ECE-2691-04528AB95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7A177-209F-E682-0124-8B152E718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12742D-D6D8-81DE-6269-F97D3B6992E8}"/>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A8CBB0CF-48A2-5393-F8D1-0EF94EEA582A}"/>
              </a:ext>
            </a:extLst>
          </p:cNvPr>
          <p:cNvSpPr>
            <a:spLocks noGrp="1"/>
          </p:cNvSpPr>
          <p:nvPr>
            <p:ph type="sldNum" sz="quarter" idx="5"/>
          </p:nvPr>
        </p:nvSpPr>
        <p:spPr/>
        <p:txBody>
          <a:bodyPr/>
          <a:lstStyle/>
          <a:p>
            <a:fld id="{73D03784-C198-49B1-BBEF-9EB2D7F83474}" type="slidenum">
              <a:rPr lang="en-US" smtClean="0"/>
              <a:t>19</a:t>
            </a:fld>
            <a:endParaRPr lang="en-US" dirty="0"/>
          </a:p>
        </p:txBody>
      </p:sp>
    </p:spTree>
    <p:extLst>
      <p:ext uri="{BB962C8B-B14F-4D97-AF65-F5344CB8AC3E}">
        <p14:creationId xmlns:p14="http://schemas.microsoft.com/office/powerpoint/2010/main" val="2349188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90519-E78A-7D20-F993-5E878B1A21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881D03-E5A3-1F48-35C5-D8BCE6AA1A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34C9C7-704D-98C4-B095-3BA24BB3307E}"/>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BB1C34C7-0744-4F9C-445C-64C26D6F54CB}"/>
              </a:ext>
            </a:extLst>
          </p:cNvPr>
          <p:cNvSpPr>
            <a:spLocks noGrp="1"/>
          </p:cNvSpPr>
          <p:nvPr>
            <p:ph type="sldNum" sz="quarter" idx="5"/>
          </p:nvPr>
        </p:nvSpPr>
        <p:spPr/>
        <p:txBody>
          <a:bodyPr/>
          <a:lstStyle/>
          <a:p>
            <a:fld id="{73D03784-C198-49B1-BBEF-9EB2D7F83474}" type="slidenum">
              <a:rPr lang="en-US" smtClean="0"/>
              <a:t>20</a:t>
            </a:fld>
            <a:endParaRPr lang="en-US" dirty="0"/>
          </a:p>
        </p:txBody>
      </p:sp>
    </p:spTree>
    <p:extLst>
      <p:ext uri="{BB962C8B-B14F-4D97-AF65-F5344CB8AC3E}">
        <p14:creationId xmlns:p14="http://schemas.microsoft.com/office/powerpoint/2010/main" val="27261515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22D3C-09FA-C90A-19CD-C1B44D62D2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68058D-E604-EA28-BC61-D6E573E942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CDC87A-5B51-E988-D6D8-305E88F04871}"/>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613BF266-12C5-FD22-F48C-8D428129FE11}"/>
              </a:ext>
            </a:extLst>
          </p:cNvPr>
          <p:cNvSpPr>
            <a:spLocks noGrp="1"/>
          </p:cNvSpPr>
          <p:nvPr>
            <p:ph type="sldNum" sz="quarter" idx="5"/>
          </p:nvPr>
        </p:nvSpPr>
        <p:spPr/>
        <p:txBody>
          <a:bodyPr/>
          <a:lstStyle/>
          <a:p>
            <a:fld id="{73D03784-C198-49B1-BBEF-9EB2D7F83474}" type="slidenum">
              <a:rPr lang="en-US" smtClean="0"/>
              <a:t>21</a:t>
            </a:fld>
            <a:endParaRPr lang="en-US" dirty="0"/>
          </a:p>
        </p:txBody>
      </p:sp>
    </p:spTree>
    <p:extLst>
      <p:ext uri="{BB962C8B-B14F-4D97-AF65-F5344CB8AC3E}">
        <p14:creationId xmlns:p14="http://schemas.microsoft.com/office/powerpoint/2010/main" val="36571478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88C4A-32B3-BB44-11F2-076D99BB03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5A5580-8639-6A13-4A85-CFA5D3C10B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667817-0250-EAEF-17EE-599DEF8EBF75}"/>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B0B3E628-C46F-929D-FF37-41325A7E3A9A}"/>
              </a:ext>
            </a:extLst>
          </p:cNvPr>
          <p:cNvSpPr>
            <a:spLocks noGrp="1"/>
          </p:cNvSpPr>
          <p:nvPr>
            <p:ph type="sldNum" sz="quarter" idx="5"/>
          </p:nvPr>
        </p:nvSpPr>
        <p:spPr/>
        <p:txBody>
          <a:bodyPr/>
          <a:lstStyle/>
          <a:p>
            <a:fld id="{73D03784-C198-49B1-BBEF-9EB2D7F83474}" type="slidenum">
              <a:rPr lang="en-US" smtClean="0"/>
              <a:t>22</a:t>
            </a:fld>
            <a:endParaRPr lang="en-US" dirty="0"/>
          </a:p>
        </p:txBody>
      </p:sp>
    </p:spTree>
    <p:extLst>
      <p:ext uri="{BB962C8B-B14F-4D97-AF65-F5344CB8AC3E}">
        <p14:creationId xmlns:p14="http://schemas.microsoft.com/office/powerpoint/2010/main" val="31430643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DB082-BC48-02B2-7615-FCDF13D2A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A2C32D-B92C-6B50-D119-D745E9C002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F01D5C-EF5D-80CD-CDD7-10866C8BF86A}"/>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4B26790C-62A9-601A-073C-796398A5EF4D}"/>
              </a:ext>
            </a:extLst>
          </p:cNvPr>
          <p:cNvSpPr>
            <a:spLocks noGrp="1"/>
          </p:cNvSpPr>
          <p:nvPr>
            <p:ph type="sldNum" sz="quarter" idx="5"/>
          </p:nvPr>
        </p:nvSpPr>
        <p:spPr/>
        <p:txBody>
          <a:bodyPr/>
          <a:lstStyle/>
          <a:p>
            <a:fld id="{73D03784-C198-49B1-BBEF-9EB2D7F83474}" type="slidenum">
              <a:rPr lang="en-US" smtClean="0"/>
              <a:t>23</a:t>
            </a:fld>
            <a:endParaRPr lang="en-US" dirty="0"/>
          </a:p>
        </p:txBody>
      </p:sp>
    </p:spTree>
    <p:extLst>
      <p:ext uri="{BB962C8B-B14F-4D97-AF65-F5344CB8AC3E}">
        <p14:creationId xmlns:p14="http://schemas.microsoft.com/office/powerpoint/2010/main" val="19622569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A2F40-B798-976D-4FD8-947EDB8CBC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6EAD6C-93BD-CA34-42F8-85B68A3369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DA49CE-544C-1161-91E8-83D415E27EAA}"/>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CA28C147-778D-992C-F669-6BD95BB0010B}"/>
              </a:ext>
            </a:extLst>
          </p:cNvPr>
          <p:cNvSpPr>
            <a:spLocks noGrp="1"/>
          </p:cNvSpPr>
          <p:nvPr>
            <p:ph type="sldNum" sz="quarter" idx="5"/>
          </p:nvPr>
        </p:nvSpPr>
        <p:spPr/>
        <p:txBody>
          <a:bodyPr/>
          <a:lstStyle/>
          <a:p>
            <a:fld id="{73D03784-C198-49B1-BBEF-9EB2D7F83474}" type="slidenum">
              <a:rPr lang="en-US" smtClean="0"/>
              <a:t>24</a:t>
            </a:fld>
            <a:endParaRPr lang="en-US" dirty="0"/>
          </a:p>
        </p:txBody>
      </p:sp>
    </p:spTree>
    <p:extLst>
      <p:ext uri="{BB962C8B-B14F-4D97-AF65-F5344CB8AC3E}">
        <p14:creationId xmlns:p14="http://schemas.microsoft.com/office/powerpoint/2010/main" val="5073457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95EC3-97DA-632B-F27E-892BBD9E84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1CC6BA-F421-5E53-93B0-F447668065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883C75-D2A3-CE84-3B69-68A039F19FF8}"/>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9D4D0E26-96FE-68AD-62A7-6B65E32550CF}"/>
              </a:ext>
            </a:extLst>
          </p:cNvPr>
          <p:cNvSpPr>
            <a:spLocks noGrp="1"/>
          </p:cNvSpPr>
          <p:nvPr>
            <p:ph type="sldNum" sz="quarter" idx="5"/>
          </p:nvPr>
        </p:nvSpPr>
        <p:spPr/>
        <p:txBody>
          <a:bodyPr/>
          <a:lstStyle/>
          <a:p>
            <a:fld id="{73D03784-C198-49B1-BBEF-9EB2D7F83474}" type="slidenum">
              <a:rPr lang="en-US" smtClean="0"/>
              <a:t>25</a:t>
            </a:fld>
            <a:endParaRPr lang="en-US" dirty="0"/>
          </a:p>
        </p:txBody>
      </p:sp>
    </p:spTree>
    <p:extLst>
      <p:ext uri="{BB962C8B-B14F-4D97-AF65-F5344CB8AC3E}">
        <p14:creationId xmlns:p14="http://schemas.microsoft.com/office/powerpoint/2010/main" val="32096176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6632D-CDE5-BEAD-0472-DFC2F36DD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93C4D-9AD5-AF86-916C-73DC9D94E5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86F4EE-B085-0F71-A621-6488DC8D4C81}"/>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4C99723C-67B2-DA3A-DD15-56F1A6A19BE0}"/>
              </a:ext>
            </a:extLst>
          </p:cNvPr>
          <p:cNvSpPr>
            <a:spLocks noGrp="1"/>
          </p:cNvSpPr>
          <p:nvPr>
            <p:ph type="sldNum" sz="quarter" idx="5"/>
          </p:nvPr>
        </p:nvSpPr>
        <p:spPr/>
        <p:txBody>
          <a:bodyPr/>
          <a:lstStyle/>
          <a:p>
            <a:fld id="{73D03784-C198-49B1-BBEF-9EB2D7F83474}" type="slidenum">
              <a:rPr lang="en-US" smtClean="0"/>
              <a:t>26</a:t>
            </a:fld>
            <a:endParaRPr lang="en-US" dirty="0"/>
          </a:p>
        </p:txBody>
      </p:sp>
    </p:spTree>
    <p:extLst>
      <p:ext uri="{BB962C8B-B14F-4D97-AF65-F5344CB8AC3E}">
        <p14:creationId xmlns:p14="http://schemas.microsoft.com/office/powerpoint/2010/main" val="17107577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2B7E6-D237-A651-BE88-FF204F5AAE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AAFCA0-75AE-10DB-7F08-35785B3223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EB9DEA-8FF6-A1CC-C4A3-5C3AF0FFBC55}"/>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2A02AB5E-B1FB-8FA8-DD7B-C8DFC6D1CAD5}"/>
              </a:ext>
            </a:extLst>
          </p:cNvPr>
          <p:cNvSpPr>
            <a:spLocks noGrp="1"/>
          </p:cNvSpPr>
          <p:nvPr>
            <p:ph type="sldNum" sz="quarter" idx="5"/>
          </p:nvPr>
        </p:nvSpPr>
        <p:spPr/>
        <p:txBody>
          <a:bodyPr/>
          <a:lstStyle/>
          <a:p>
            <a:fld id="{73D03784-C198-49B1-BBEF-9EB2D7F83474}" type="slidenum">
              <a:rPr lang="en-US" smtClean="0"/>
              <a:t>27</a:t>
            </a:fld>
            <a:endParaRPr lang="en-US" dirty="0"/>
          </a:p>
        </p:txBody>
      </p:sp>
    </p:spTree>
    <p:extLst>
      <p:ext uri="{BB962C8B-B14F-4D97-AF65-F5344CB8AC3E}">
        <p14:creationId xmlns:p14="http://schemas.microsoft.com/office/powerpoint/2010/main" val="2435911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59D37-C631-8572-1D3D-2BF5B5B760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285500-2559-8CD5-A904-8AAC2314F2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2721E-BADD-92CA-EC87-D5BA741029B2}"/>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05AD2A0D-9637-9CAD-32A9-D08B9089F9A7}"/>
              </a:ext>
            </a:extLst>
          </p:cNvPr>
          <p:cNvSpPr>
            <a:spLocks noGrp="1"/>
          </p:cNvSpPr>
          <p:nvPr>
            <p:ph type="sldNum" sz="quarter" idx="5"/>
          </p:nvPr>
        </p:nvSpPr>
        <p:spPr/>
        <p:txBody>
          <a:bodyPr/>
          <a:lstStyle/>
          <a:p>
            <a:fld id="{73D03784-C198-49B1-BBEF-9EB2D7F83474}" type="slidenum">
              <a:rPr lang="en-US" smtClean="0"/>
              <a:t>28</a:t>
            </a:fld>
            <a:endParaRPr lang="en-US" dirty="0"/>
          </a:p>
        </p:txBody>
      </p:sp>
    </p:spTree>
    <p:extLst>
      <p:ext uri="{BB962C8B-B14F-4D97-AF65-F5344CB8AC3E}">
        <p14:creationId xmlns:p14="http://schemas.microsoft.com/office/powerpoint/2010/main" val="18909708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67FD9-AF1A-6A05-D744-985FB2189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13CB4A-1430-AB7E-4585-FA633B2D93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A0BCF7-B8EB-5EA5-F3CB-193F4CD903FC}"/>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C6D69D81-5118-1B75-A93A-3D79CD8C352E}"/>
              </a:ext>
            </a:extLst>
          </p:cNvPr>
          <p:cNvSpPr>
            <a:spLocks noGrp="1"/>
          </p:cNvSpPr>
          <p:nvPr>
            <p:ph type="sldNum" sz="quarter" idx="5"/>
          </p:nvPr>
        </p:nvSpPr>
        <p:spPr/>
        <p:txBody>
          <a:bodyPr/>
          <a:lstStyle/>
          <a:p>
            <a:fld id="{73D03784-C198-49B1-BBEF-9EB2D7F83474}" type="slidenum">
              <a:rPr lang="en-US" smtClean="0"/>
              <a:t>29</a:t>
            </a:fld>
            <a:endParaRPr lang="en-US" dirty="0"/>
          </a:p>
        </p:txBody>
      </p:sp>
    </p:spTree>
    <p:extLst>
      <p:ext uri="{BB962C8B-B14F-4D97-AF65-F5344CB8AC3E}">
        <p14:creationId xmlns:p14="http://schemas.microsoft.com/office/powerpoint/2010/main" val="9522513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78940-C690-50AC-638D-8F0D848EC7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CDFE6C-DFB9-3186-E4E5-3A8EDDF60B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FECB4F-3C30-90F3-2886-567C6873CD63}"/>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8D2DFEAD-B963-0D00-268E-EC2D69FBE67F}"/>
              </a:ext>
            </a:extLst>
          </p:cNvPr>
          <p:cNvSpPr>
            <a:spLocks noGrp="1"/>
          </p:cNvSpPr>
          <p:nvPr>
            <p:ph type="sldNum" sz="quarter" idx="5"/>
          </p:nvPr>
        </p:nvSpPr>
        <p:spPr/>
        <p:txBody>
          <a:bodyPr/>
          <a:lstStyle/>
          <a:p>
            <a:fld id="{73D03784-C198-49B1-BBEF-9EB2D7F83474}" type="slidenum">
              <a:rPr lang="en-US" smtClean="0"/>
              <a:t>30</a:t>
            </a:fld>
            <a:endParaRPr lang="en-US" dirty="0"/>
          </a:p>
        </p:txBody>
      </p:sp>
    </p:spTree>
    <p:extLst>
      <p:ext uri="{BB962C8B-B14F-4D97-AF65-F5344CB8AC3E}">
        <p14:creationId xmlns:p14="http://schemas.microsoft.com/office/powerpoint/2010/main" val="19363747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0FB75-9D9A-0C50-37FE-69F4EB4C4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1BF4F4-346E-3673-99AD-EF637923FD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BDA550-41DD-F074-F547-8CEC80F21454}"/>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r>
              <a:rPr lang="en-US" dirty="0"/>
              <a:t>This is a static slide to introduce the user to the overall picture </a:t>
            </a:r>
          </a:p>
          <a:p>
            <a:r>
              <a:rPr lang="en-US" dirty="0"/>
              <a:t>OGN</a:t>
            </a:r>
          </a:p>
          <a:p>
            <a:r>
              <a:rPr lang="en-US" dirty="0"/>
              <a:t>This was also an attempt to see how to make up for the fact that access to Monday.com had been restricted and even though the go live was pushed back to April the sense of urgency is yet to be in </a:t>
            </a:r>
            <a:r>
              <a:rPr lang="en-US" dirty="0" err="1"/>
              <a:t>th</a:t>
            </a:r>
            <a:r>
              <a:rPr lang="en-US" dirty="0"/>
              <a:t> mindset of the upper management </a:t>
            </a:r>
          </a:p>
          <a:p>
            <a:r>
              <a:rPr lang="en-US" dirty="0"/>
              <a:t>UAP production has stopped so the authors of these documents are going to use as many customized and generic </a:t>
            </a:r>
            <a:r>
              <a:rPr lang="en-US" dirty="0" err="1"/>
              <a:t>upa’s</a:t>
            </a:r>
            <a:r>
              <a:rPr lang="en-US" dirty="0"/>
              <a:t>  </a:t>
            </a:r>
            <a:br>
              <a:rPr lang="en-US" dirty="0"/>
            </a:br>
            <a:r>
              <a:rPr lang="en-US" dirty="0"/>
              <a:t>the hope is two fold </a:t>
            </a:r>
            <a:br>
              <a:rPr lang="en-US" dirty="0"/>
            </a:br>
            <a:r>
              <a:rPr lang="en-US" dirty="0"/>
              <a:t>one to show those using the system how the UAP SOP WF all work together and if better participation from Champion SME’s and users was available not just one person trying to do all this against all odds could have produced a world class LMS</a:t>
            </a:r>
            <a:br>
              <a:rPr lang="en-US" dirty="0"/>
            </a:br>
            <a:r>
              <a:rPr lang="en-US" dirty="0"/>
              <a:t>note by SR 11272025 – thanks Giving day </a:t>
            </a:r>
          </a:p>
          <a:p>
            <a:r>
              <a:rPr lang="en-US" dirty="0"/>
              <a:t>OGN</a:t>
            </a:r>
          </a:p>
          <a:p>
            <a:endParaRPr lang="en-US" dirty="0"/>
          </a:p>
        </p:txBody>
      </p:sp>
      <p:sp>
        <p:nvSpPr>
          <p:cNvPr id="4" name="Slide Number Placeholder 3">
            <a:extLst>
              <a:ext uri="{FF2B5EF4-FFF2-40B4-BE49-F238E27FC236}">
                <a16:creationId xmlns:a16="http://schemas.microsoft.com/office/drawing/2014/main" id="{491D6B9B-B516-AD25-BAEA-D2B437284F33}"/>
              </a:ext>
            </a:extLst>
          </p:cNvPr>
          <p:cNvSpPr>
            <a:spLocks noGrp="1"/>
          </p:cNvSpPr>
          <p:nvPr>
            <p:ph type="sldNum" sz="quarter" idx="5"/>
          </p:nvPr>
        </p:nvSpPr>
        <p:spPr/>
        <p:txBody>
          <a:bodyPr/>
          <a:lstStyle/>
          <a:p>
            <a:fld id="{73D03784-C198-49B1-BBEF-9EB2D7F83474}" type="slidenum">
              <a:rPr lang="en-US" smtClean="0"/>
              <a:t>31</a:t>
            </a:fld>
            <a:endParaRPr lang="en-US" dirty="0"/>
          </a:p>
        </p:txBody>
      </p:sp>
    </p:spTree>
    <p:extLst>
      <p:ext uri="{BB962C8B-B14F-4D97-AF65-F5344CB8AC3E}">
        <p14:creationId xmlns:p14="http://schemas.microsoft.com/office/powerpoint/2010/main" val="36117371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3609D-F8CB-F38A-4937-D245A06EEF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0D84F4-2987-3476-89AC-3D5E9613B3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A9C708-D2D0-F239-6510-C233F0BE8BA7}"/>
              </a:ext>
            </a:extLst>
          </p:cNvPr>
          <p:cNvSpPr>
            <a:spLocks noGrp="1"/>
          </p:cNvSpPr>
          <p:nvPr>
            <p:ph type="body" idx="1"/>
          </p:nvPr>
        </p:nvSpPr>
        <p:spPr/>
        <p:txBody>
          <a:bodyPr/>
          <a:lstStyle/>
          <a:p>
            <a:r>
              <a:rPr lang="en-US" dirty="0"/>
              <a: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Making of the master and creating the sub slides for the transition story took 1 hour on a Saturday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OGN </a:t>
            </a:r>
          </a:p>
          <a:p>
            <a:endParaRPr lang="en-US" dirty="0"/>
          </a:p>
        </p:txBody>
      </p:sp>
      <p:sp>
        <p:nvSpPr>
          <p:cNvPr id="4" name="Slide Number Placeholder 3">
            <a:extLst>
              <a:ext uri="{FF2B5EF4-FFF2-40B4-BE49-F238E27FC236}">
                <a16:creationId xmlns:a16="http://schemas.microsoft.com/office/drawing/2014/main" id="{396CDF9B-70E3-F620-4BF1-3E6157A85F64}"/>
              </a:ext>
            </a:extLst>
          </p:cNvPr>
          <p:cNvSpPr>
            <a:spLocks noGrp="1"/>
          </p:cNvSpPr>
          <p:nvPr>
            <p:ph type="sldNum" sz="quarter" idx="5"/>
          </p:nvPr>
        </p:nvSpPr>
        <p:spPr/>
        <p:txBody>
          <a:bodyPr/>
          <a:lstStyle/>
          <a:p>
            <a:fld id="{73D03784-C198-49B1-BBEF-9EB2D7F83474}" type="slidenum">
              <a:rPr lang="en-US" smtClean="0"/>
              <a:t>32</a:t>
            </a:fld>
            <a:endParaRPr lang="en-US" dirty="0"/>
          </a:p>
        </p:txBody>
      </p:sp>
    </p:spTree>
    <p:extLst>
      <p:ext uri="{BB962C8B-B14F-4D97-AF65-F5344CB8AC3E}">
        <p14:creationId xmlns:p14="http://schemas.microsoft.com/office/powerpoint/2010/main" val="365425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0050F-28DA-C678-4764-2C11B3297C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BDCEC-34F9-92EA-BE71-517C7A955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97749A-1B1D-9A1C-3500-1CECDACEBBDC}"/>
              </a:ext>
            </a:extLst>
          </p:cNvPr>
          <p:cNvSpPr>
            <a:spLocks noGrp="1"/>
          </p:cNvSpPr>
          <p:nvPr>
            <p:ph type="body" idx="1"/>
          </p:nvPr>
        </p:nvSpPr>
        <p:spPr/>
        <p:txBody>
          <a:bodyPr/>
          <a:lstStyle/>
          <a:p>
            <a:r>
              <a:rPr lang="en-US" dirty="0"/>
              <a:t>.</a:t>
            </a:r>
          </a:p>
          <a:p>
            <a:endParaRPr lang="en-US" dirty="0"/>
          </a:p>
          <a:p>
            <a:endParaRPr lang="en-US" dirty="0"/>
          </a:p>
          <a:p>
            <a:endParaRPr lang="en-US" dirty="0"/>
          </a:p>
          <a:p>
            <a:r>
              <a:rPr lang="en-US" sz="1200" dirty="0"/>
              <a:t>Current thoughts as on 02 13 2025 are</a:t>
            </a:r>
          </a:p>
          <a:p>
            <a:pPr marL="228600" indent="-228600">
              <a:buFont typeface="+mj-lt"/>
              <a:buAutoNum type="arabicPeriod"/>
            </a:pPr>
            <a:r>
              <a:rPr lang="en-US" sz="1200" dirty="0"/>
              <a:t> that all orders are entered as quotes this way the stock availability can be determined and the sourcing function used when needed (need to see how demand is being booked) triggered by a review of fulfillment order and forms</a:t>
            </a:r>
          </a:p>
          <a:p>
            <a:pPr marL="228600" indent="-228600">
              <a:buFont typeface="+mj-lt"/>
              <a:buAutoNum type="arabicPeriod"/>
            </a:pPr>
            <a:endParaRPr lang="en-US" sz="1200" dirty="0"/>
          </a:p>
          <a:p>
            <a:r>
              <a:rPr lang="en-US" sz="1200" dirty="0"/>
              <a:t>Current thoughts as on 02 13 2025 are</a:t>
            </a:r>
          </a:p>
          <a:p>
            <a:pPr marL="228600" indent="-228600">
              <a:buFont typeface="+mj-lt"/>
              <a:buAutoNum type="arabicPeriod"/>
            </a:pPr>
            <a:r>
              <a:rPr lang="en-US" sz="1200" dirty="0"/>
              <a:t>List various Sales order scenarios </a:t>
            </a:r>
          </a:p>
          <a:p>
            <a:pPr marL="228600" indent="-228600">
              <a:buFont typeface="+mj-lt"/>
              <a:buAutoNum type="arabicPeriod"/>
            </a:pPr>
            <a:r>
              <a:rPr lang="en-US" sz="1200" dirty="0"/>
              <a:t>Stock orders</a:t>
            </a:r>
          </a:p>
          <a:p>
            <a:pPr marL="228600" indent="-228600">
              <a:buFont typeface="+mj-lt"/>
              <a:buAutoNum type="arabicPeriod"/>
            </a:pPr>
            <a:r>
              <a:rPr lang="en-US" sz="1200" dirty="0"/>
              <a:t>Non stock order</a:t>
            </a:r>
          </a:p>
          <a:p>
            <a:pPr marL="228600" indent="-228600">
              <a:buFont typeface="+mj-lt"/>
              <a:buAutoNum type="arabicPeriod"/>
            </a:pPr>
            <a:r>
              <a:rPr lang="en-US" sz="1200" dirty="0"/>
              <a:t>Storage orders </a:t>
            </a:r>
          </a:p>
          <a:p>
            <a:pPr marL="228600" indent="-228600">
              <a:buFont typeface="+mj-lt"/>
              <a:buAutoNum type="arabicPeriod"/>
            </a:pPr>
            <a:r>
              <a:rPr lang="en-US" sz="1200" dirty="0"/>
              <a:t>Lot priced </a:t>
            </a:r>
            <a:br>
              <a:rPr lang="en-US" sz="1200" dirty="0"/>
            </a:br>
            <a:r>
              <a:rPr lang="en-US" sz="1200" dirty="0"/>
              <a:t>VA orders</a:t>
            </a:r>
          </a:p>
          <a:p>
            <a:pPr marL="228600" indent="-228600">
              <a:buFont typeface="+mj-lt"/>
              <a:buAutoNum type="arabicPeriod"/>
            </a:pPr>
            <a:r>
              <a:rPr lang="en-US" sz="1200" dirty="0"/>
              <a:t>Blanket orders</a:t>
            </a:r>
          </a:p>
          <a:p>
            <a:pPr marL="228600" indent="-228600">
              <a:buFont typeface="+mj-lt"/>
              <a:buAutoNum type="arabicPeriod"/>
            </a:pPr>
            <a:r>
              <a:rPr lang="en-US" sz="1200" dirty="0"/>
              <a:t>Shopping list </a:t>
            </a:r>
            <a:br>
              <a:rPr lang="en-US" sz="1200" dirty="0"/>
            </a:br>
            <a:r>
              <a:rPr lang="en-US" sz="1200" dirty="0"/>
              <a:t>Wire orders</a:t>
            </a:r>
          </a:p>
          <a:p>
            <a:endParaRPr lang="en-US" dirty="0"/>
          </a:p>
          <a:p>
            <a:r>
              <a:rPr lang="en-US" dirty="0"/>
              <a:t>OGN</a:t>
            </a:r>
          </a:p>
        </p:txBody>
      </p:sp>
      <p:sp>
        <p:nvSpPr>
          <p:cNvPr id="4" name="Slide Number Placeholder 3">
            <a:extLst>
              <a:ext uri="{FF2B5EF4-FFF2-40B4-BE49-F238E27FC236}">
                <a16:creationId xmlns:a16="http://schemas.microsoft.com/office/drawing/2014/main" id="{87ED209F-AD1B-D13B-5BDF-80907AF653F3}"/>
              </a:ext>
            </a:extLst>
          </p:cNvPr>
          <p:cNvSpPr>
            <a:spLocks noGrp="1"/>
          </p:cNvSpPr>
          <p:nvPr>
            <p:ph type="sldNum" sz="quarter" idx="5"/>
          </p:nvPr>
        </p:nvSpPr>
        <p:spPr/>
        <p:txBody>
          <a:bodyPr/>
          <a:lstStyle/>
          <a:p>
            <a:fld id="{5FD2EF15-161C-458A-BBAC-40A3953D9DA9}" type="slidenum">
              <a:rPr lang="en-US" smtClean="0"/>
              <a:t>33</a:t>
            </a:fld>
            <a:endParaRPr lang="en-US"/>
          </a:p>
        </p:txBody>
      </p:sp>
    </p:spTree>
    <p:extLst>
      <p:ext uri="{BB962C8B-B14F-4D97-AF65-F5344CB8AC3E}">
        <p14:creationId xmlns:p14="http://schemas.microsoft.com/office/powerpoint/2010/main" val="29671837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645C8-50CF-415A-F008-0541068DA1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7D5AEA-3323-48FA-BD11-1ADBDDE777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3A9AA9-C036-BFD9-A6BA-FB090DC12E65}"/>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5" name="Footer Placeholder 4">
            <a:extLst>
              <a:ext uri="{FF2B5EF4-FFF2-40B4-BE49-F238E27FC236}">
                <a16:creationId xmlns:a16="http://schemas.microsoft.com/office/drawing/2014/main" id="{1BFF9165-C9B7-6890-911F-5E9B60317BD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1BFB95A-E7F1-5CEF-9017-D6370EFE1C66}"/>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26237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F8C69-0836-D57F-A1D1-0AD128EE6552}"/>
              </a:ext>
            </a:extLst>
          </p:cNvPr>
          <p:cNvSpPr>
            <a:spLocks noGrp="1"/>
          </p:cNvSpPr>
          <p:nvPr>
            <p:ph type="title"/>
          </p:nvPr>
        </p:nvSpPr>
        <p:spPr>
          <a:xfrm>
            <a:off x="838200" y="365125"/>
            <a:ext cx="10515600" cy="641639"/>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C217BDA-76E6-BB3E-B3E1-151E3CCFAB2B}"/>
              </a:ext>
            </a:extLst>
          </p:cNvPr>
          <p:cNvSpPr>
            <a:spLocks noGrp="1"/>
          </p:cNvSpPr>
          <p:nvPr>
            <p:ph idx="1"/>
          </p:nvPr>
        </p:nvSpPr>
        <p:spPr>
          <a:xfrm>
            <a:off x="838200" y="1136073"/>
            <a:ext cx="10515600" cy="50408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F1672A-7349-F091-635B-C81F4457E1AB}"/>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5" name="Footer Placeholder 4">
            <a:extLst>
              <a:ext uri="{FF2B5EF4-FFF2-40B4-BE49-F238E27FC236}">
                <a16:creationId xmlns:a16="http://schemas.microsoft.com/office/drawing/2014/main" id="{9BC155B3-0013-6CB3-3C52-AA819CD7B6C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470BAB0-7EE3-7141-51D1-831FE4DDE3A7}"/>
              </a:ext>
            </a:extLst>
          </p:cNvPr>
          <p:cNvSpPr>
            <a:spLocks noGrp="1"/>
          </p:cNvSpPr>
          <p:nvPr>
            <p:ph type="sldNum" sz="quarter" idx="12"/>
          </p:nvPr>
        </p:nvSpPr>
        <p:spPr/>
        <p:txBody>
          <a:bodyPr/>
          <a:lstStyle>
            <a:lvl1pPr>
              <a:defRPr/>
            </a:lvl1pPr>
          </a:lstStyle>
          <a:p>
            <a:fld id="{0099ECAC-965E-4A1B-8C35-92C0E7A8F938}" type="slidenum">
              <a:rPr lang="en-US" smtClean="0"/>
              <a:pPr/>
              <a:t>‹#›</a:t>
            </a:fld>
            <a:fld id="{85065064-5DB3-4099-8DC9-1EBF0BFFFD01}" type="slidenum">
              <a:rPr lang="en-US" smtClean="0"/>
              <a:pPr/>
              <a:t>‹#›</a:t>
            </a:fld>
            <a:endParaRPr lang="en-US" dirty="0"/>
          </a:p>
        </p:txBody>
      </p:sp>
    </p:spTree>
    <p:extLst>
      <p:ext uri="{BB962C8B-B14F-4D97-AF65-F5344CB8AC3E}">
        <p14:creationId xmlns:p14="http://schemas.microsoft.com/office/powerpoint/2010/main" val="1145639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C1B5A-36F5-0561-8044-B157426604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EDD5348-FD4B-EC5A-395C-4EAA5808D3B3}"/>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Om Gurubhyo Namaha</a:t>
            </a:r>
          </a:p>
        </p:txBody>
      </p:sp>
      <p:sp>
        <p:nvSpPr>
          <p:cNvPr id="4" name="Date Placeholder 3">
            <a:extLst>
              <a:ext uri="{FF2B5EF4-FFF2-40B4-BE49-F238E27FC236}">
                <a16:creationId xmlns:a16="http://schemas.microsoft.com/office/drawing/2014/main" id="{17895131-E548-8CA2-4BC6-CA6C7C5819CD}"/>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5" name="Footer Placeholder 4">
            <a:extLst>
              <a:ext uri="{FF2B5EF4-FFF2-40B4-BE49-F238E27FC236}">
                <a16:creationId xmlns:a16="http://schemas.microsoft.com/office/drawing/2014/main" id="{3B5555FE-F203-B760-6BC5-637F0B00DA2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9C21015-E66D-15A8-078C-D8605B10EDF3}"/>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2554407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1BA64-C5EF-5A2A-D2F9-AA9982D752F1}"/>
              </a:ext>
            </a:extLst>
          </p:cNvPr>
          <p:cNvSpPr>
            <a:spLocks noGrp="1"/>
          </p:cNvSpPr>
          <p:nvPr>
            <p:ph type="title"/>
          </p:nvPr>
        </p:nvSpPr>
        <p:spPr>
          <a:xfrm>
            <a:off x="838200" y="365125"/>
            <a:ext cx="10515600" cy="660111"/>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EBF971D1-B7FF-2430-A0EE-1FF7DD10A3BE}"/>
              </a:ext>
            </a:extLst>
          </p:cNvPr>
          <p:cNvSpPr>
            <a:spLocks noGrp="1"/>
          </p:cNvSpPr>
          <p:nvPr>
            <p:ph sz="half" idx="1"/>
          </p:nvPr>
        </p:nvSpPr>
        <p:spPr>
          <a:xfrm>
            <a:off x="838200" y="1099127"/>
            <a:ext cx="5181600" cy="50778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A7C53B-A6C5-3F9C-C349-65D4DBD732AB}"/>
              </a:ext>
            </a:extLst>
          </p:cNvPr>
          <p:cNvSpPr>
            <a:spLocks noGrp="1"/>
          </p:cNvSpPr>
          <p:nvPr>
            <p:ph sz="half" idx="2"/>
          </p:nvPr>
        </p:nvSpPr>
        <p:spPr>
          <a:xfrm>
            <a:off x="6172200" y="1204623"/>
            <a:ext cx="5181600" cy="497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5E7017F-B782-A90A-0FFA-E5265B52BF28}"/>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6" name="Footer Placeholder 5">
            <a:extLst>
              <a:ext uri="{FF2B5EF4-FFF2-40B4-BE49-F238E27FC236}">
                <a16:creationId xmlns:a16="http://schemas.microsoft.com/office/drawing/2014/main" id="{334C2B15-8DFF-1DE6-6A7C-FF0A144E89E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3BC1BC-C419-38F2-7D1A-A20AC606E8DE}"/>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736205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41A86-2FAC-2FF8-C3D3-180CCFDF87A6}"/>
              </a:ext>
            </a:extLst>
          </p:cNvPr>
          <p:cNvSpPr>
            <a:spLocks noGrp="1"/>
          </p:cNvSpPr>
          <p:nvPr>
            <p:ph type="title"/>
          </p:nvPr>
        </p:nvSpPr>
        <p:spPr>
          <a:xfrm>
            <a:off x="839788" y="365125"/>
            <a:ext cx="10515600" cy="1325563"/>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Text Placeholder 2">
            <a:extLst>
              <a:ext uri="{FF2B5EF4-FFF2-40B4-BE49-F238E27FC236}">
                <a16:creationId xmlns:a16="http://schemas.microsoft.com/office/drawing/2014/main" id="{FBBDC75F-12A6-F58E-99C0-0CF1184380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06EF7-7BAE-BB9D-7AB7-7F0F5BD774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440FC7-08A4-AE46-8C95-E996A7A09E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67CFAB-7D5B-B1DF-79BE-BF0035F9FE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9B629BA-9088-21C7-B39F-6887B00FF456}"/>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8" name="Footer Placeholder 7">
            <a:extLst>
              <a:ext uri="{FF2B5EF4-FFF2-40B4-BE49-F238E27FC236}">
                <a16:creationId xmlns:a16="http://schemas.microsoft.com/office/drawing/2014/main" id="{B9DEA092-026A-7CF8-47E4-3DE1BD3DBFD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8D5890D-168E-4CD5-6766-DF6D944AA00C}"/>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305724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28478-E4BB-F911-B561-AEAFA0CFCB7C}"/>
              </a:ext>
            </a:extLst>
          </p:cNvPr>
          <p:cNvSpPr>
            <a:spLocks noGrp="1"/>
          </p:cNvSpPr>
          <p:nvPr>
            <p:ph type="title"/>
          </p:nvPr>
        </p:nvSpPr>
        <p:spPr>
          <a:xfrm>
            <a:off x="838200" y="365126"/>
            <a:ext cx="10515600" cy="613930"/>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Date Placeholder 2">
            <a:extLst>
              <a:ext uri="{FF2B5EF4-FFF2-40B4-BE49-F238E27FC236}">
                <a16:creationId xmlns:a16="http://schemas.microsoft.com/office/drawing/2014/main" id="{489B5571-61EB-9992-AD52-82D2C10C225F}"/>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4" name="Footer Placeholder 3">
            <a:extLst>
              <a:ext uri="{FF2B5EF4-FFF2-40B4-BE49-F238E27FC236}">
                <a16:creationId xmlns:a16="http://schemas.microsoft.com/office/drawing/2014/main" id="{2F361BD8-C049-6E41-BF02-8629DBFFE06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25FA10D-2130-2EEB-F88A-6FB28F7B459E}"/>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1727739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17C35C-2F83-9112-3D05-5D79D98A72E4}"/>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3" name="Footer Placeholder 2">
            <a:extLst>
              <a:ext uri="{FF2B5EF4-FFF2-40B4-BE49-F238E27FC236}">
                <a16:creationId xmlns:a16="http://schemas.microsoft.com/office/drawing/2014/main" id="{2892D01F-2FBC-F3CF-2CDE-F3792EBA13C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0633B84-88E9-F70F-96B2-2E989B558C79}"/>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62421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4BC4D-52EC-C1E3-353A-C54658AC40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842485-065D-E13E-0BCE-15FC989A0E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A0DA83-20BF-C343-1644-A3DFCA41F7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3DCEB9-B60E-4C38-CB6C-3AC8E00A1C0C}"/>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6" name="Footer Placeholder 5">
            <a:extLst>
              <a:ext uri="{FF2B5EF4-FFF2-40B4-BE49-F238E27FC236}">
                <a16:creationId xmlns:a16="http://schemas.microsoft.com/office/drawing/2014/main" id="{B1AA4633-70FB-7CE5-CE9E-4DEB2B7AC888}"/>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89371AF-944F-586D-BE5A-6BCFCFF73CE9}"/>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110221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7206D-FAD5-741A-D949-1550EBB6A2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C111A9A-0F52-650A-D7FA-2AA795CF57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EB9386B6-83F8-C5EB-C9EE-B00DCA4CCB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0DEDE3-14CF-04CD-19C2-EA856223F2F7}"/>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6" name="Footer Placeholder 5">
            <a:extLst>
              <a:ext uri="{FF2B5EF4-FFF2-40B4-BE49-F238E27FC236}">
                <a16:creationId xmlns:a16="http://schemas.microsoft.com/office/drawing/2014/main" id="{13472B4D-2904-9AA9-FEA0-6502A85BDAC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0315FCF-52CE-48CA-9004-E3C9DA0906B1}"/>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2212069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B3659-7E4A-C6A9-E0BE-966BF3F04B9C}"/>
              </a:ext>
            </a:extLst>
          </p:cNvPr>
          <p:cNvSpPr>
            <a:spLocks noGrp="1"/>
          </p:cNvSpPr>
          <p:nvPr>
            <p:ph type="title"/>
          </p:nvPr>
        </p:nvSpPr>
        <p:spPr>
          <a:xfrm>
            <a:off x="838200" y="365126"/>
            <a:ext cx="10515600" cy="734002"/>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Vertical Text Placeholder 2">
            <a:extLst>
              <a:ext uri="{FF2B5EF4-FFF2-40B4-BE49-F238E27FC236}">
                <a16:creationId xmlns:a16="http://schemas.microsoft.com/office/drawing/2014/main" id="{A8F577EF-EF7C-B0E1-B78D-8E86EC5DE414}"/>
              </a:ext>
            </a:extLst>
          </p:cNvPr>
          <p:cNvSpPr>
            <a:spLocks noGrp="1"/>
          </p:cNvSpPr>
          <p:nvPr>
            <p:ph type="body" orient="vert" idx="1"/>
          </p:nvPr>
        </p:nvSpPr>
        <p:spPr>
          <a:xfrm>
            <a:off x="838200" y="1302327"/>
            <a:ext cx="10515600" cy="487463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853754-6FEB-1368-094C-D3C7E08A208B}"/>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5" name="Footer Placeholder 4">
            <a:extLst>
              <a:ext uri="{FF2B5EF4-FFF2-40B4-BE49-F238E27FC236}">
                <a16:creationId xmlns:a16="http://schemas.microsoft.com/office/drawing/2014/main" id="{6321C6AF-F657-77DA-7BBA-66686DCB0C8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55ED93A-DD25-5B55-758E-117717D6FF6E}"/>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8828502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C90E42-68AF-C485-0EC1-318D5A8E736A}"/>
              </a:ext>
            </a:extLst>
          </p:cNvPr>
          <p:cNvSpPr>
            <a:spLocks noGrp="1"/>
          </p:cNvSpPr>
          <p:nvPr>
            <p:ph type="title" orient="vert"/>
          </p:nvPr>
        </p:nvSpPr>
        <p:spPr>
          <a:xfrm>
            <a:off x="9550400" y="365125"/>
            <a:ext cx="1803400" cy="5811838"/>
          </a:xfrm>
        </p:spPr>
        <p:txBody>
          <a:bodyPr vert="horz" lIns="91440" tIns="45720" rIns="91440" bIns="45720" rtlCol="0">
            <a:normAutofit/>
          </a:bodyPr>
          <a:lstStyle>
            <a:lvl1pPr>
              <a:defRPr lang="en-US" sz="2800">
                <a:latin typeface="+mn-lt"/>
                <a:ea typeface="+mn-ea"/>
                <a:cs typeface="+mn-cs"/>
              </a:defRPr>
            </a:lvl1pPr>
          </a:lstStyle>
          <a:p>
            <a:pPr marL="228600" lvl="0" indent="-228600">
              <a:spcBef>
                <a:spcPts val="1000"/>
              </a:spcBef>
              <a:buFont typeface="Arial" panose="020B0604020202020204" pitchFamily="34" charset="0"/>
              <a:buChar char="•"/>
            </a:pPr>
            <a:r>
              <a:rPr lang="en-US"/>
              <a:t>Click to edit Master title style</a:t>
            </a:r>
          </a:p>
        </p:txBody>
      </p:sp>
      <p:sp>
        <p:nvSpPr>
          <p:cNvPr id="3" name="Vertical Text Placeholder 2">
            <a:extLst>
              <a:ext uri="{FF2B5EF4-FFF2-40B4-BE49-F238E27FC236}">
                <a16:creationId xmlns:a16="http://schemas.microsoft.com/office/drawing/2014/main" id="{1974279A-D88C-37A8-DA7E-A4D0FE362930}"/>
              </a:ext>
            </a:extLst>
          </p:cNvPr>
          <p:cNvSpPr>
            <a:spLocks noGrp="1"/>
          </p:cNvSpPr>
          <p:nvPr>
            <p:ph type="body" orient="vert" idx="1"/>
          </p:nvPr>
        </p:nvSpPr>
        <p:spPr>
          <a:xfrm>
            <a:off x="838200" y="365125"/>
            <a:ext cx="87122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01AAF4-F208-5074-690E-8B10AFC9EC6F}"/>
              </a:ext>
            </a:extLst>
          </p:cNvPr>
          <p:cNvSpPr>
            <a:spLocks noGrp="1"/>
          </p:cNvSpPr>
          <p:nvPr>
            <p:ph type="dt" sz="half" idx="10"/>
          </p:nvPr>
        </p:nvSpPr>
        <p:spPr/>
        <p:txBody>
          <a:bodyPr/>
          <a:lstStyle/>
          <a:p>
            <a:fld id="{0967D8AE-1B8B-4D2F-BD23-DE7C5E143A50}" type="datetimeFigureOut">
              <a:rPr lang="en-US" smtClean="0"/>
              <a:t>12/21/2025</a:t>
            </a:fld>
            <a:endParaRPr lang="en-US" dirty="0"/>
          </a:p>
        </p:txBody>
      </p:sp>
      <p:sp>
        <p:nvSpPr>
          <p:cNvPr id="5" name="Footer Placeholder 4">
            <a:extLst>
              <a:ext uri="{FF2B5EF4-FFF2-40B4-BE49-F238E27FC236}">
                <a16:creationId xmlns:a16="http://schemas.microsoft.com/office/drawing/2014/main" id="{407C460B-1688-0DE9-9D5C-5D9DAF1FF7C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6475034-F447-EE34-3299-88C8BC402653}"/>
              </a:ext>
            </a:extLst>
          </p:cNvPr>
          <p:cNvSpPr>
            <a:spLocks noGrp="1"/>
          </p:cNvSpPr>
          <p:nvPr>
            <p:ph type="sldNum" sz="quarter" idx="12"/>
          </p:nvPr>
        </p:nvSpPr>
        <p:spPr/>
        <p:txBody>
          <a:bodyPr/>
          <a:lstStyle/>
          <a:p>
            <a:fld id="{5DA9287B-8D1C-4A7C-9DA1-7D5302A44AAD}" type="slidenum">
              <a:rPr lang="en-US" smtClean="0"/>
              <a:t>‹#›</a:t>
            </a:fld>
            <a:endParaRPr lang="en-US" dirty="0"/>
          </a:p>
        </p:txBody>
      </p:sp>
    </p:spTree>
    <p:extLst>
      <p:ext uri="{BB962C8B-B14F-4D97-AF65-F5344CB8AC3E}">
        <p14:creationId xmlns:p14="http://schemas.microsoft.com/office/powerpoint/2010/main" val="4204638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26A0F-D80C-CCE3-AB15-4783AD923E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F9EB6E9-CD61-61D0-8A2A-827A5B94CD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5B8389-146C-96C2-C745-C1D493ABD160}"/>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5" name="Footer Placeholder 4">
            <a:extLst>
              <a:ext uri="{FF2B5EF4-FFF2-40B4-BE49-F238E27FC236}">
                <a16:creationId xmlns:a16="http://schemas.microsoft.com/office/drawing/2014/main" id="{5CDD1293-2D74-169C-9E53-694A5B789B9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DACD38-B4E5-EE42-4884-723589B257E7}"/>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688947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5C9CA-3F53-F2FD-F8D9-39864F70CE68}"/>
              </a:ext>
            </a:extLst>
          </p:cNvPr>
          <p:cNvSpPr>
            <a:spLocks noGrp="1"/>
          </p:cNvSpPr>
          <p:nvPr>
            <p:ph type="title"/>
          </p:nvPr>
        </p:nvSpPr>
        <p:spPr>
          <a:xfrm>
            <a:off x="838200" y="365125"/>
            <a:ext cx="10515600" cy="616247"/>
          </a:xfrm>
        </p:spPr>
        <p:txBody>
          <a:bodyPr>
            <a:normAutofit/>
          </a:bodyPr>
          <a:lstStyle>
            <a:lvl1pPr>
              <a:defRPr sz="2400"/>
            </a:lvl1pPr>
          </a:lstStyle>
          <a:p>
            <a:r>
              <a:rPr lang="en-US" dirty="0"/>
              <a:t>Click to edit Master title style</a:t>
            </a:r>
          </a:p>
        </p:txBody>
      </p:sp>
      <p:sp>
        <p:nvSpPr>
          <p:cNvPr id="3" name="Content Placeholder 2">
            <a:extLst>
              <a:ext uri="{FF2B5EF4-FFF2-40B4-BE49-F238E27FC236}">
                <a16:creationId xmlns:a16="http://schemas.microsoft.com/office/drawing/2014/main" id="{B20F1BE9-4D6F-913B-9039-67062033BD5D}"/>
              </a:ext>
            </a:extLst>
          </p:cNvPr>
          <p:cNvSpPr>
            <a:spLocks noGrp="1"/>
          </p:cNvSpPr>
          <p:nvPr>
            <p:ph idx="1"/>
          </p:nvPr>
        </p:nvSpPr>
        <p:spPr>
          <a:xfrm>
            <a:off x="838200" y="1225800"/>
            <a:ext cx="10515600" cy="4951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A8B3D8-762E-7074-723D-97BF15F1CFA4}"/>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5" name="Footer Placeholder 4">
            <a:extLst>
              <a:ext uri="{FF2B5EF4-FFF2-40B4-BE49-F238E27FC236}">
                <a16:creationId xmlns:a16="http://schemas.microsoft.com/office/drawing/2014/main" id="{031D5FC8-6DF0-00F7-2160-0E5A6D5E877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3D882BD-A8A2-BFC3-A911-A4EF600C10EF}"/>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7" name="Connector: Elbow 6">
            <a:extLst>
              <a:ext uri="{FF2B5EF4-FFF2-40B4-BE49-F238E27FC236}">
                <a16:creationId xmlns:a16="http://schemas.microsoft.com/office/drawing/2014/main" id="{EBAB159C-2028-2BD0-2BF1-70269BBB08E2}"/>
              </a:ext>
            </a:extLst>
          </p:cNvPr>
          <p:cNvCxnSpPr>
            <a:cxnSpLocks/>
          </p:cNvCxnSpPr>
          <p:nvPr userDrawn="1"/>
        </p:nvCxnSpPr>
        <p:spPr>
          <a:xfrm>
            <a:off x="9792218" y="2232504"/>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4739026-2AB4-B8E9-D9E1-0B1FE103E04A}"/>
              </a:ext>
            </a:extLst>
          </p:cNvPr>
          <p:cNvCxnSpPr>
            <a:cxnSpLocks/>
          </p:cNvCxnSpPr>
          <p:nvPr userDrawn="1"/>
        </p:nvCxnSpPr>
        <p:spPr>
          <a:xfrm>
            <a:off x="9724766" y="2099829"/>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9" name="Flowchart: Process 8">
            <a:extLst>
              <a:ext uri="{FF2B5EF4-FFF2-40B4-BE49-F238E27FC236}">
                <a16:creationId xmlns:a16="http://schemas.microsoft.com/office/drawing/2014/main" id="{A7FC00BF-29D0-616C-736D-09D0003D8650}"/>
              </a:ext>
            </a:extLst>
          </p:cNvPr>
          <p:cNvSpPr/>
          <p:nvPr userDrawn="1"/>
        </p:nvSpPr>
        <p:spPr>
          <a:xfrm>
            <a:off x="9792218" y="3377190"/>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0" name="Flowchart: Predefined Process 9">
            <a:extLst>
              <a:ext uri="{FF2B5EF4-FFF2-40B4-BE49-F238E27FC236}">
                <a16:creationId xmlns:a16="http://schemas.microsoft.com/office/drawing/2014/main" id="{DD210F9B-5A58-AECF-3AF9-AF74DA2186B5}"/>
              </a:ext>
            </a:extLst>
          </p:cNvPr>
          <p:cNvSpPr/>
          <p:nvPr userDrawn="1"/>
        </p:nvSpPr>
        <p:spPr>
          <a:xfrm>
            <a:off x="9791277" y="2687733"/>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11" name="Group 10">
            <a:extLst>
              <a:ext uri="{FF2B5EF4-FFF2-40B4-BE49-F238E27FC236}">
                <a16:creationId xmlns:a16="http://schemas.microsoft.com/office/drawing/2014/main" id="{02EF29D5-D592-F4EF-C0F8-0D0068B61D92}"/>
              </a:ext>
            </a:extLst>
          </p:cNvPr>
          <p:cNvGrpSpPr/>
          <p:nvPr userDrawn="1"/>
        </p:nvGrpSpPr>
        <p:grpSpPr>
          <a:xfrm>
            <a:off x="9836105" y="4029532"/>
            <a:ext cx="619432" cy="643638"/>
            <a:chOff x="5063613" y="1984029"/>
            <a:chExt cx="619432" cy="643638"/>
          </a:xfrm>
        </p:grpSpPr>
        <p:sp>
          <p:nvSpPr>
            <p:cNvPr id="12" name="Flowchart: Decision 11">
              <a:extLst>
                <a:ext uri="{FF2B5EF4-FFF2-40B4-BE49-F238E27FC236}">
                  <a16:creationId xmlns:a16="http://schemas.microsoft.com/office/drawing/2014/main" id="{24AA1AEC-072C-4C3C-3ED2-3B61B79707B6}"/>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3" name="Flowchart: Process 12">
              <a:extLst>
                <a:ext uri="{FF2B5EF4-FFF2-40B4-BE49-F238E27FC236}">
                  <a16:creationId xmlns:a16="http://schemas.microsoft.com/office/drawing/2014/main" id="{B76CDF6D-0209-CA35-7049-C9462C72B20F}"/>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4" name="Flowchart: Process 13">
              <a:extLst>
                <a:ext uri="{FF2B5EF4-FFF2-40B4-BE49-F238E27FC236}">
                  <a16:creationId xmlns:a16="http://schemas.microsoft.com/office/drawing/2014/main" id="{E63BCD9C-3431-5832-089E-34005BEF9947}"/>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5" name="Flowchart: Terminator 14">
            <a:extLst>
              <a:ext uri="{FF2B5EF4-FFF2-40B4-BE49-F238E27FC236}">
                <a16:creationId xmlns:a16="http://schemas.microsoft.com/office/drawing/2014/main" id="{88899EA2-6BCB-9DE8-F25D-BA3A48FAB970}"/>
              </a:ext>
            </a:extLst>
          </p:cNvPr>
          <p:cNvSpPr/>
          <p:nvPr userDrawn="1"/>
        </p:nvSpPr>
        <p:spPr>
          <a:xfrm>
            <a:off x="10137310" y="4975692"/>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6" name="Flowchart: Or 15">
            <a:extLst>
              <a:ext uri="{FF2B5EF4-FFF2-40B4-BE49-F238E27FC236}">
                <a16:creationId xmlns:a16="http://schemas.microsoft.com/office/drawing/2014/main" id="{5DC37016-2D9B-2B62-07CD-D8B0914498C5}"/>
              </a:ext>
            </a:extLst>
          </p:cNvPr>
          <p:cNvSpPr/>
          <p:nvPr userDrawn="1"/>
        </p:nvSpPr>
        <p:spPr>
          <a:xfrm>
            <a:off x="10153373" y="5385978"/>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7" name="TextBox 16">
            <a:extLst>
              <a:ext uri="{FF2B5EF4-FFF2-40B4-BE49-F238E27FC236}">
                <a16:creationId xmlns:a16="http://schemas.microsoft.com/office/drawing/2014/main" id="{A363C889-7A6E-8DF1-CCEC-0F3C05C946AF}"/>
              </a:ext>
            </a:extLst>
          </p:cNvPr>
          <p:cNvSpPr txBox="1"/>
          <p:nvPr userDrawn="1"/>
        </p:nvSpPr>
        <p:spPr>
          <a:xfrm>
            <a:off x="9954092" y="5862854"/>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22324704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D9770-E023-9410-C871-143F43C433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9A41C4A-E66E-D2AE-35D0-92AE7D4E10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F759C4-BE68-F12A-CDDE-9751ED86FBA6}"/>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5" name="Footer Placeholder 4">
            <a:extLst>
              <a:ext uri="{FF2B5EF4-FFF2-40B4-BE49-F238E27FC236}">
                <a16:creationId xmlns:a16="http://schemas.microsoft.com/office/drawing/2014/main" id="{62772BB6-FD27-E76C-46F3-89556968979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6181350A-9626-1197-4373-D237813733FB}"/>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3001680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3A45F-F35C-647A-26D9-003C8303739B}"/>
              </a:ext>
            </a:extLst>
          </p:cNvPr>
          <p:cNvSpPr>
            <a:spLocks noGrp="1"/>
          </p:cNvSpPr>
          <p:nvPr>
            <p:ph type="title"/>
          </p:nvPr>
        </p:nvSpPr>
        <p:spPr>
          <a:xfrm>
            <a:off x="838200" y="365126"/>
            <a:ext cx="10515600" cy="676496"/>
          </a:xfrm>
        </p:spPr>
        <p:txBody>
          <a:bodyPr>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F30E324-C87F-0589-C891-E1DDAF756061}"/>
              </a:ext>
            </a:extLst>
          </p:cNvPr>
          <p:cNvSpPr>
            <a:spLocks noGrp="1"/>
          </p:cNvSpPr>
          <p:nvPr>
            <p:ph sz="half" idx="1"/>
          </p:nvPr>
        </p:nvSpPr>
        <p:spPr>
          <a:xfrm>
            <a:off x="838200" y="1288111"/>
            <a:ext cx="5181600" cy="4888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1F60C7-D973-AFC7-A0F5-CE7C8F2C8E4E}"/>
              </a:ext>
            </a:extLst>
          </p:cNvPr>
          <p:cNvSpPr>
            <a:spLocks noGrp="1"/>
          </p:cNvSpPr>
          <p:nvPr>
            <p:ph sz="half" idx="2"/>
          </p:nvPr>
        </p:nvSpPr>
        <p:spPr>
          <a:xfrm>
            <a:off x="6172200" y="1288111"/>
            <a:ext cx="5181600" cy="4888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2E4289-FEA8-BF2C-99D6-0BF68C2B904F}"/>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6" name="Footer Placeholder 5">
            <a:extLst>
              <a:ext uri="{FF2B5EF4-FFF2-40B4-BE49-F238E27FC236}">
                <a16:creationId xmlns:a16="http://schemas.microsoft.com/office/drawing/2014/main" id="{48B9C200-3D24-3465-1DA6-85F109357E8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D8E8B51-D1D3-6390-47D8-DCC16F2E3CAB}"/>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3321012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3B4E3-D4F7-CC8E-464D-5D298DD313C6}"/>
              </a:ext>
            </a:extLst>
          </p:cNvPr>
          <p:cNvSpPr>
            <a:spLocks noGrp="1"/>
          </p:cNvSpPr>
          <p:nvPr>
            <p:ph type="title"/>
          </p:nvPr>
        </p:nvSpPr>
        <p:spPr>
          <a:xfrm>
            <a:off x="839788" y="365125"/>
            <a:ext cx="10515600" cy="620837"/>
          </a:xfrm>
        </p:spPr>
        <p:txBody>
          <a:bodyPr>
            <a:noAutofit/>
          </a:bodyPr>
          <a:lstStyle>
            <a:lvl1pPr>
              <a:defRPr sz="2400"/>
            </a:lvl1pPr>
          </a:lstStyle>
          <a:p>
            <a:r>
              <a:rPr lang="en-US"/>
              <a:t>Click to edit Master title style</a:t>
            </a:r>
          </a:p>
        </p:txBody>
      </p:sp>
      <p:sp>
        <p:nvSpPr>
          <p:cNvPr id="3" name="Text Placeholder 2">
            <a:extLst>
              <a:ext uri="{FF2B5EF4-FFF2-40B4-BE49-F238E27FC236}">
                <a16:creationId xmlns:a16="http://schemas.microsoft.com/office/drawing/2014/main" id="{A39ECF25-E39B-9601-65BA-93B93D42C00C}"/>
              </a:ext>
            </a:extLst>
          </p:cNvPr>
          <p:cNvSpPr>
            <a:spLocks noGrp="1"/>
          </p:cNvSpPr>
          <p:nvPr>
            <p:ph type="body" idx="1"/>
          </p:nvPr>
        </p:nvSpPr>
        <p:spPr>
          <a:xfrm>
            <a:off x="839788" y="1152649"/>
            <a:ext cx="5157787" cy="135242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FE1E5F9-D04B-CD74-63D9-F61CB8ED71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A4F9FD6-E78A-C4F8-EAF6-B812BB3E82B2}"/>
              </a:ext>
            </a:extLst>
          </p:cNvPr>
          <p:cNvSpPr>
            <a:spLocks noGrp="1"/>
          </p:cNvSpPr>
          <p:nvPr>
            <p:ph type="body" sz="quarter" idx="3"/>
          </p:nvPr>
        </p:nvSpPr>
        <p:spPr>
          <a:xfrm>
            <a:off x="6172200" y="1152649"/>
            <a:ext cx="5183188" cy="135242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3319CD-420D-696D-9AAA-148FEC58E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B992367-5D7E-2712-8BFB-3084888D503E}"/>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8" name="Footer Placeholder 7">
            <a:extLst>
              <a:ext uri="{FF2B5EF4-FFF2-40B4-BE49-F238E27FC236}">
                <a16:creationId xmlns:a16="http://schemas.microsoft.com/office/drawing/2014/main" id="{5139E9A8-8F5A-B094-C6C4-9A79DAFEA82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FC0890FE-5675-AC73-A77C-596908FB5EBD}"/>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8255115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7584C-1A3B-40C7-7210-08A7B73218BC}"/>
              </a:ext>
            </a:extLst>
          </p:cNvPr>
          <p:cNvSpPr>
            <a:spLocks noGrp="1"/>
          </p:cNvSpPr>
          <p:nvPr>
            <p:ph type="title"/>
          </p:nvPr>
        </p:nvSpPr>
        <p:spPr>
          <a:xfrm>
            <a:off x="838200" y="365126"/>
            <a:ext cx="10515600" cy="711528"/>
          </a:xfrm>
        </p:spPr>
        <p:txBody>
          <a:bodyPr>
            <a:normAutofit/>
          </a:bodyPr>
          <a:lstStyle>
            <a:lvl1pPr>
              <a:defRPr sz="2400"/>
            </a:lvl1pPr>
          </a:lstStyle>
          <a:p>
            <a:r>
              <a:rPr lang="en-US"/>
              <a:t>Click to edit Master title style</a:t>
            </a:r>
          </a:p>
        </p:txBody>
      </p:sp>
      <p:sp>
        <p:nvSpPr>
          <p:cNvPr id="3" name="Date Placeholder 2">
            <a:extLst>
              <a:ext uri="{FF2B5EF4-FFF2-40B4-BE49-F238E27FC236}">
                <a16:creationId xmlns:a16="http://schemas.microsoft.com/office/drawing/2014/main" id="{F520EFFE-758A-CBDD-383F-663159469BB1}"/>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4" name="Footer Placeholder 3">
            <a:extLst>
              <a:ext uri="{FF2B5EF4-FFF2-40B4-BE49-F238E27FC236}">
                <a16:creationId xmlns:a16="http://schemas.microsoft.com/office/drawing/2014/main" id="{41B5C464-9436-8292-82C4-58C692C4418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A800F54-3083-50BD-631C-045269AB8B27}"/>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6" name="Connector: Elbow 5">
            <a:extLst>
              <a:ext uri="{FF2B5EF4-FFF2-40B4-BE49-F238E27FC236}">
                <a16:creationId xmlns:a16="http://schemas.microsoft.com/office/drawing/2014/main" id="{CADB9EB1-13A2-12BF-CE55-2D04B72BCFEB}"/>
              </a:ext>
            </a:extLst>
          </p:cNvPr>
          <p:cNvCxnSpPr>
            <a:cxnSpLocks/>
          </p:cNvCxnSpPr>
          <p:nvPr userDrawn="1"/>
        </p:nvCxnSpPr>
        <p:spPr>
          <a:xfrm>
            <a:off x="11263209" y="833283"/>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A2C8F782-7310-7DAD-8E86-A5788CFCFB37}"/>
              </a:ext>
            </a:extLst>
          </p:cNvPr>
          <p:cNvCxnSpPr>
            <a:cxnSpLocks/>
          </p:cNvCxnSpPr>
          <p:nvPr userDrawn="1"/>
        </p:nvCxnSpPr>
        <p:spPr>
          <a:xfrm>
            <a:off x="11248103" y="668595"/>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8" name="Flowchart: Process 7">
            <a:extLst>
              <a:ext uri="{FF2B5EF4-FFF2-40B4-BE49-F238E27FC236}">
                <a16:creationId xmlns:a16="http://schemas.microsoft.com/office/drawing/2014/main" id="{0FCCC052-341D-FEFB-7A64-36125CF6B220}"/>
              </a:ext>
            </a:extLst>
          </p:cNvPr>
          <p:cNvSpPr/>
          <p:nvPr userDrawn="1"/>
        </p:nvSpPr>
        <p:spPr>
          <a:xfrm>
            <a:off x="11248103" y="2327785"/>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9" name="Flowchart: Predefined Process 8">
            <a:extLst>
              <a:ext uri="{FF2B5EF4-FFF2-40B4-BE49-F238E27FC236}">
                <a16:creationId xmlns:a16="http://schemas.microsoft.com/office/drawing/2014/main" id="{57042A46-CAB6-42B1-AD9C-EA585273EDE6}"/>
              </a:ext>
            </a:extLst>
          </p:cNvPr>
          <p:cNvSpPr/>
          <p:nvPr userDrawn="1"/>
        </p:nvSpPr>
        <p:spPr>
          <a:xfrm>
            <a:off x="11307096" y="1465007"/>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10" name="Group 9">
            <a:extLst>
              <a:ext uri="{FF2B5EF4-FFF2-40B4-BE49-F238E27FC236}">
                <a16:creationId xmlns:a16="http://schemas.microsoft.com/office/drawing/2014/main" id="{140E25AA-B86E-55A7-9210-AABDB2AEDE93}"/>
              </a:ext>
            </a:extLst>
          </p:cNvPr>
          <p:cNvGrpSpPr/>
          <p:nvPr userDrawn="1"/>
        </p:nvGrpSpPr>
        <p:grpSpPr>
          <a:xfrm>
            <a:off x="11307096" y="3107181"/>
            <a:ext cx="619432" cy="643638"/>
            <a:chOff x="5063613" y="1984029"/>
            <a:chExt cx="619432" cy="643638"/>
          </a:xfrm>
        </p:grpSpPr>
        <p:sp>
          <p:nvSpPr>
            <p:cNvPr id="11" name="Flowchart: Decision 10">
              <a:extLst>
                <a:ext uri="{FF2B5EF4-FFF2-40B4-BE49-F238E27FC236}">
                  <a16:creationId xmlns:a16="http://schemas.microsoft.com/office/drawing/2014/main" id="{FF730E09-FF83-C9AA-3902-A4CC0008DF9A}"/>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2" name="Flowchart: Process 11">
              <a:extLst>
                <a:ext uri="{FF2B5EF4-FFF2-40B4-BE49-F238E27FC236}">
                  <a16:creationId xmlns:a16="http://schemas.microsoft.com/office/drawing/2014/main" id="{45A5E134-0ACB-03FA-B286-F8CB5B35D826}"/>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3" name="Flowchart: Process 12">
              <a:extLst>
                <a:ext uri="{FF2B5EF4-FFF2-40B4-BE49-F238E27FC236}">
                  <a16:creationId xmlns:a16="http://schemas.microsoft.com/office/drawing/2014/main" id="{4055C0C7-BB24-6FEA-4154-F4A8A6C9C8B6}"/>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4" name="Flowchart: Terminator 13">
            <a:extLst>
              <a:ext uri="{FF2B5EF4-FFF2-40B4-BE49-F238E27FC236}">
                <a16:creationId xmlns:a16="http://schemas.microsoft.com/office/drawing/2014/main" id="{C4D6068A-EF05-DED2-7FB5-A05D4E9FF5C9}"/>
              </a:ext>
            </a:extLst>
          </p:cNvPr>
          <p:cNvSpPr/>
          <p:nvPr userDrawn="1"/>
        </p:nvSpPr>
        <p:spPr>
          <a:xfrm>
            <a:off x="11608301" y="4053341"/>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5" name="Flowchart: Or 14">
            <a:extLst>
              <a:ext uri="{FF2B5EF4-FFF2-40B4-BE49-F238E27FC236}">
                <a16:creationId xmlns:a16="http://schemas.microsoft.com/office/drawing/2014/main" id="{E3CBF5DC-0A57-DB25-4086-720F2BB2D5C7}"/>
              </a:ext>
            </a:extLst>
          </p:cNvPr>
          <p:cNvSpPr/>
          <p:nvPr userDrawn="1"/>
        </p:nvSpPr>
        <p:spPr>
          <a:xfrm>
            <a:off x="11624364" y="4463627"/>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6" name="TextBox 15">
            <a:extLst>
              <a:ext uri="{FF2B5EF4-FFF2-40B4-BE49-F238E27FC236}">
                <a16:creationId xmlns:a16="http://schemas.microsoft.com/office/drawing/2014/main" id="{BA98C35E-05D4-FC16-284D-1FE0A740A24F}"/>
              </a:ext>
            </a:extLst>
          </p:cNvPr>
          <p:cNvSpPr txBox="1"/>
          <p:nvPr userDrawn="1"/>
        </p:nvSpPr>
        <p:spPr>
          <a:xfrm>
            <a:off x="11425083" y="4940503"/>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8989297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04013F-69ED-5FD6-54E1-F66CD07D9DC5}"/>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3" name="Footer Placeholder 2">
            <a:extLst>
              <a:ext uri="{FF2B5EF4-FFF2-40B4-BE49-F238E27FC236}">
                <a16:creationId xmlns:a16="http://schemas.microsoft.com/office/drawing/2014/main" id="{5405AC58-0E18-109A-C336-B200265BD5F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CBB270DC-51B8-B8FA-FCE8-28E5E542E2E4}"/>
              </a:ext>
            </a:extLst>
          </p:cNvPr>
          <p:cNvSpPr>
            <a:spLocks noGrp="1"/>
          </p:cNvSpPr>
          <p:nvPr>
            <p:ph type="sldNum" sz="quarter" idx="12"/>
          </p:nvPr>
        </p:nvSpPr>
        <p:spPr/>
        <p:txBody>
          <a:bodyPr/>
          <a:lstStyle/>
          <a:p>
            <a:fld id="{24E8E03B-08E9-4E47-AE19-F54F98104A83}" type="slidenum">
              <a:rPr lang="en-US" smtClean="0"/>
              <a:t>‹#›</a:t>
            </a:fld>
            <a:endParaRPr lang="en-US" dirty="0"/>
          </a:p>
        </p:txBody>
      </p:sp>
      <p:cxnSp>
        <p:nvCxnSpPr>
          <p:cNvPr id="5" name="Connector: Elbow 4">
            <a:extLst>
              <a:ext uri="{FF2B5EF4-FFF2-40B4-BE49-F238E27FC236}">
                <a16:creationId xmlns:a16="http://schemas.microsoft.com/office/drawing/2014/main" id="{0C22BC47-DA0C-DC9F-1613-DECB093C048C}"/>
              </a:ext>
            </a:extLst>
          </p:cNvPr>
          <p:cNvCxnSpPr>
            <a:cxnSpLocks/>
          </p:cNvCxnSpPr>
          <p:nvPr userDrawn="1"/>
        </p:nvCxnSpPr>
        <p:spPr>
          <a:xfrm>
            <a:off x="11263209" y="833283"/>
            <a:ext cx="643655" cy="368710"/>
          </a:xfrm>
          <a:prstGeom prst="bentConnector3">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08CF4AE6-0DAC-7807-2D0C-6BF45FF6D40F}"/>
              </a:ext>
            </a:extLst>
          </p:cNvPr>
          <p:cNvCxnSpPr>
            <a:cxnSpLocks/>
          </p:cNvCxnSpPr>
          <p:nvPr userDrawn="1"/>
        </p:nvCxnSpPr>
        <p:spPr>
          <a:xfrm>
            <a:off x="11248103" y="668595"/>
            <a:ext cx="658761" cy="0"/>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Process 6">
            <a:extLst>
              <a:ext uri="{FF2B5EF4-FFF2-40B4-BE49-F238E27FC236}">
                <a16:creationId xmlns:a16="http://schemas.microsoft.com/office/drawing/2014/main" id="{9A4769C0-5B8A-5727-0295-805812DCC991}"/>
              </a:ext>
            </a:extLst>
          </p:cNvPr>
          <p:cNvSpPr/>
          <p:nvPr userDrawn="1"/>
        </p:nvSpPr>
        <p:spPr>
          <a:xfrm>
            <a:off x="11248103" y="2327785"/>
            <a:ext cx="818714" cy="599764"/>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8" name="Flowchart: Predefined Process 7">
            <a:extLst>
              <a:ext uri="{FF2B5EF4-FFF2-40B4-BE49-F238E27FC236}">
                <a16:creationId xmlns:a16="http://schemas.microsoft.com/office/drawing/2014/main" id="{BC110A3E-E08E-4F72-C915-04035FC069BC}"/>
              </a:ext>
            </a:extLst>
          </p:cNvPr>
          <p:cNvSpPr/>
          <p:nvPr userDrawn="1"/>
        </p:nvSpPr>
        <p:spPr>
          <a:xfrm>
            <a:off x="11307096" y="1465007"/>
            <a:ext cx="818714" cy="599764"/>
          </a:xfrm>
          <a:prstGeom prst="flowChartPredefined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test</a:t>
            </a:r>
          </a:p>
        </p:txBody>
      </p:sp>
      <p:grpSp>
        <p:nvGrpSpPr>
          <p:cNvPr id="9" name="Group 8">
            <a:extLst>
              <a:ext uri="{FF2B5EF4-FFF2-40B4-BE49-F238E27FC236}">
                <a16:creationId xmlns:a16="http://schemas.microsoft.com/office/drawing/2014/main" id="{7BB12E86-0A43-C8F0-B71B-051D97E2F7A8}"/>
              </a:ext>
            </a:extLst>
          </p:cNvPr>
          <p:cNvGrpSpPr/>
          <p:nvPr userDrawn="1"/>
        </p:nvGrpSpPr>
        <p:grpSpPr>
          <a:xfrm>
            <a:off x="11307096" y="3107181"/>
            <a:ext cx="619432" cy="643638"/>
            <a:chOff x="5063613" y="1984029"/>
            <a:chExt cx="619432" cy="643638"/>
          </a:xfrm>
        </p:grpSpPr>
        <p:sp>
          <p:nvSpPr>
            <p:cNvPr id="10" name="Flowchart: Decision 9">
              <a:extLst>
                <a:ext uri="{FF2B5EF4-FFF2-40B4-BE49-F238E27FC236}">
                  <a16:creationId xmlns:a16="http://schemas.microsoft.com/office/drawing/2014/main" id="{9FF152DB-562A-6101-BB35-46DAB8C33640}"/>
                </a:ext>
              </a:extLst>
            </p:cNvPr>
            <p:cNvSpPr/>
            <p:nvPr/>
          </p:nvSpPr>
          <p:spPr>
            <a:xfrm>
              <a:off x="5073445" y="2064771"/>
              <a:ext cx="599768" cy="50144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1" name="Flowchart: Process 10">
              <a:extLst>
                <a:ext uri="{FF2B5EF4-FFF2-40B4-BE49-F238E27FC236}">
                  <a16:creationId xmlns:a16="http://schemas.microsoft.com/office/drawing/2014/main" id="{341A865C-58A7-5C95-8E1D-A0F2EB5449DA}"/>
                </a:ext>
              </a:extLst>
            </p:cNvPr>
            <p:cNvSpPr/>
            <p:nvPr/>
          </p:nvSpPr>
          <p:spPr>
            <a:xfrm>
              <a:off x="5447071" y="1984029"/>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a:t>
              </a:r>
            </a:p>
          </p:txBody>
        </p:sp>
        <p:sp>
          <p:nvSpPr>
            <p:cNvPr id="12" name="Flowchart: Process 11">
              <a:extLst>
                <a:ext uri="{FF2B5EF4-FFF2-40B4-BE49-F238E27FC236}">
                  <a16:creationId xmlns:a16="http://schemas.microsoft.com/office/drawing/2014/main" id="{51600EB1-F2BD-B7F2-D64E-D5E439186E5C}"/>
                </a:ext>
              </a:extLst>
            </p:cNvPr>
            <p:cNvSpPr/>
            <p:nvPr/>
          </p:nvSpPr>
          <p:spPr>
            <a:xfrm>
              <a:off x="5063613" y="2381445"/>
              <a:ext cx="235974" cy="246222"/>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a:t>
              </a:r>
            </a:p>
          </p:txBody>
        </p:sp>
      </p:grpSp>
      <p:sp>
        <p:nvSpPr>
          <p:cNvPr id="13" name="Flowchart: Terminator 12">
            <a:extLst>
              <a:ext uri="{FF2B5EF4-FFF2-40B4-BE49-F238E27FC236}">
                <a16:creationId xmlns:a16="http://schemas.microsoft.com/office/drawing/2014/main" id="{2B1F4DD4-D02F-332E-54B5-0A008A0EC2D1}"/>
              </a:ext>
            </a:extLst>
          </p:cNvPr>
          <p:cNvSpPr/>
          <p:nvPr userDrawn="1"/>
        </p:nvSpPr>
        <p:spPr>
          <a:xfrm>
            <a:off x="11608301" y="4053341"/>
            <a:ext cx="285137" cy="179632"/>
          </a:xfrm>
          <a:prstGeom prst="flowChartTermina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4" name="Flowchart: Or 13">
            <a:extLst>
              <a:ext uri="{FF2B5EF4-FFF2-40B4-BE49-F238E27FC236}">
                <a16:creationId xmlns:a16="http://schemas.microsoft.com/office/drawing/2014/main" id="{802B57CA-B632-436C-6FE6-1E5A42B6203B}"/>
              </a:ext>
            </a:extLst>
          </p:cNvPr>
          <p:cNvSpPr/>
          <p:nvPr userDrawn="1"/>
        </p:nvSpPr>
        <p:spPr>
          <a:xfrm>
            <a:off x="11624364" y="4463627"/>
            <a:ext cx="265471" cy="24622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sp>
        <p:nvSpPr>
          <p:cNvPr id="15" name="TextBox 14">
            <a:extLst>
              <a:ext uri="{FF2B5EF4-FFF2-40B4-BE49-F238E27FC236}">
                <a16:creationId xmlns:a16="http://schemas.microsoft.com/office/drawing/2014/main" id="{50B1507D-3E08-930D-9474-4DCC4DFA5D4B}"/>
              </a:ext>
            </a:extLst>
          </p:cNvPr>
          <p:cNvSpPr txBox="1"/>
          <p:nvPr userDrawn="1"/>
        </p:nvSpPr>
        <p:spPr>
          <a:xfrm>
            <a:off x="11425083" y="4940503"/>
            <a:ext cx="501445" cy="246222"/>
          </a:xfrm>
          <a:prstGeom prst="rect">
            <a:avLst/>
          </a:prstGeom>
          <a:noFill/>
        </p:spPr>
        <p:txBody>
          <a:bodyPr wrap="square">
            <a:spAutoFit/>
          </a:bodyPr>
          <a:lstStyle/>
          <a:p>
            <a:r>
              <a:rPr lang="en-US" sz="1000" b="1" dirty="0">
                <a:solidFill>
                  <a:schemeClr val="tx1"/>
                </a:solidFill>
                <a:hlinkClick r:id="" action="ppaction://noaction"/>
              </a:rPr>
              <a:t>Link 1</a:t>
            </a:r>
            <a:endParaRPr lang="en-US" sz="1000" b="1" dirty="0"/>
          </a:p>
        </p:txBody>
      </p:sp>
    </p:spTree>
    <p:extLst>
      <p:ext uri="{BB962C8B-B14F-4D97-AF65-F5344CB8AC3E}">
        <p14:creationId xmlns:p14="http://schemas.microsoft.com/office/powerpoint/2010/main" val="25483308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60790-0DA3-0A21-E4F7-7D8BA40BBD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D6C797-24CB-8C02-FD9A-7B4A1A5FCA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20AEEE-F22F-2A4D-EB9F-3E11FB0EC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46557-3779-414E-9334-8CB4A554AC1D}"/>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6" name="Footer Placeholder 5">
            <a:extLst>
              <a:ext uri="{FF2B5EF4-FFF2-40B4-BE49-F238E27FC236}">
                <a16:creationId xmlns:a16="http://schemas.microsoft.com/office/drawing/2014/main" id="{E3959753-C4E1-3085-3ADB-AB70F0243DB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F949135-50CB-5B42-D981-7603A670CF3D}"/>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42726883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F223E-20B0-FBBE-E2A2-77E27B06F8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01CC382-E2ED-8228-67B0-E68056FD9A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917E72B3-04DF-AEBD-DF86-6704D969E5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AD0BB4-9E6A-BF1A-FC02-361C15CCB06D}"/>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6" name="Footer Placeholder 5">
            <a:extLst>
              <a:ext uri="{FF2B5EF4-FFF2-40B4-BE49-F238E27FC236}">
                <a16:creationId xmlns:a16="http://schemas.microsoft.com/office/drawing/2014/main" id="{FE3E8D7E-C9F3-2D80-B414-CF280177508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CF75762-828F-7884-A027-1D4499B232B5}"/>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8729296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D2BA1-EFB8-3CB2-A131-6BE468BC8E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DCA4406-A093-5FDF-2923-FC9E8BFD15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DA4ADA-A401-227F-4E0E-2E5F2DABE91B}"/>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5" name="Footer Placeholder 4">
            <a:extLst>
              <a:ext uri="{FF2B5EF4-FFF2-40B4-BE49-F238E27FC236}">
                <a16:creationId xmlns:a16="http://schemas.microsoft.com/office/drawing/2014/main" id="{7F918D7D-122A-2704-C650-EBCAA5CE14D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471FD94-7043-047F-C788-B0CA3C9CC388}"/>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16699853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19D2F1-0AF8-72C7-06AC-61204D2937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A2A0608-744C-A09B-61F8-CD867253C6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699943-6690-4FF9-2395-D6F303CEE7ED}"/>
              </a:ext>
            </a:extLst>
          </p:cNvPr>
          <p:cNvSpPr>
            <a:spLocks noGrp="1"/>
          </p:cNvSpPr>
          <p:nvPr>
            <p:ph type="dt" sz="half" idx="10"/>
          </p:nvPr>
        </p:nvSpPr>
        <p:spPr/>
        <p:txBody>
          <a:bodyPr/>
          <a:lstStyle/>
          <a:p>
            <a:fld id="{BF92DE7D-D2CB-4B16-9AC8-54D9C54416BF}" type="datetimeFigureOut">
              <a:rPr lang="en-US" smtClean="0"/>
              <a:t>12/21/2025</a:t>
            </a:fld>
            <a:endParaRPr lang="en-US" dirty="0"/>
          </a:p>
        </p:txBody>
      </p:sp>
      <p:sp>
        <p:nvSpPr>
          <p:cNvPr id="5" name="Footer Placeholder 4">
            <a:extLst>
              <a:ext uri="{FF2B5EF4-FFF2-40B4-BE49-F238E27FC236}">
                <a16:creationId xmlns:a16="http://schemas.microsoft.com/office/drawing/2014/main" id="{626E97E0-DCF0-6E59-272E-6B2BCC0A89C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6B02065-8D7B-FF3C-4AD2-57643EC58B9F}"/>
              </a:ext>
            </a:extLst>
          </p:cNvPr>
          <p:cNvSpPr>
            <a:spLocks noGrp="1"/>
          </p:cNvSpPr>
          <p:nvPr>
            <p:ph type="sldNum" sz="quarter" idx="12"/>
          </p:nvPr>
        </p:nvSpPr>
        <p:spPr/>
        <p:txBody>
          <a:bodyPr/>
          <a:lstStyle/>
          <a:p>
            <a:fld id="{24E8E03B-08E9-4E47-AE19-F54F98104A83}" type="slidenum">
              <a:rPr lang="en-US" smtClean="0"/>
              <a:t>‹#›</a:t>
            </a:fld>
            <a:endParaRPr lang="en-US" dirty="0"/>
          </a:p>
        </p:txBody>
      </p:sp>
    </p:spTree>
    <p:extLst>
      <p:ext uri="{BB962C8B-B14F-4D97-AF65-F5344CB8AC3E}">
        <p14:creationId xmlns:p14="http://schemas.microsoft.com/office/powerpoint/2010/main" val="3970128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460F18-5629-0D57-B902-6F25B881BB47}"/>
              </a:ext>
            </a:extLst>
          </p:cNvPr>
          <p:cNvSpPr>
            <a:spLocks noGrp="1"/>
          </p:cNvSpPr>
          <p:nvPr>
            <p:ph type="title"/>
          </p:nvPr>
        </p:nvSpPr>
        <p:spPr>
          <a:xfrm>
            <a:off x="838200" y="365126"/>
            <a:ext cx="10515600" cy="5308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42A2B6F-B892-B035-22BD-F2AE28418166}"/>
              </a:ext>
            </a:extLst>
          </p:cNvPr>
          <p:cNvSpPr>
            <a:spLocks noGrp="1"/>
          </p:cNvSpPr>
          <p:nvPr>
            <p:ph type="body" idx="1"/>
          </p:nvPr>
        </p:nvSpPr>
        <p:spPr>
          <a:xfrm>
            <a:off x="838200" y="1025236"/>
            <a:ext cx="10515600" cy="51517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90170D-6031-F3E8-BD71-046009B5A4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67D8AE-1B8B-4D2F-BD23-DE7C5E143A50}" type="datetimeFigureOut">
              <a:rPr lang="en-US" smtClean="0"/>
              <a:t>12/21/2025</a:t>
            </a:fld>
            <a:endParaRPr lang="en-US" dirty="0"/>
          </a:p>
        </p:txBody>
      </p:sp>
      <p:sp>
        <p:nvSpPr>
          <p:cNvPr id="5" name="Footer Placeholder 4">
            <a:extLst>
              <a:ext uri="{FF2B5EF4-FFF2-40B4-BE49-F238E27FC236}">
                <a16:creationId xmlns:a16="http://schemas.microsoft.com/office/drawing/2014/main" id="{53669B18-D71E-2EAF-2F4E-6B62A24E6A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F453912-E807-3190-9E86-A51EB92029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A9287B-8D1C-4A7C-9DA1-7D5302A44AAD}" type="slidenum">
              <a:rPr lang="en-US" smtClean="0"/>
              <a:t>‹#›</a:t>
            </a:fld>
            <a:endParaRPr lang="en-US" dirty="0"/>
          </a:p>
        </p:txBody>
      </p:sp>
    </p:spTree>
    <p:extLst>
      <p:ext uri="{BB962C8B-B14F-4D97-AF65-F5344CB8AC3E}">
        <p14:creationId xmlns:p14="http://schemas.microsoft.com/office/powerpoint/2010/main" val="5541544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0070D5-6246-80E4-B3A4-99839E6257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153570-B867-214D-40CD-49325DBA86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FD805C-53B7-73C9-F512-E43FB7F601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92DE7D-D2CB-4B16-9AC8-54D9C54416BF}" type="datetimeFigureOut">
              <a:rPr lang="en-US" smtClean="0"/>
              <a:t>12/21/2025</a:t>
            </a:fld>
            <a:endParaRPr lang="en-US" dirty="0"/>
          </a:p>
        </p:txBody>
      </p:sp>
      <p:sp>
        <p:nvSpPr>
          <p:cNvPr id="5" name="Footer Placeholder 4">
            <a:extLst>
              <a:ext uri="{FF2B5EF4-FFF2-40B4-BE49-F238E27FC236}">
                <a16:creationId xmlns:a16="http://schemas.microsoft.com/office/drawing/2014/main" id="{BDAD53F1-7C45-79A4-867D-A996F16BB9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40BD18F-5B41-A223-E775-418217CDF4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E8E03B-08E9-4E47-AE19-F54F98104A83}" type="slidenum">
              <a:rPr lang="en-US" smtClean="0"/>
              <a:t>‹#›</a:t>
            </a:fld>
            <a:endParaRPr lang="en-US" dirty="0"/>
          </a:p>
        </p:txBody>
      </p:sp>
    </p:spTree>
    <p:extLst>
      <p:ext uri="{BB962C8B-B14F-4D97-AF65-F5344CB8AC3E}">
        <p14:creationId xmlns:p14="http://schemas.microsoft.com/office/powerpoint/2010/main" val="31988304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DA1F8BA6-9CAE-8F1B-CE02-5C6FF0007B6F}"/>
              </a:ext>
            </a:extLst>
          </p:cNvPr>
          <p:cNvSpPr txBox="1">
            <a:spLocks/>
          </p:cNvSpPr>
          <p:nvPr/>
        </p:nvSpPr>
        <p:spPr>
          <a:xfrm>
            <a:off x="1524000" y="4158193"/>
            <a:ext cx="9144000" cy="349219"/>
          </a:xfrm>
          <a:prstGeom prst="rect">
            <a:avLst/>
          </a:prstGeom>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solidFill>
                  <a:schemeClr val="bg1"/>
                </a:solidFill>
              </a:rPr>
              <a:t>Om Gurubhyo Namaha</a:t>
            </a:r>
          </a:p>
        </p:txBody>
      </p:sp>
      <p:sp>
        <p:nvSpPr>
          <p:cNvPr id="3" name="Rectangle 2">
            <a:extLst>
              <a:ext uri="{FF2B5EF4-FFF2-40B4-BE49-F238E27FC236}">
                <a16:creationId xmlns:a16="http://schemas.microsoft.com/office/drawing/2014/main" id="{86EEAC1A-1FE8-426E-CC66-530CFBF801D6}"/>
              </a:ext>
            </a:extLst>
          </p:cNvPr>
          <p:cNvSpPr/>
          <p:nvPr/>
        </p:nvSpPr>
        <p:spPr>
          <a:xfrm>
            <a:off x="1524000" y="2200273"/>
            <a:ext cx="9465734" cy="9990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solidFill>
                  <a:schemeClr val="tx1"/>
                </a:solidFill>
              </a:rPr>
              <a:t>PPS – Service – Processing a Rental SOP</a:t>
            </a:r>
          </a:p>
        </p:txBody>
      </p:sp>
      <p:sp>
        <p:nvSpPr>
          <p:cNvPr id="5" name="- S000. Opening Slide for– Rental Process (Owned Fleet) deck">
            <a:extLst>
              <a:ext uri="{FF2B5EF4-FFF2-40B4-BE49-F238E27FC236}">
                <a16:creationId xmlns:a16="http://schemas.microsoft.com/office/drawing/2014/main" id="{9CCAB26E-CA08-A585-5150-232BBE540447}"/>
              </a:ext>
            </a:extLst>
          </p:cNvPr>
          <p:cNvSpPr txBox="1">
            <a:spLocks/>
          </p:cNvSpPr>
          <p:nvPr/>
        </p:nvSpPr>
        <p:spPr>
          <a:xfrm>
            <a:off x="838200" y="0"/>
            <a:ext cx="10515600" cy="728133"/>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endParaRPr lang="en-US" sz="1400" b="1" dirty="0"/>
          </a:p>
          <a:p>
            <a:pPr algn="ctr"/>
            <a:r>
              <a:rPr lang="en-US" sz="1400" b="1" dirty="0"/>
              <a:t>S000. Opening Slide for PPS – Service – Rental Process (Owned Fleet)</a:t>
            </a:r>
          </a:p>
        </p:txBody>
      </p:sp>
    </p:spTree>
    <p:extLst>
      <p:ext uri="{BB962C8B-B14F-4D97-AF65-F5344CB8AC3E}">
        <p14:creationId xmlns:p14="http://schemas.microsoft.com/office/powerpoint/2010/main" val="2783009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88B34-2261-391E-E96D-08388362C7EF}"/>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B0503C8C-1DFA-B676-309A-74B9D91E5C01}"/>
              </a:ext>
            </a:extLst>
          </p:cNvPr>
          <p:cNvSpPr txBox="1"/>
          <p:nvPr/>
        </p:nvSpPr>
        <p:spPr>
          <a:xfrm>
            <a:off x="680830" y="846667"/>
            <a:ext cx="10964632" cy="5909310"/>
          </a:xfrm>
          <a:prstGeom prst="rect">
            <a:avLst/>
          </a:prstGeom>
          <a:noFill/>
        </p:spPr>
        <p:txBody>
          <a:bodyPr wrap="square" rtlCol="0">
            <a:spAutoFit/>
          </a:bodyPr>
          <a:lstStyle/>
          <a:p>
            <a:r>
              <a:rPr lang="en-US" sz="1400" b="1" dirty="0"/>
              <a:t>Palco Power Systems</a:t>
            </a:r>
            <a:r>
              <a:rPr lang="en-US" sz="1400" dirty="0"/>
              <a:t> is a specialized power solutions provider and an authorized </a:t>
            </a:r>
            <a:r>
              <a:rPr lang="en-US" sz="1400" b="1" dirty="0"/>
              <a:t>KOHLER</a:t>
            </a:r>
            <a:r>
              <a:rPr lang="en-US" sz="1400" dirty="0"/>
              <a:t> distributor, serving customers across </a:t>
            </a:r>
            <a:r>
              <a:rPr lang="en-US" sz="1400" b="1" dirty="0"/>
              <a:t>western Pennsylvania, West Virginia, and western Maryland</a:t>
            </a:r>
            <a:r>
              <a:rPr lang="en-US" sz="1400" dirty="0"/>
              <a:t>. Since </a:t>
            </a:r>
            <a:r>
              <a:rPr lang="en-US" sz="1400" b="1" dirty="0"/>
              <a:t>1972</a:t>
            </a:r>
            <a:r>
              <a:rPr lang="en-US" sz="1400" dirty="0"/>
              <a:t>, Palco has supplied reliable generator systems and power equipment to </a:t>
            </a:r>
            <a:r>
              <a:rPr lang="en-US" sz="1400" b="1" dirty="0"/>
              <a:t>industrial, commercial, municipal, healthcare, and residential</a:t>
            </a:r>
            <a:r>
              <a:rPr lang="en-US" sz="1400" dirty="0"/>
              <a:t> customers who depend on </a:t>
            </a:r>
            <a:r>
              <a:rPr lang="en-US" sz="1400" b="1" dirty="0"/>
              <a:t>uninterrupted power</a:t>
            </a:r>
            <a:r>
              <a:rPr lang="en-US" sz="1400" dirty="0"/>
              <a:t>.</a:t>
            </a:r>
          </a:p>
          <a:p>
            <a:r>
              <a:rPr lang="en-US" sz="1400" dirty="0"/>
              <a:t>As part of the </a:t>
            </a:r>
            <a:r>
              <a:rPr lang="en-US" sz="1400" b="1" dirty="0"/>
              <a:t>Scott Electric</a:t>
            </a:r>
            <a:r>
              <a:rPr lang="en-US" sz="1400" dirty="0"/>
              <a:t> family since </a:t>
            </a:r>
            <a:r>
              <a:rPr lang="en-US" sz="1400" b="1" dirty="0"/>
              <a:t>1993</a:t>
            </a:r>
            <a:r>
              <a:rPr lang="en-US" sz="1400" dirty="0"/>
              <a:t>, Palco Power Systems combines </a:t>
            </a:r>
            <a:r>
              <a:rPr lang="en-US" sz="1400" b="1" dirty="0"/>
              <a:t>deep technical expertise</a:t>
            </a:r>
            <a:r>
              <a:rPr lang="en-US" sz="1400" dirty="0"/>
              <a:t> with the broader resources of a </a:t>
            </a:r>
            <a:r>
              <a:rPr lang="en-US" sz="1400" b="1" dirty="0"/>
              <a:t>leading independent electrical distributor</a:t>
            </a:r>
            <a:r>
              <a:rPr lang="en-US" sz="1400" dirty="0"/>
              <a:t>. Our portfolio includes </a:t>
            </a:r>
            <a:r>
              <a:rPr lang="en-US" sz="1400" b="1" dirty="0"/>
              <a:t>KOHLER industrial, mobile (towable), residential, and portable generator systems</a:t>
            </a:r>
            <a:r>
              <a:rPr lang="en-US" sz="1400" dirty="0"/>
              <a:t>; </a:t>
            </a:r>
            <a:r>
              <a:rPr lang="en-US" sz="1400" b="1" dirty="0"/>
              <a:t>pumps</a:t>
            </a:r>
            <a:r>
              <a:rPr lang="en-US" sz="1400" dirty="0"/>
              <a:t>; </a:t>
            </a:r>
            <a:r>
              <a:rPr lang="en-US" sz="1400" b="1" dirty="0"/>
              <a:t>other power systems and components</a:t>
            </a:r>
            <a:r>
              <a:rPr lang="en-US" sz="1400" dirty="0"/>
              <a:t>; </a:t>
            </a:r>
            <a:r>
              <a:rPr lang="en-US" sz="1400" b="1" dirty="0"/>
              <a:t>Honda</a:t>
            </a:r>
            <a:r>
              <a:rPr lang="en-US" sz="1400" dirty="0"/>
              <a:t> portable units; </a:t>
            </a:r>
            <a:r>
              <a:rPr lang="en-US" sz="1400" b="1" dirty="0"/>
              <a:t>transfer equipment</a:t>
            </a:r>
            <a:r>
              <a:rPr lang="en-US" sz="1400" dirty="0"/>
              <a:t>; and related accessories, including </a:t>
            </a:r>
            <a:r>
              <a:rPr lang="en-US" sz="1400" b="1" dirty="0"/>
              <a:t>ASCO</a:t>
            </a:r>
            <a:r>
              <a:rPr lang="en-US" sz="1400" dirty="0"/>
              <a:t> and </a:t>
            </a:r>
            <a:r>
              <a:rPr lang="en-US" sz="1400" b="1" dirty="0"/>
              <a:t>PSP</a:t>
            </a:r>
            <a:r>
              <a:rPr lang="en-US" sz="1400" dirty="0"/>
              <a:t> components.</a:t>
            </a:r>
          </a:p>
          <a:p>
            <a:r>
              <a:rPr lang="en-US" sz="1400" dirty="0"/>
              <a:t>Over the years, Palco’s territory and responsibilities have grown along with its reputation:</a:t>
            </a:r>
            <a:br>
              <a:rPr lang="en-US" sz="1400" dirty="0"/>
            </a:br>
            <a:r>
              <a:rPr lang="en-US" sz="1400" dirty="0"/>
              <a:t>• </a:t>
            </a:r>
            <a:r>
              <a:rPr lang="en-US" sz="1400" b="1" dirty="0"/>
              <a:t>1972</a:t>
            </a:r>
            <a:r>
              <a:rPr lang="en-US" sz="1400" dirty="0"/>
              <a:t> – Palco becomes an authorized KOHLER distributor in western Pennsylvania.</a:t>
            </a:r>
            <a:br>
              <a:rPr lang="en-US" sz="1400" dirty="0"/>
            </a:br>
            <a:r>
              <a:rPr lang="en-US" sz="1400" dirty="0"/>
              <a:t>• </a:t>
            </a:r>
            <a:r>
              <a:rPr lang="en-US" sz="1400" b="1" dirty="0"/>
              <a:t>1984</a:t>
            </a:r>
            <a:r>
              <a:rPr lang="en-US" sz="1400" dirty="0"/>
              <a:t> – Territory expands to include West Virginia and western Maryland.</a:t>
            </a:r>
            <a:br>
              <a:rPr lang="en-US" sz="1400" dirty="0"/>
            </a:br>
            <a:r>
              <a:rPr lang="en-US" sz="1400" dirty="0"/>
              <a:t>• </a:t>
            </a:r>
            <a:r>
              <a:rPr lang="en-US" sz="1400" b="1" dirty="0"/>
              <a:t>1989</a:t>
            </a:r>
            <a:r>
              <a:rPr lang="en-US" sz="1400" dirty="0"/>
              <a:t> – Area of responsibility further expands to include western New York State.</a:t>
            </a:r>
            <a:br>
              <a:rPr lang="en-US" sz="1400" dirty="0"/>
            </a:br>
            <a:r>
              <a:rPr lang="en-US" sz="1400" dirty="0"/>
              <a:t>• </a:t>
            </a:r>
            <a:r>
              <a:rPr lang="en-US" sz="1400" b="1" dirty="0"/>
              <a:t>1993</a:t>
            </a:r>
            <a:r>
              <a:rPr lang="en-US" sz="1400" dirty="0"/>
              <a:t> – Scott Electric Company acquires Palco.</a:t>
            </a:r>
            <a:br>
              <a:rPr lang="en-US" sz="1400" dirty="0"/>
            </a:br>
            <a:r>
              <a:rPr lang="en-US" sz="1400" dirty="0"/>
              <a:t>• </a:t>
            </a:r>
            <a:r>
              <a:rPr lang="en-US" sz="1400" b="1" dirty="0"/>
              <a:t>2001</a:t>
            </a:r>
            <a:r>
              <a:rPr lang="en-US" sz="1400" dirty="0"/>
              <a:t> – Territory is adjusted with the removal of western New York State.</a:t>
            </a:r>
          </a:p>
          <a:p>
            <a:r>
              <a:rPr lang="en-US" sz="1400" dirty="0"/>
              <a:t>Most recently, </a:t>
            </a:r>
            <a:r>
              <a:rPr lang="en-US" sz="1400" b="1" dirty="0"/>
              <a:t>Palco Power Systems was the first Scott Electric division to host a Conference Room Pilot (CRP) for the new Infor </a:t>
            </a:r>
            <a:r>
              <a:rPr lang="en-US" sz="1400" b="1" dirty="0" err="1"/>
              <a:t>CloudSuite</a:t>
            </a:r>
            <a:r>
              <a:rPr lang="en-US" sz="1400" b="1" dirty="0"/>
              <a:t> software</a:t>
            </a:r>
            <a:r>
              <a:rPr lang="en-US" sz="1400" dirty="0"/>
              <a:t>, demonstrating </a:t>
            </a:r>
            <a:r>
              <a:rPr lang="en-US" sz="1400" b="1" dirty="0"/>
              <a:t>leadership and innovation</a:t>
            </a:r>
            <a:r>
              <a:rPr lang="en-US" sz="1400" dirty="0"/>
              <a:t> in how we use technology to support customers and internal operations. This work reflects the dedication of the </a:t>
            </a:r>
            <a:r>
              <a:rPr lang="en-US" sz="1400" b="1" dirty="0"/>
              <a:t>Palco team</a:t>
            </a:r>
            <a:r>
              <a:rPr lang="en-US" sz="1400" dirty="0"/>
              <a:t>—including </a:t>
            </a:r>
            <a:r>
              <a:rPr lang="en-US" sz="1400" b="1" dirty="0"/>
              <a:t>Tanner Schwartz, Valerie Markish, Tim Drop, Jen Schlegel, and Subi Rajagopalan</a:t>
            </a:r>
            <a:r>
              <a:rPr lang="en-US" sz="1400" dirty="0"/>
              <a:t>—along with support from the broader </a:t>
            </a:r>
            <a:r>
              <a:rPr lang="en-US" sz="1400" b="1" dirty="0"/>
              <a:t>ERP project</a:t>
            </a:r>
            <a:r>
              <a:rPr lang="en-US" sz="1400" dirty="0"/>
              <a:t>, </a:t>
            </a:r>
            <a:r>
              <a:rPr lang="en-US" sz="1400" b="1" dirty="0"/>
              <a:t>Champions</a:t>
            </a:r>
            <a:r>
              <a:rPr lang="en-US" sz="1400" dirty="0"/>
              <a:t>, and </a:t>
            </a:r>
            <a:r>
              <a:rPr lang="en-US" sz="1400" b="1" dirty="0"/>
              <a:t>Executive Sponsors</a:t>
            </a:r>
            <a:r>
              <a:rPr lang="en-US" sz="1400" dirty="0"/>
              <a:t>. </a:t>
            </a:r>
            <a:r>
              <a:rPr lang="en-US" sz="1400" b="1" dirty="0"/>
              <a:t>The management teams at Palco Power Systems and Scott Electric continue to support these efforts by prioritizing training, process improvement, and the successful adoption of the new system.</a:t>
            </a:r>
            <a:endParaRPr lang="en-US" sz="1400" dirty="0"/>
          </a:p>
          <a:p>
            <a:endParaRPr lang="en-US" sz="1400" dirty="0"/>
          </a:p>
          <a:p>
            <a:r>
              <a:rPr lang="en-US" sz="1400" b="1" dirty="0"/>
              <a:t>Welcome to the Palco Power Systems Training Site.</a:t>
            </a:r>
            <a:endParaRPr lang="en-US" sz="1400" dirty="0"/>
          </a:p>
          <a:p>
            <a:r>
              <a:rPr lang="en-US" sz="1400" dirty="0"/>
              <a:t>This section of the </a:t>
            </a:r>
            <a:r>
              <a:rPr lang="en-US" sz="1400" b="1" dirty="0"/>
              <a:t>Scott Electric Training Site</a:t>
            </a:r>
            <a:r>
              <a:rPr lang="en-US" sz="1400" dirty="0"/>
              <a:t> is designed to help you </a:t>
            </a:r>
            <a:r>
              <a:rPr lang="en-US" sz="1400" b="1" dirty="0"/>
              <a:t>build the knowledge and skills</a:t>
            </a:r>
            <a:r>
              <a:rPr lang="en-US" sz="1400" dirty="0"/>
              <a:t> needed to support our power systems customers </a:t>
            </a:r>
            <a:r>
              <a:rPr lang="en-US" sz="1400" b="1" dirty="0"/>
              <a:t>safely, accurately, and efficiently</a:t>
            </a:r>
            <a:r>
              <a:rPr lang="en-US" sz="1400" dirty="0"/>
              <a:t>—whether you work in </a:t>
            </a:r>
            <a:r>
              <a:rPr lang="en-US" sz="1400" b="1" dirty="0"/>
              <a:t>sales, service, parts, rentals, administration, or support</a:t>
            </a:r>
            <a:r>
              <a:rPr lang="en-US" sz="1400" dirty="0"/>
              <a:t>. Here you will find </a:t>
            </a:r>
            <a:r>
              <a:rPr lang="en-US" sz="1400" b="1" dirty="0"/>
              <a:t>guided learning, reference materials, and role-based courses</a:t>
            </a:r>
            <a:r>
              <a:rPr lang="en-US" sz="1400" dirty="0"/>
              <a:t> tailored to the work we do every day at Palco: </a:t>
            </a:r>
            <a:r>
              <a:rPr lang="en-US" sz="1400" b="1" dirty="0"/>
              <a:t>sizing and selecting generators, supporting projects, coordinating installations, servicing equipment, and taking care of customers before, during, and after the sale.</a:t>
            </a:r>
            <a:endParaRPr lang="en-US" sz="1400" dirty="0"/>
          </a:p>
          <a:p>
            <a:endParaRPr lang="en-US" sz="1400" b="1" dirty="0"/>
          </a:p>
          <a:p>
            <a:r>
              <a:rPr lang="en-US" sz="1400" b="1" dirty="0"/>
              <a:t>Thank you for investing your time in training.</a:t>
            </a:r>
            <a:r>
              <a:rPr lang="en-US" sz="1400" dirty="0"/>
              <a:t> Your commitment to </a:t>
            </a:r>
            <a:r>
              <a:rPr lang="en-US" sz="1400" b="1" dirty="0"/>
              <a:t>learning and continuous improvement</a:t>
            </a:r>
            <a:r>
              <a:rPr lang="en-US" sz="1400" dirty="0"/>
              <a:t> helps keep </a:t>
            </a:r>
            <a:r>
              <a:rPr lang="en-US" sz="1400" b="1" dirty="0"/>
              <a:t>Palco Power Systems—and Scott Electric as a whole—reliable, responsive, and growing as we continue our customer-focused operations.</a:t>
            </a:r>
            <a:endParaRPr lang="en-US" sz="1400" dirty="0"/>
          </a:p>
        </p:txBody>
      </p:sp>
      <p:sp>
        <p:nvSpPr>
          <p:cNvPr id="6" name="-S001. Alt Introduction to – – Rental Process (Owned Fleet) at PPS">
            <a:extLst>
              <a:ext uri="{FF2B5EF4-FFF2-40B4-BE49-F238E27FC236}">
                <a16:creationId xmlns:a16="http://schemas.microsoft.com/office/drawing/2014/main" id="{7C902527-DA10-578D-9B51-B45F4D419FF0}"/>
              </a:ext>
            </a:extLst>
          </p:cNvPr>
          <p:cNvSpPr>
            <a:spLocks noGrp="1"/>
          </p:cNvSpPr>
          <p:nvPr>
            <p:ph type="ctrTitle"/>
          </p:nvPr>
        </p:nvSpPr>
        <p:spPr>
          <a:xfrm>
            <a:off x="2192189" y="0"/>
            <a:ext cx="7112000" cy="846667"/>
          </a:xfrm>
        </p:spPr>
        <p:txBody>
          <a:bodyPr>
            <a:noAutofit/>
          </a:bodyPr>
          <a:lstStyle/>
          <a:p>
            <a:br>
              <a:rPr lang="en-US" sz="2000" b="1" dirty="0"/>
            </a:br>
            <a:r>
              <a:rPr lang="en-US" sz="2000" b="1" dirty="0"/>
              <a:t>S001. About Palco Power Systems and Scott Electric </a:t>
            </a:r>
            <a:br>
              <a:rPr lang="en-US" sz="2000" b="1" dirty="0"/>
            </a:br>
            <a:r>
              <a:rPr lang="en-US" sz="2000" b="1" dirty="0"/>
              <a:t>and  a Welcome to Training</a:t>
            </a:r>
            <a:endParaRPr lang="en-US" sz="2000" dirty="0"/>
          </a:p>
        </p:txBody>
      </p:sp>
    </p:spTree>
    <p:extLst>
      <p:ext uri="{BB962C8B-B14F-4D97-AF65-F5344CB8AC3E}">
        <p14:creationId xmlns:p14="http://schemas.microsoft.com/office/powerpoint/2010/main" val="1957572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BD1C1-5A4A-335C-5818-CB1BB4C6F0E3}"/>
            </a:ext>
          </a:extLst>
        </p:cNvPr>
        <p:cNvGrpSpPr/>
        <p:nvPr/>
      </p:nvGrpSpPr>
      <p:grpSpPr>
        <a:xfrm>
          <a:off x="0" y="0"/>
          <a:ext cx="0" cy="0"/>
          <a:chOff x="0" y="0"/>
          <a:chExt cx="0" cy="0"/>
        </a:xfrm>
      </p:grpSpPr>
      <p:sp>
        <p:nvSpPr>
          <p:cNvPr id="15" name="Flowchart: Process 14">
            <a:extLst>
              <a:ext uri="{FF2B5EF4-FFF2-40B4-BE49-F238E27FC236}">
                <a16:creationId xmlns:a16="http://schemas.microsoft.com/office/drawing/2014/main" id="{AC37CE5D-F619-AC3B-8885-D1BCABD46896}"/>
              </a:ext>
            </a:extLst>
          </p:cNvPr>
          <p:cNvSpPr/>
          <p:nvPr/>
        </p:nvSpPr>
        <p:spPr>
          <a:xfrm>
            <a:off x="485638" y="3199496"/>
            <a:ext cx="10974514" cy="228032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What</a:t>
            </a:r>
          </a:p>
        </p:txBody>
      </p:sp>
      <p:sp>
        <p:nvSpPr>
          <p:cNvPr id="4" name="Flowchart: Process 3">
            <a:extLst>
              <a:ext uri="{FF2B5EF4-FFF2-40B4-BE49-F238E27FC236}">
                <a16:creationId xmlns:a16="http://schemas.microsoft.com/office/drawing/2014/main" id="{4EA2E690-702D-C063-D9F6-AA2A184410D5}"/>
              </a:ext>
            </a:extLst>
          </p:cNvPr>
          <p:cNvSpPr/>
          <p:nvPr/>
        </p:nvSpPr>
        <p:spPr>
          <a:xfrm>
            <a:off x="536691" y="648294"/>
            <a:ext cx="10974514"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Who</a:t>
            </a:r>
          </a:p>
        </p:txBody>
      </p:sp>
      <p:sp>
        <p:nvSpPr>
          <p:cNvPr id="2" name="TextBox 1">
            <a:extLst>
              <a:ext uri="{FF2B5EF4-FFF2-40B4-BE49-F238E27FC236}">
                <a16:creationId xmlns:a16="http://schemas.microsoft.com/office/drawing/2014/main" id="{44F1D0D7-4B73-F9F0-D885-9C949875253A}"/>
              </a:ext>
            </a:extLst>
          </p:cNvPr>
          <p:cNvSpPr txBox="1"/>
          <p:nvPr/>
        </p:nvSpPr>
        <p:spPr>
          <a:xfrm>
            <a:off x="1238838" y="665168"/>
            <a:ext cx="1050288" cy="1015663"/>
          </a:xfrm>
          <a:prstGeom prst="rect">
            <a:avLst/>
          </a:prstGeom>
          <a:noFill/>
        </p:spPr>
        <p:txBody>
          <a:bodyPr wrap="none" rtlCol="0">
            <a:spAutoFit/>
          </a:bodyPr>
          <a:lstStyle/>
          <a:p>
            <a:r>
              <a:rPr lang="en-US" sz="1200" dirty="0"/>
              <a:t>Out side sales</a:t>
            </a:r>
          </a:p>
          <a:p>
            <a:r>
              <a:rPr lang="en-US" sz="1200" dirty="0"/>
              <a:t>Inside sales </a:t>
            </a:r>
          </a:p>
          <a:p>
            <a:r>
              <a:rPr lang="en-US" sz="1200" dirty="0"/>
              <a:t>Fax </a:t>
            </a:r>
          </a:p>
          <a:p>
            <a:r>
              <a:rPr lang="en-US" sz="1200" dirty="0"/>
              <a:t>Email </a:t>
            </a:r>
          </a:p>
          <a:p>
            <a:r>
              <a:rPr lang="en-US" sz="1200" dirty="0"/>
              <a:t>Phone</a:t>
            </a:r>
          </a:p>
        </p:txBody>
      </p:sp>
      <p:sp>
        <p:nvSpPr>
          <p:cNvPr id="8" name="Arrow: Chevron 7">
            <a:extLst>
              <a:ext uri="{FF2B5EF4-FFF2-40B4-BE49-F238E27FC236}">
                <a16:creationId xmlns:a16="http://schemas.microsoft.com/office/drawing/2014/main" id="{1D0031BD-4C2B-E5CE-F045-8B6A5150635D}"/>
              </a:ext>
            </a:extLst>
          </p:cNvPr>
          <p:cNvSpPr/>
          <p:nvPr/>
        </p:nvSpPr>
        <p:spPr>
          <a:xfrm>
            <a:off x="485638" y="1869353"/>
            <a:ext cx="2900462" cy="1246238"/>
          </a:xfrm>
          <a:prstGeom prst="chevron">
            <a:avLst>
              <a:gd name="adj" fmla="val 71893"/>
            </a:avLst>
          </a:prstGeom>
          <a:solidFill>
            <a:schemeClr val="accent1">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rPr>
              <a:t>Customer Requests Service Or is scheduled for one</a:t>
            </a:r>
          </a:p>
        </p:txBody>
      </p:sp>
      <p:sp>
        <p:nvSpPr>
          <p:cNvPr id="9" name="Arrow: Chevron 8">
            <a:extLst>
              <a:ext uri="{FF2B5EF4-FFF2-40B4-BE49-F238E27FC236}">
                <a16:creationId xmlns:a16="http://schemas.microsoft.com/office/drawing/2014/main" id="{FC5C348B-0097-0C12-7C08-EAF19306732C}"/>
              </a:ext>
            </a:extLst>
          </p:cNvPr>
          <p:cNvSpPr/>
          <p:nvPr/>
        </p:nvSpPr>
        <p:spPr>
          <a:xfrm>
            <a:off x="2257197" y="1862040"/>
            <a:ext cx="3122141" cy="1245333"/>
          </a:xfrm>
          <a:prstGeom prst="chevron">
            <a:avLst>
              <a:gd name="adj" fmla="val 71893"/>
            </a:avLst>
          </a:prstGeom>
          <a:solidFill>
            <a:schemeClr val="accent6">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bg1"/>
                </a:solidFill>
              </a:rPr>
              <a:t>Based Type of service SRO (Service Request Order) is Created</a:t>
            </a:r>
            <a:endParaRPr lang="en-US" sz="1050" b="1" dirty="0">
              <a:solidFill>
                <a:schemeClr val="bg1"/>
              </a:solidFill>
            </a:endParaRPr>
          </a:p>
        </p:txBody>
      </p:sp>
      <p:sp>
        <p:nvSpPr>
          <p:cNvPr id="10" name="Arrow: Chevron 9">
            <a:extLst>
              <a:ext uri="{FF2B5EF4-FFF2-40B4-BE49-F238E27FC236}">
                <a16:creationId xmlns:a16="http://schemas.microsoft.com/office/drawing/2014/main" id="{5908C1B1-10CD-2E56-1758-9D18BB847537}"/>
              </a:ext>
            </a:extLst>
          </p:cNvPr>
          <p:cNvSpPr/>
          <p:nvPr/>
        </p:nvSpPr>
        <p:spPr>
          <a:xfrm>
            <a:off x="3867876" y="1869203"/>
            <a:ext cx="2900462" cy="1246238"/>
          </a:xfrm>
          <a:prstGeom prst="chevron">
            <a:avLst>
              <a:gd name="adj" fmla="val 71893"/>
            </a:avLst>
          </a:prstGeom>
          <a:solidFill>
            <a:schemeClr val="accent4">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rgbClr val="FFFF00"/>
                </a:solidFill>
              </a:rPr>
              <a:t>Based on Assessment and acceptance from Customer a  Service is planned and  scheduled </a:t>
            </a:r>
            <a:endParaRPr lang="en-US" sz="1050" b="1" dirty="0">
              <a:solidFill>
                <a:srgbClr val="FFFF00"/>
              </a:solidFill>
            </a:endParaRPr>
          </a:p>
        </p:txBody>
      </p:sp>
      <p:sp>
        <p:nvSpPr>
          <p:cNvPr id="11" name="Arrow: Chevron 10">
            <a:extLst>
              <a:ext uri="{FF2B5EF4-FFF2-40B4-BE49-F238E27FC236}">
                <a16:creationId xmlns:a16="http://schemas.microsoft.com/office/drawing/2014/main" id="{653CBCA3-A0AC-94A0-51D6-8D2640B0C5DC}"/>
              </a:ext>
            </a:extLst>
          </p:cNvPr>
          <p:cNvSpPr/>
          <p:nvPr/>
        </p:nvSpPr>
        <p:spPr>
          <a:xfrm>
            <a:off x="5700666" y="1869203"/>
            <a:ext cx="2900462" cy="1246238"/>
          </a:xfrm>
          <a:prstGeom prst="chevron">
            <a:avLst>
              <a:gd name="adj" fmla="val 71893"/>
            </a:avLst>
          </a:prstGeom>
          <a:solidFill>
            <a:schemeClr val="tx2">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tx1">
                    <a:lumMod val="85000"/>
                    <a:lumOff val="15000"/>
                  </a:schemeClr>
                </a:solidFill>
              </a:rPr>
              <a:t>Performs service at the site very rarely is service performed at PALCO </a:t>
            </a:r>
            <a:endParaRPr lang="en-US" sz="1050" b="1" dirty="0">
              <a:solidFill>
                <a:schemeClr val="tx1">
                  <a:lumMod val="85000"/>
                  <a:lumOff val="15000"/>
                </a:schemeClr>
              </a:solidFill>
            </a:endParaRPr>
          </a:p>
        </p:txBody>
      </p:sp>
      <p:sp>
        <p:nvSpPr>
          <p:cNvPr id="13" name="TextBox 12">
            <a:extLst>
              <a:ext uri="{FF2B5EF4-FFF2-40B4-BE49-F238E27FC236}">
                <a16:creationId xmlns:a16="http://schemas.microsoft.com/office/drawing/2014/main" id="{1391036B-E0CB-3ED6-612A-2FE673EBCEA6}"/>
              </a:ext>
            </a:extLst>
          </p:cNvPr>
          <p:cNvSpPr txBox="1"/>
          <p:nvPr/>
        </p:nvSpPr>
        <p:spPr>
          <a:xfrm>
            <a:off x="6178683" y="697993"/>
            <a:ext cx="839461" cy="276999"/>
          </a:xfrm>
          <a:prstGeom prst="rect">
            <a:avLst/>
          </a:prstGeom>
          <a:noFill/>
        </p:spPr>
        <p:txBody>
          <a:bodyPr wrap="none" rtlCol="0">
            <a:spAutoFit/>
          </a:bodyPr>
          <a:lstStyle/>
          <a:p>
            <a:r>
              <a:rPr lang="en-US" sz="1200" dirty="0"/>
              <a:t>Technician</a:t>
            </a:r>
          </a:p>
        </p:txBody>
      </p:sp>
      <p:sp>
        <p:nvSpPr>
          <p:cNvPr id="14" name="TextBox 13">
            <a:extLst>
              <a:ext uri="{FF2B5EF4-FFF2-40B4-BE49-F238E27FC236}">
                <a16:creationId xmlns:a16="http://schemas.microsoft.com/office/drawing/2014/main" id="{32CEFF2D-80C8-6AD7-0AE0-E6ECABAC7F2A}"/>
              </a:ext>
            </a:extLst>
          </p:cNvPr>
          <p:cNvSpPr txBox="1"/>
          <p:nvPr/>
        </p:nvSpPr>
        <p:spPr>
          <a:xfrm>
            <a:off x="4630799" y="678953"/>
            <a:ext cx="1287213" cy="830997"/>
          </a:xfrm>
          <a:prstGeom prst="rect">
            <a:avLst/>
          </a:prstGeom>
          <a:noFill/>
        </p:spPr>
        <p:txBody>
          <a:bodyPr wrap="square" rtlCol="0">
            <a:spAutoFit/>
          </a:bodyPr>
          <a:lstStyle/>
          <a:p>
            <a:r>
              <a:rPr lang="en-US" sz="1200" dirty="0"/>
              <a:t>Parts Personnel</a:t>
            </a:r>
          </a:p>
          <a:p>
            <a:r>
              <a:rPr lang="en-US" sz="1200" dirty="0"/>
              <a:t>Technicians</a:t>
            </a:r>
          </a:p>
          <a:p>
            <a:r>
              <a:rPr lang="en-US" sz="1200" dirty="0"/>
              <a:t>Manufacturer’s Guide</a:t>
            </a:r>
          </a:p>
        </p:txBody>
      </p:sp>
      <p:sp>
        <p:nvSpPr>
          <p:cNvPr id="16" name="TextBox 15">
            <a:extLst>
              <a:ext uri="{FF2B5EF4-FFF2-40B4-BE49-F238E27FC236}">
                <a16:creationId xmlns:a16="http://schemas.microsoft.com/office/drawing/2014/main" id="{0CC4D5E9-C5BC-EB68-5061-54FC08BA82F4}"/>
              </a:ext>
            </a:extLst>
          </p:cNvPr>
          <p:cNvSpPr txBox="1"/>
          <p:nvPr/>
        </p:nvSpPr>
        <p:spPr>
          <a:xfrm>
            <a:off x="9465568" y="697993"/>
            <a:ext cx="1126462" cy="461665"/>
          </a:xfrm>
          <a:prstGeom prst="rect">
            <a:avLst/>
          </a:prstGeom>
          <a:noFill/>
        </p:spPr>
        <p:txBody>
          <a:bodyPr wrap="none" rtlCol="0">
            <a:spAutoFit/>
          </a:bodyPr>
          <a:lstStyle/>
          <a:p>
            <a:r>
              <a:rPr lang="en-US" sz="1200" dirty="0"/>
              <a:t>Invoicing  Clerk</a:t>
            </a:r>
          </a:p>
          <a:p>
            <a:r>
              <a:rPr lang="en-US" sz="1200" dirty="0"/>
              <a:t>AR</a:t>
            </a:r>
          </a:p>
        </p:txBody>
      </p:sp>
      <p:sp>
        <p:nvSpPr>
          <p:cNvPr id="17" name="TextBox 16">
            <a:extLst>
              <a:ext uri="{FF2B5EF4-FFF2-40B4-BE49-F238E27FC236}">
                <a16:creationId xmlns:a16="http://schemas.microsoft.com/office/drawing/2014/main" id="{8E4426EB-797F-1006-F108-1BEB02BD6226}"/>
              </a:ext>
            </a:extLst>
          </p:cNvPr>
          <p:cNvSpPr txBox="1"/>
          <p:nvPr/>
        </p:nvSpPr>
        <p:spPr>
          <a:xfrm>
            <a:off x="7683820" y="680401"/>
            <a:ext cx="1451035" cy="830997"/>
          </a:xfrm>
          <a:prstGeom prst="rect">
            <a:avLst/>
          </a:prstGeom>
          <a:noFill/>
        </p:spPr>
        <p:txBody>
          <a:bodyPr wrap="square" rtlCol="0">
            <a:spAutoFit/>
          </a:bodyPr>
          <a:lstStyle/>
          <a:p>
            <a:r>
              <a:rPr lang="en-US" sz="1200" dirty="0"/>
              <a:t>Warranty Processor</a:t>
            </a:r>
          </a:p>
          <a:p>
            <a:r>
              <a:rPr lang="en-US" sz="1200" dirty="0"/>
              <a:t>Or Service Supervisor/ Manager</a:t>
            </a:r>
          </a:p>
        </p:txBody>
      </p:sp>
      <p:sp>
        <p:nvSpPr>
          <p:cNvPr id="18" name="Flowchart: Process 17">
            <a:extLst>
              <a:ext uri="{FF2B5EF4-FFF2-40B4-BE49-F238E27FC236}">
                <a16:creationId xmlns:a16="http://schemas.microsoft.com/office/drawing/2014/main" id="{AA547DF0-52CE-331B-D4CE-5B27A9DC6B22}"/>
              </a:ext>
            </a:extLst>
          </p:cNvPr>
          <p:cNvSpPr/>
          <p:nvPr/>
        </p:nvSpPr>
        <p:spPr>
          <a:xfrm>
            <a:off x="1484101" y="3503782"/>
            <a:ext cx="1440211" cy="345873"/>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Customer details entered checked</a:t>
            </a:r>
          </a:p>
        </p:txBody>
      </p:sp>
      <p:sp>
        <p:nvSpPr>
          <p:cNvPr id="20" name="Flowchart: Process 19">
            <a:extLst>
              <a:ext uri="{FF2B5EF4-FFF2-40B4-BE49-F238E27FC236}">
                <a16:creationId xmlns:a16="http://schemas.microsoft.com/office/drawing/2014/main" id="{AEEBB177-4110-E815-CBC5-84224F7293E1}"/>
              </a:ext>
            </a:extLst>
          </p:cNvPr>
          <p:cNvSpPr/>
          <p:nvPr/>
        </p:nvSpPr>
        <p:spPr>
          <a:xfrm>
            <a:off x="1491104" y="3948958"/>
            <a:ext cx="1433208" cy="712331"/>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Generator information Gathered and verified</a:t>
            </a:r>
          </a:p>
        </p:txBody>
      </p:sp>
      <p:sp>
        <p:nvSpPr>
          <p:cNvPr id="21" name="Flowchart: Process 20">
            <a:extLst>
              <a:ext uri="{FF2B5EF4-FFF2-40B4-BE49-F238E27FC236}">
                <a16:creationId xmlns:a16="http://schemas.microsoft.com/office/drawing/2014/main" id="{252FEE82-8A17-5DA0-49A6-48261E6C57E9}"/>
              </a:ext>
            </a:extLst>
          </p:cNvPr>
          <p:cNvSpPr/>
          <p:nvPr/>
        </p:nvSpPr>
        <p:spPr>
          <a:xfrm>
            <a:off x="3137471" y="3479068"/>
            <a:ext cx="1433208" cy="807196"/>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Based on serial number all  service records are reviewed and current issue is noted</a:t>
            </a:r>
          </a:p>
        </p:txBody>
      </p:sp>
      <p:sp>
        <p:nvSpPr>
          <p:cNvPr id="23" name="Flowchart: Process 22">
            <a:extLst>
              <a:ext uri="{FF2B5EF4-FFF2-40B4-BE49-F238E27FC236}">
                <a16:creationId xmlns:a16="http://schemas.microsoft.com/office/drawing/2014/main" id="{6A697C49-E232-514C-8791-0525E55C7275}"/>
              </a:ext>
            </a:extLst>
          </p:cNvPr>
          <p:cNvSpPr/>
          <p:nvPr/>
        </p:nvSpPr>
        <p:spPr>
          <a:xfrm>
            <a:off x="3137468" y="4303137"/>
            <a:ext cx="1433209" cy="675698"/>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Estimate is created </a:t>
            </a:r>
          </a:p>
          <a:p>
            <a:pPr algn="ctr"/>
            <a:r>
              <a:rPr lang="en-US" sz="1100" b="1" dirty="0">
                <a:solidFill>
                  <a:schemeClr val="tx1"/>
                </a:solidFill>
              </a:rPr>
              <a:t>And acceptance of Service and Payment terms is received</a:t>
            </a:r>
          </a:p>
        </p:txBody>
      </p:sp>
      <p:sp>
        <p:nvSpPr>
          <p:cNvPr id="24" name="Flowchart: Process 23">
            <a:extLst>
              <a:ext uri="{FF2B5EF4-FFF2-40B4-BE49-F238E27FC236}">
                <a16:creationId xmlns:a16="http://schemas.microsoft.com/office/drawing/2014/main" id="{0E59E359-5D55-532C-2CC2-97E532D901A6}"/>
              </a:ext>
            </a:extLst>
          </p:cNvPr>
          <p:cNvSpPr/>
          <p:nvPr/>
        </p:nvSpPr>
        <p:spPr>
          <a:xfrm>
            <a:off x="3137470" y="5055148"/>
            <a:ext cx="1433208" cy="345873"/>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Planned list of Parts added to SRO </a:t>
            </a:r>
          </a:p>
        </p:txBody>
      </p:sp>
      <p:sp>
        <p:nvSpPr>
          <p:cNvPr id="25" name="Flowchart: Process 24">
            <a:extLst>
              <a:ext uri="{FF2B5EF4-FFF2-40B4-BE49-F238E27FC236}">
                <a16:creationId xmlns:a16="http://schemas.microsoft.com/office/drawing/2014/main" id="{21822B76-5A4D-2A84-5985-AB56ED06C8C9}"/>
              </a:ext>
            </a:extLst>
          </p:cNvPr>
          <p:cNvSpPr/>
          <p:nvPr/>
        </p:nvSpPr>
        <p:spPr>
          <a:xfrm>
            <a:off x="4702837" y="4696483"/>
            <a:ext cx="1318936" cy="717330"/>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Items required for the SRO are delivered to the truck</a:t>
            </a:r>
          </a:p>
        </p:txBody>
      </p:sp>
      <p:sp>
        <p:nvSpPr>
          <p:cNvPr id="26" name="Flowchart: Process 25">
            <a:extLst>
              <a:ext uri="{FF2B5EF4-FFF2-40B4-BE49-F238E27FC236}">
                <a16:creationId xmlns:a16="http://schemas.microsoft.com/office/drawing/2014/main" id="{1CE046A7-E7B4-0CA1-20C2-EADA48DD8843}"/>
              </a:ext>
            </a:extLst>
          </p:cNvPr>
          <p:cNvSpPr/>
          <p:nvPr/>
        </p:nvSpPr>
        <p:spPr>
          <a:xfrm>
            <a:off x="4695039" y="4309893"/>
            <a:ext cx="1289220" cy="327961"/>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tx1"/>
                </a:solidFill>
              </a:rPr>
              <a:t>Tech is scheduled </a:t>
            </a:r>
          </a:p>
        </p:txBody>
      </p:sp>
      <p:sp>
        <p:nvSpPr>
          <p:cNvPr id="27" name="Flowchart: Process 26">
            <a:extLst>
              <a:ext uri="{FF2B5EF4-FFF2-40B4-BE49-F238E27FC236}">
                <a16:creationId xmlns:a16="http://schemas.microsoft.com/office/drawing/2014/main" id="{FCB0BF7C-78ED-2A84-37EF-98829BA8F128}"/>
              </a:ext>
            </a:extLst>
          </p:cNvPr>
          <p:cNvSpPr/>
          <p:nvPr/>
        </p:nvSpPr>
        <p:spPr>
          <a:xfrm>
            <a:off x="6276962" y="3436895"/>
            <a:ext cx="1436195" cy="1935093"/>
          </a:xfrm>
          <a:prstGeom prst="flowChartProcess">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Technician performs service as planed, notes if  a Call back is needed or additional much needed service can be performed at that time</a:t>
            </a:r>
          </a:p>
        </p:txBody>
      </p:sp>
      <p:sp>
        <p:nvSpPr>
          <p:cNvPr id="29" name="Flowchart: Process 28">
            <a:extLst>
              <a:ext uri="{FF2B5EF4-FFF2-40B4-BE49-F238E27FC236}">
                <a16:creationId xmlns:a16="http://schemas.microsoft.com/office/drawing/2014/main" id="{89D48BAA-722D-3F69-52B6-BD7C85207243}"/>
              </a:ext>
            </a:extLst>
          </p:cNvPr>
          <p:cNvSpPr/>
          <p:nvPr/>
        </p:nvSpPr>
        <p:spPr>
          <a:xfrm>
            <a:off x="9437755" y="3461149"/>
            <a:ext cx="1543070" cy="717331"/>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Invoice is processed as per the terms (Credit card/ on account)</a:t>
            </a:r>
          </a:p>
        </p:txBody>
      </p:sp>
      <p:sp>
        <p:nvSpPr>
          <p:cNvPr id="30" name="Flowchart: Process 29">
            <a:extLst>
              <a:ext uri="{FF2B5EF4-FFF2-40B4-BE49-F238E27FC236}">
                <a16:creationId xmlns:a16="http://schemas.microsoft.com/office/drawing/2014/main" id="{C1CC1862-B8B0-0099-5444-76EFC7DD0E12}"/>
              </a:ext>
            </a:extLst>
          </p:cNvPr>
          <p:cNvSpPr/>
          <p:nvPr/>
        </p:nvSpPr>
        <p:spPr>
          <a:xfrm>
            <a:off x="9437755" y="4290240"/>
            <a:ext cx="1543070" cy="345873"/>
          </a:xfrm>
          <a:prstGeom prst="flowChartProcess">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Payment Collection</a:t>
            </a:r>
          </a:p>
        </p:txBody>
      </p:sp>
      <p:sp>
        <p:nvSpPr>
          <p:cNvPr id="31" name="Flowchart: Process 30">
            <a:extLst>
              <a:ext uri="{FF2B5EF4-FFF2-40B4-BE49-F238E27FC236}">
                <a16:creationId xmlns:a16="http://schemas.microsoft.com/office/drawing/2014/main" id="{8B261F88-C24A-ADA1-5EEF-7B6C724D66E5}"/>
              </a:ext>
            </a:extLst>
          </p:cNvPr>
          <p:cNvSpPr/>
          <p:nvPr/>
        </p:nvSpPr>
        <p:spPr>
          <a:xfrm>
            <a:off x="462109" y="5652358"/>
            <a:ext cx="10974514"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Where</a:t>
            </a:r>
          </a:p>
        </p:txBody>
      </p:sp>
      <p:sp>
        <p:nvSpPr>
          <p:cNvPr id="32" name="TextBox 31">
            <a:extLst>
              <a:ext uri="{FF2B5EF4-FFF2-40B4-BE49-F238E27FC236}">
                <a16:creationId xmlns:a16="http://schemas.microsoft.com/office/drawing/2014/main" id="{245206B2-7C95-14AE-6BD9-344E5ED282D9}"/>
              </a:ext>
            </a:extLst>
          </p:cNvPr>
          <p:cNvSpPr txBox="1"/>
          <p:nvPr/>
        </p:nvSpPr>
        <p:spPr>
          <a:xfrm>
            <a:off x="1579459" y="5643732"/>
            <a:ext cx="1419334" cy="1015663"/>
          </a:xfrm>
          <a:prstGeom prst="rect">
            <a:avLst/>
          </a:prstGeom>
          <a:noFill/>
        </p:spPr>
        <p:txBody>
          <a:bodyPr wrap="square" rtlCol="0">
            <a:spAutoFit/>
          </a:bodyPr>
          <a:lstStyle/>
          <a:p>
            <a:r>
              <a:rPr lang="en-US" sz="1200" b="1" dirty="0"/>
              <a:t>Outside salesman </a:t>
            </a:r>
            <a:r>
              <a:rPr lang="en-US" sz="1200" dirty="0"/>
              <a:t>Laptop</a:t>
            </a:r>
          </a:p>
          <a:p>
            <a:r>
              <a:rPr lang="en-US" sz="1200" b="1" dirty="0"/>
              <a:t>Inside Service </a:t>
            </a:r>
            <a:r>
              <a:rPr lang="en-US" sz="1200" dirty="0"/>
              <a:t>Create Incident or SRO </a:t>
            </a:r>
          </a:p>
        </p:txBody>
      </p:sp>
      <p:sp>
        <p:nvSpPr>
          <p:cNvPr id="33" name="TextBox 32">
            <a:extLst>
              <a:ext uri="{FF2B5EF4-FFF2-40B4-BE49-F238E27FC236}">
                <a16:creationId xmlns:a16="http://schemas.microsoft.com/office/drawing/2014/main" id="{E5433C48-DE39-64B6-5AAC-830877BD5480}"/>
              </a:ext>
            </a:extLst>
          </p:cNvPr>
          <p:cNvSpPr txBox="1"/>
          <p:nvPr/>
        </p:nvSpPr>
        <p:spPr>
          <a:xfrm>
            <a:off x="3229653" y="5669235"/>
            <a:ext cx="1401146" cy="1015663"/>
          </a:xfrm>
          <a:prstGeom prst="rect">
            <a:avLst/>
          </a:prstGeom>
          <a:noFill/>
        </p:spPr>
        <p:txBody>
          <a:bodyPr wrap="square" rtlCol="0">
            <a:spAutoFit/>
          </a:bodyPr>
          <a:lstStyle/>
          <a:p>
            <a:r>
              <a:rPr lang="en-US" sz="1200" dirty="0"/>
              <a:t>On ISM module of CSD, Manufacturers trouble shooting Guide. </a:t>
            </a:r>
          </a:p>
        </p:txBody>
      </p:sp>
      <p:sp>
        <p:nvSpPr>
          <p:cNvPr id="35" name="TextBox 34">
            <a:extLst>
              <a:ext uri="{FF2B5EF4-FFF2-40B4-BE49-F238E27FC236}">
                <a16:creationId xmlns:a16="http://schemas.microsoft.com/office/drawing/2014/main" id="{74D943FE-3ECE-D73D-DDD7-BB677C3E398D}"/>
              </a:ext>
            </a:extLst>
          </p:cNvPr>
          <p:cNvSpPr txBox="1"/>
          <p:nvPr/>
        </p:nvSpPr>
        <p:spPr>
          <a:xfrm>
            <a:off x="9516178" y="5761567"/>
            <a:ext cx="1924573" cy="461665"/>
          </a:xfrm>
          <a:prstGeom prst="rect">
            <a:avLst/>
          </a:prstGeom>
          <a:noFill/>
        </p:spPr>
        <p:txBody>
          <a:bodyPr wrap="square" rtlCol="0">
            <a:spAutoFit/>
          </a:bodyPr>
          <a:lstStyle/>
          <a:p>
            <a:r>
              <a:rPr lang="en-US" sz="1200" dirty="0"/>
              <a:t>CSD </a:t>
            </a:r>
            <a:br>
              <a:rPr lang="en-US" sz="1200" dirty="0"/>
            </a:br>
            <a:r>
              <a:rPr lang="en-US" sz="1200" dirty="0"/>
              <a:t>Credit card Processing</a:t>
            </a:r>
          </a:p>
        </p:txBody>
      </p:sp>
      <p:sp>
        <p:nvSpPr>
          <p:cNvPr id="36" name="TextBox 35">
            <a:extLst>
              <a:ext uri="{FF2B5EF4-FFF2-40B4-BE49-F238E27FC236}">
                <a16:creationId xmlns:a16="http://schemas.microsoft.com/office/drawing/2014/main" id="{D943F870-5E59-554B-2A3F-0323924397F9}"/>
              </a:ext>
            </a:extLst>
          </p:cNvPr>
          <p:cNvSpPr txBox="1"/>
          <p:nvPr/>
        </p:nvSpPr>
        <p:spPr>
          <a:xfrm>
            <a:off x="7784751" y="5661455"/>
            <a:ext cx="1632754" cy="1015663"/>
          </a:xfrm>
          <a:prstGeom prst="rect">
            <a:avLst/>
          </a:prstGeom>
          <a:noFill/>
        </p:spPr>
        <p:txBody>
          <a:bodyPr wrap="square" rtlCol="0">
            <a:spAutoFit/>
          </a:bodyPr>
          <a:lstStyle/>
          <a:p>
            <a:r>
              <a:rPr lang="en-US" sz="1200" dirty="0"/>
              <a:t>Based on prevailing Warranty a warranty claim is entered in the Manufacturer’s system</a:t>
            </a:r>
          </a:p>
          <a:p>
            <a:r>
              <a:rPr lang="en-US" sz="1200" dirty="0"/>
              <a:t>ISM /CSD</a:t>
            </a:r>
          </a:p>
        </p:txBody>
      </p:sp>
      <p:sp>
        <p:nvSpPr>
          <p:cNvPr id="3" name="Flowchart: Process 2">
            <a:extLst>
              <a:ext uri="{FF2B5EF4-FFF2-40B4-BE49-F238E27FC236}">
                <a16:creationId xmlns:a16="http://schemas.microsoft.com/office/drawing/2014/main" id="{0CD03DFF-88C7-51B7-CDF8-AEB7D0CC75DF}"/>
              </a:ext>
            </a:extLst>
          </p:cNvPr>
          <p:cNvSpPr/>
          <p:nvPr/>
        </p:nvSpPr>
        <p:spPr>
          <a:xfrm>
            <a:off x="1491104" y="4675364"/>
            <a:ext cx="1433208" cy="712332"/>
          </a:xfrm>
          <a:prstGeom prst="flowChartProcess">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Warranty PMA status etc determined</a:t>
            </a:r>
          </a:p>
        </p:txBody>
      </p:sp>
      <p:sp>
        <p:nvSpPr>
          <p:cNvPr id="5" name="Flowchart: Process 4">
            <a:extLst>
              <a:ext uri="{FF2B5EF4-FFF2-40B4-BE49-F238E27FC236}">
                <a16:creationId xmlns:a16="http://schemas.microsoft.com/office/drawing/2014/main" id="{6B478F17-8A55-7C4B-A6FD-D175382B0ECC}"/>
              </a:ext>
            </a:extLst>
          </p:cNvPr>
          <p:cNvSpPr/>
          <p:nvPr/>
        </p:nvSpPr>
        <p:spPr>
          <a:xfrm>
            <a:off x="4702837" y="3464820"/>
            <a:ext cx="1318937" cy="751063"/>
          </a:xfrm>
          <a:prstGeom prst="flowChartProcess">
            <a:avLst/>
          </a:prstGeom>
          <a:solidFill>
            <a:schemeClr val="accent4">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tx1"/>
                </a:solidFill>
              </a:rPr>
              <a:t>If parts are not carried in stock, they are picked up from Part stores or ordered </a:t>
            </a:r>
          </a:p>
        </p:txBody>
      </p:sp>
      <p:sp>
        <p:nvSpPr>
          <p:cNvPr id="6" name="TextBox 5">
            <a:extLst>
              <a:ext uri="{FF2B5EF4-FFF2-40B4-BE49-F238E27FC236}">
                <a16:creationId xmlns:a16="http://schemas.microsoft.com/office/drawing/2014/main" id="{525134E9-642D-2CEC-3A64-F91A61D5A177}"/>
              </a:ext>
            </a:extLst>
          </p:cNvPr>
          <p:cNvSpPr txBox="1"/>
          <p:nvPr/>
        </p:nvSpPr>
        <p:spPr>
          <a:xfrm>
            <a:off x="4644208" y="5661456"/>
            <a:ext cx="1377565" cy="830997"/>
          </a:xfrm>
          <a:prstGeom prst="rect">
            <a:avLst/>
          </a:prstGeom>
          <a:noFill/>
        </p:spPr>
        <p:txBody>
          <a:bodyPr wrap="square" rtlCol="0">
            <a:spAutoFit/>
          </a:bodyPr>
          <a:lstStyle/>
          <a:p>
            <a:r>
              <a:rPr lang="en-US" sz="1200" dirty="0"/>
              <a:t>Parts in SD and ISM</a:t>
            </a:r>
          </a:p>
          <a:p>
            <a:r>
              <a:rPr lang="en-US" sz="1200" dirty="0"/>
              <a:t>ISM Tech Mobile</a:t>
            </a:r>
          </a:p>
          <a:p>
            <a:r>
              <a:rPr lang="en-US" sz="1200" dirty="0"/>
              <a:t>CSD</a:t>
            </a:r>
          </a:p>
        </p:txBody>
      </p:sp>
      <p:sp>
        <p:nvSpPr>
          <p:cNvPr id="19" name="TextBox 18">
            <a:extLst>
              <a:ext uri="{FF2B5EF4-FFF2-40B4-BE49-F238E27FC236}">
                <a16:creationId xmlns:a16="http://schemas.microsoft.com/office/drawing/2014/main" id="{AF2F8D8B-E3A0-4398-2AF5-5D30AB3F8107}"/>
              </a:ext>
            </a:extLst>
          </p:cNvPr>
          <p:cNvSpPr txBox="1"/>
          <p:nvPr/>
        </p:nvSpPr>
        <p:spPr>
          <a:xfrm>
            <a:off x="2864990" y="677505"/>
            <a:ext cx="1126270" cy="830997"/>
          </a:xfrm>
          <a:prstGeom prst="rect">
            <a:avLst/>
          </a:prstGeom>
          <a:noFill/>
        </p:spPr>
        <p:txBody>
          <a:bodyPr wrap="none" rtlCol="0">
            <a:spAutoFit/>
          </a:bodyPr>
          <a:lstStyle/>
          <a:p>
            <a:r>
              <a:rPr lang="en-US" sz="1200" dirty="0"/>
              <a:t>Service Writers</a:t>
            </a:r>
          </a:p>
          <a:p>
            <a:r>
              <a:rPr lang="en-US" sz="1200" dirty="0"/>
              <a:t>Coordinator</a:t>
            </a:r>
          </a:p>
          <a:p>
            <a:r>
              <a:rPr lang="en-US" sz="1200" dirty="0"/>
              <a:t>Supervisor</a:t>
            </a:r>
          </a:p>
          <a:p>
            <a:r>
              <a:rPr lang="en-US" sz="1200" dirty="0"/>
              <a:t>Manager</a:t>
            </a:r>
          </a:p>
        </p:txBody>
      </p:sp>
      <p:sp>
        <p:nvSpPr>
          <p:cNvPr id="22" name="Arrow: Chevron 21">
            <a:extLst>
              <a:ext uri="{FF2B5EF4-FFF2-40B4-BE49-F238E27FC236}">
                <a16:creationId xmlns:a16="http://schemas.microsoft.com/office/drawing/2014/main" id="{3DA32B5D-6D78-87F5-51FA-77BA6F200AD6}"/>
              </a:ext>
            </a:extLst>
          </p:cNvPr>
          <p:cNvSpPr/>
          <p:nvPr/>
        </p:nvSpPr>
        <p:spPr>
          <a:xfrm>
            <a:off x="7382242" y="1869203"/>
            <a:ext cx="2758454" cy="1246238"/>
          </a:xfrm>
          <a:prstGeom prst="chevron">
            <a:avLst>
              <a:gd name="adj" fmla="val 71893"/>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chemeClr val="accent6">
                    <a:lumMod val="50000"/>
                  </a:schemeClr>
                </a:solidFill>
              </a:rPr>
              <a:t>Warranty Coverage Verified or Billed accordingly</a:t>
            </a:r>
          </a:p>
        </p:txBody>
      </p:sp>
      <p:sp>
        <p:nvSpPr>
          <p:cNvPr id="12" name="Arrow: Chevron 11">
            <a:extLst>
              <a:ext uri="{FF2B5EF4-FFF2-40B4-BE49-F238E27FC236}">
                <a16:creationId xmlns:a16="http://schemas.microsoft.com/office/drawing/2014/main" id="{5B580A3B-5307-713B-1DC0-5CA2033EDE2A}"/>
              </a:ext>
            </a:extLst>
          </p:cNvPr>
          <p:cNvSpPr/>
          <p:nvPr/>
        </p:nvSpPr>
        <p:spPr>
          <a:xfrm>
            <a:off x="9034570" y="1869203"/>
            <a:ext cx="2402053" cy="1246238"/>
          </a:xfrm>
          <a:prstGeom prst="chevron">
            <a:avLst>
              <a:gd name="adj" fmla="val 71893"/>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200" b="1" dirty="0">
                <a:solidFill>
                  <a:srgbClr val="FFFF00"/>
                </a:solidFill>
              </a:rPr>
              <a:t>Payment received and applied</a:t>
            </a:r>
            <a:endParaRPr lang="en-US" sz="1050" b="1" dirty="0">
              <a:solidFill>
                <a:srgbClr val="FFFF00"/>
              </a:solidFill>
            </a:endParaRPr>
          </a:p>
        </p:txBody>
      </p:sp>
      <p:sp>
        <p:nvSpPr>
          <p:cNvPr id="28" name="Flowchart: Process 27">
            <a:extLst>
              <a:ext uri="{FF2B5EF4-FFF2-40B4-BE49-F238E27FC236}">
                <a16:creationId xmlns:a16="http://schemas.microsoft.com/office/drawing/2014/main" id="{8CB82E60-21AF-C03A-6355-9B4245146E0D}"/>
              </a:ext>
            </a:extLst>
          </p:cNvPr>
          <p:cNvSpPr/>
          <p:nvPr/>
        </p:nvSpPr>
        <p:spPr>
          <a:xfrm>
            <a:off x="7857358" y="3429000"/>
            <a:ext cx="1436195" cy="1935093"/>
          </a:xfrm>
          <a:prstGeom prst="flowChartProcess">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accent6">
                    <a:lumMod val="50000"/>
                  </a:schemeClr>
                </a:solidFill>
              </a:rPr>
              <a:t>Warranty claim is processed if applicable and applied if accepted else billing is finalized  </a:t>
            </a:r>
          </a:p>
        </p:txBody>
      </p:sp>
      <p:sp>
        <p:nvSpPr>
          <p:cNvPr id="34" name="TextBox 33">
            <a:extLst>
              <a:ext uri="{FF2B5EF4-FFF2-40B4-BE49-F238E27FC236}">
                <a16:creationId xmlns:a16="http://schemas.microsoft.com/office/drawing/2014/main" id="{F4C0EF1F-618B-673E-D91D-2BD731E3DAFB}"/>
              </a:ext>
            </a:extLst>
          </p:cNvPr>
          <p:cNvSpPr txBox="1"/>
          <p:nvPr/>
        </p:nvSpPr>
        <p:spPr>
          <a:xfrm>
            <a:off x="6157347" y="5661455"/>
            <a:ext cx="1377565" cy="1015663"/>
          </a:xfrm>
          <a:prstGeom prst="rect">
            <a:avLst/>
          </a:prstGeom>
          <a:noFill/>
        </p:spPr>
        <p:txBody>
          <a:bodyPr wrap="square" rtlCol="0">
            <a:spAutoFit/>
          </a:bodyPr>
          <a:lstStyle/>
          <a:p>
            <a:r>
              <a:rPr lang="en-US" sz="1200" dirty="0"/>
              <a:t>Tech Mobile </a:t>
            </a:r>
            <a:br>
              <a:rPr lang="en-US" sz="1200" dirty="0"/>
            </a:br>
            <a:r>
              <a:rPr lang="en-US" sz="1200" dirty="0"/>
              <a:t>on Laptop etc </a:t>
            </a:r>
            <a:br>
              <a:rPr lang="en-US" sz="1200" dirty="0"/>
            </a:br>
            <a:r>
              <a:rPr lang="en-US" sz="1200" dirty="0"/>
              <a:t>tech Mobile on </a:t>
            </a:r>
            <a:br>
              <a:rPr lang="en-US" sz="1200" dirty="0"/>
            </a:br>
            <a:r>
              <a:rPr lang="en-US" sz="1200" dirty="0"/>
              <a:t>Tablet</a:t>
            </a:r>
          </a:p>
          <a:p>
            <a:endParaRPr lang="en-US" sz="1200" dirty="0"/>
          </a:p>
        </p:txBody>
      </p:sp>
      <p:sp>
        <p:nvSpPr>
          <p:cNvPr id="7" name="-S002.  – Rental Process (Owned Fleet) at PPS">
            <a:extLst>
              <a:ext uri="{FF2B5EF4-FFF2-40B4-BE49-F238E27FC236}">
                <a16:creationId xmlns:a16="http://schemas.microsoft.com/office/drawing/2014/main" id="{15D4CFEC-12CD-A728-AFCA-B09CB89C40BA}"/>
              </a:ext>
            </a:extLst>
          </p:cNvPr>
          <p:cNvSpPr txBox="1">
            <a:spLocks/>
          </p:cNvSpPr>
          <p:nvPr/>
        </p:nvSpPr>
        <p:spPr>
          <a:xfrm>
            <a:off x="838200" y="212726"/>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S002.  Palco Power Systems – Service to Cash Work Flow</a:t>
            </a:r>
          </a:p>
        </p:txBody>
      </p:sp>
    </p:spTree>
    <p:extLst>
      <p:ext uri="{BB962C8B-B14F-4D97-AF65-F5344CB8AC3E}">
        <p14:creationId xmlns:p14="http://schemas.microsoft.com/office/powerpoint/2010/main" val="17797143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134AD-68CC-CCE0-4FE3-381B94AD157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943DE6-37F9-9F5E-EC7B-7653240E7C10}"/>
              </a:ext>
            </a:extLst>
          </p:cNvPr>
          <p:cNvSpPr txBox="1"/>
          <p:nvPr/>
        </p:nvSpPr>
        <p:spPr>
          <a:xfrm>
            <a:off x="67762" y="5881044"/>
            <a:ext cx="994285" cy="338554"/>
          </a:xfrm>
          <a:prstGeom prst="rect">
            <a:avLst/>
          </a:prstGeom>
          <a:noFill/>
        </p:spPr>
        <p:txBody>
          <a:bodyPr wrap="square" rtlCol="0">
            <a:spAutoFit/>
          </a:bodyPr>
          <a:lstStyle/>
          <a:p>
            <a:r>
              <a:rPr lang="en-US" sz="800" dirty="0"/>
              <a:t>Draft completed on 02 15 2025 19 10</a:t>
            </a:r>
          </a:p>
        </p:txBody>
      </p:sp>
      <p:sp>
        <p:nvSpPr>
          <p:cNvPr id="3" name="TextBox 2">
            <a:extLst>
              <a:ext uri="{FF2B5EF4-FFF2-40B4-BE49-F238E27FC236}">
                <a16:creationId xmlns:a16="http://schemas.microsoft.com/office/drawing/2014/main" id="{C9B7EB14-303C-41D6-C490-A682348F05C8}"/>
              </a:ext>
            </a:extLst>
          </p:cNvPr>
          <p:cNvSpPr txBox="1"/>
          <p:nvPr/>
        </p:nvSpPr>
        <p:spPr>
          <a:xfrm>
            <a:off x="67762" y="6282898"/>
            <a:ext cx="1015649" cy="461665"/>
          </a:xfrm>
          <a:prstGeom prst="rect">
            <a:avLst/>
          </a:prstGeom>
          <a:noFill/>
        </p:spPr>
        <p:txBody>
          <a:bodyPr wrap="square" rtlCol="0">
            <a:spAutoFit/>
          </a:bodyPr>
          <a:lstStyle/>
          <a:p>
            <a:r>
              <a:rPr lang="en-US" sz="800" dirty="0"/>
              <a:t>Train Slide updated by TS VM SR TD MS</a:t>
            </a:r>
          </a:p>
          <a:p>
            <a:r>
              <a:rPr lang="en-US" sz="800" dirty="0"/>
              <a:t> 25 11 12 1203</a:t>
            </a:r>
          </a:p>
        </p:txBody>
      </p:sp>
      <p:sp>
        <p:nvSpPr>
          <p:cNvPr id="21" name="TextBox 20">
            <a:extLst>
              <a:ext uri="{FF2B5EF4-FFF2-40B4-BE49-F238E27FC236}">
                <a16:creationId xmlns:a16="http://schemas.microsoft.com/office/drawing/2014/main" id="{3A8628C4-F9C0-ADD2-DE6E-9063C1AD40F4}"/>
              </a:ext>
            </a:extLst>
          </p:cNvPr>
          <p:cNvSpPr txBox="1"/>
          <p:nvPr/>
        </p:nvSpPr>
        <p:spPr>
          <a:xfrm>
            <a:off x="1597397" y="597220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b="1" dirty="0"/>
              <a:t>Represents a Sub SOP</a:t>
            </a:r>
          </a:p>
        </p:txBody>
      </p:sp>
      <p:sp>
        <p:nvSpPr>
          <p:cNvPr id="55" name="TextBox 54">
            <a:extLst>
              <a:ext uri="{FF2B5EF4-FFF2-40B4-BE49-F238E27FC236}">
                <a16:creationId xmlns:a16="http://schemas.microsoft.com/office/drawing/2014/main" id="{84CFC4A8-FF05-93A7-16B0-E5C732CB5305}"/>
              </a:ext>
            </a:extLst>
          </p:cNvPr>
          <p:cNvSpPr txBox="1"/>
          <p:nvPr/>
        </p:nvSpPr>
        <p:spPr>
          <a:xfrm>
            <a:off x="2073152" y="4745267"/>
            <a:ext cx="8462326" cy="830997"/>
          </a:xfrm>
          <a:prstGeom prst="rect">
            <a:avLst/>
          </a:prstGeom>
          <a:noFill/>
        </p:spPr>
        <p:txBody>
          <a:bodyPr wrap="square" rtlCol="0">
            <a:spAutoFit/>
          </a:bodyPr>
          <a:lstStyle/>
          <a:p>
            <a:pPr algn="ctr"/>
            <a:r>
              <a:rPr lang="en-US" sz="1600" b="1" dirty="0"/>
              <a:t>It is important to understand that every action in any part of this has an impact on other areas so it behooves  each  and one of us to  practice daily and diligently as trainees in other areas need your input to train .</a:t>
            </a:r>
          </a:p>
        </p:txBody>
      </p:sp>
      <p:grpSp>
        <p:nvGrpSpPr>
          <p:cNvPr id="66" name="Group 65">
            <a:extLst>
              <a:ext uri="{FF2B5EF4-FFF2-40B4-BE49-F238E27FC236}">
                <a16:creationId xmlns:a16="http://schemas.microsoft.com/office/drawing/2014/main" id="{D3423085-2497-ED5F-ED1C-6C73948C6016}"/>
              </a:ext>
            </a:extLst>
          </p:cNvPr>
          <p:cNvGrpSpPr/>
          <p:nvPr/>
        </p:nvGrpSpPr>
        <p:grpSpPr>
          <a:xfrm>
            <a:off x="1597397" y="1319348"/>
            <a:ext cx="9144523" cy="3173182"/>
            <a:chOff x="1597397" y="1895816"/>
            <a:chExt cx="9144523" cy="3173182"/>
          </a:xfrm>
        </p:grpSpPr>
        <p:sp>
          <p:nvSpPr>
            <p:cNvPr id="18" name="Flowchart: Process 17">
              <a:extLst>
                <a:ext uri="{FF2B5EF4-FFF2-40B4-BE49-F238E27FC236}">
                  <a16:creationId xmlns:a16="http://schemas.microsoft.com/office/drawing/2014/main" id="{6E15E37E-B4B8-018E-F8C3-64A83B59F4B7}"/>
                </a:ext>
              </a:extLst>
            </p:cNvPr>
            <p:cNvSpPr/>
            <p:nvPr/>
          </p:nvSpPr>
          <p:spPr>
            <a:xfrm>
              <a:off x="7852012" y="4002981"/>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Fin. plan to Report</a:t>
              </a:r>
            </a:p>
          </p:txBody>
        </p:sp>
        <p:sp>
          <p:nvSpPr>
            <p:cNvPr id="17" name="Flowchart: Process 16">
              <a:extLst>
                <a:ext uri="{FF2B5EF4-FFF2-40B4-BE49-F238E27FC236}">
                  <a16:creationId xmlns:a16="http://schemas.microsoft.com/office/drawing/2014/main" id="{E1902368-1EAD-67DB-350B-7EB56EDDA487}"/>
                </a:ext>
              </a:extLst>
            </p:cNvPr>
            <p:cNvSpPr/>
            <p:nvPr/>
          </p:nvSpPr>
          <p:spPr>
            <a:xfrm>
              <a:off x="5596085" y="4010695"/>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Count to Adjust</a:t>
              </a:r>
            </a:p>
          </p:txBody>
        </p:sp>
        <p:sp>
          <p:nvSpPr>
            <p:cNvPr id="16" name="Flowchart: Process 15">
              <a:extLst>
                <a:ext uri="{FF2B5EF4-FFF2-40B4-BE49-F238E27FC236}">
                  <a16:creationId xmlns:a16="http://schemas.microsoft.com/office/drawing/2014/main" id="{687794C2-BB51-EFBE-3B96-E382FFCE6A14}"/>
                </a:ext>
              </a:extLst>
            </p:cNvPr>
            <p:cNvSpPr/>
            <p:nvPr/>
          </p:nvSpPr>
          <p:spPr>
            <a:xfrm>
              <a:off x="3375789" y="4019585"/>
              <a:ext cx="1791208"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tx1"/>
                  </a:solidFill>
                </a:rPr>
                <a:t>Procure to Pay</a:t>
              </a:r>
            </a:p>
          </p:txBody>
        </p:sp>
        <p:sp>
          <p:nvSpPr>
            <p:cNvPr id="15" name="Flowchart: Process 14">
              <a:extLst>
                <a:ext uri="{FF2B5EF4-FFF2-40B4-BE49-F238E27FC236}">
                  <a16:creationId xmlns:a16="http://schemas.microsoft.com/office/drawing/2014/main" id="{B4A817C9-AAD9-C5B7-E924-0B7A6FC4B3F6}"/>
                </a:ext>
              </a:extLst>
            </p:cNvPr>
            <p:cNvSpPr/>
            <p:nvPr/>
          </p:nvSpPr>
          <p:spPr>
            <a:xfrm>
              <a:off x="1597397" y="1895816"/>
              <a:ext cx="9144523" cy="1049413"/>
            </a:xfrm>
            <a:prstGeom prst="flowChartProcess">
              <a:avLst/>
            </a:prstGeom>
            <a:solidFill>
              <a:schemeClr val="bg1">
                <a:lumMod val="8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tx1"/>
                  </a:solidFill>
                </a:rPr>
                <a:t>Quote to Cash</a:t>
              </a:r>
            </a:p>
          </p:txBody>
        </p:sp>
        <p:sp>
          <p:nvSpPr>
            <p:cNvPr id="6" name="TextBox 5">
              <a:extLst>
                <a:ext uri="{FF2B5EF4-FFF2-40B4-BE49-F238E27FC236}">
                  <a16:creationId xmlns:a16="http://schemas.microsoft.com/office/drawing/2014/main" id="{BF7AD1D1-0ABE-DF39-DB03-AA0D5DDC75B8}"/>
                </a:ext>
              </a:extLst>
            </p:cNvPr>
            <p:cNvSpPr txBox="1"/>
            <p:nvPr/>
          </p:nvSpPr>
          <p:spPr>
            <a:xfrm>
              <a:off x="3250887" y="2162494"/>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1.Quote to Sales Order</a:t>
              </a:r>
            </a:p>
          </p:txBody>
        </p:sp>
        <p:sp>
          <p:nvSpPr>
            <p:cNvPr id="7" name="TextBox 6">
              <a:extLst>
                <a:ext uri="{FF2B5EF4-FFF2-40B4-BE49-F238E27FC236}">
                  <a16:creationId xmlns:a16="http://schemas.microsoft.com/office/drawing/2014/main" id="{4F30204D-DAB0-84E5-FA64-273F7758AF49}"/>
                </a:ext>
              </a:extLst>
            </p:cNvPr>
            <p:cNvSpPr txBox="1"/>
            <p:nvPr/>
          </p:nvSpPr>
          <p:spPr>
            <a:xfrm>
              <a:off x="4534857" y="2162494"/>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2.Sales order to Picking</a:t>
              </a:r>
            </a:p>
          </p:txBody>
        </p:sp>
        <p:sp>
          <p:nvSpPr>
            <p:cNvPr id="9" name="TextBox 8">
              <a:extLst>
                <a:ext uri="{FF2B5EF4-FFF2-40B4-BE49-F238E27FC236}">
                  <a16:creationId xmlns:a16="http://schemas.microsoft.com/office/drawing/2014/main" id="{CB7F143A-38D2-1FB8-2250-0A85D8D71B15}"/>
                </a:ext>
              </a:extLst>
            </p:cNvPr>
            <p:cNvSpPr txBox="1"/>
            <p:nvPr/>
          </p:nvSpPr>
          <p:spPr>
            <a:xfrm>
              <a:off x="5977289" y="2162493"/>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3.Picking to Invoicing</a:t>
              </a:r>
            </a:p>
          </p:txBody>
        </p:sp>
        <p:sp>
          <p:nvSpPr>
            <p:cNvPr id="10" name="TextBox 9">
              <a:extLst>
                <a:ext uri="{FF2B5EF4-FFF2-40B4-BE49-F238E27FC236}">
                  <a16:creationId xmlns:a16="http://schemas.microsoft.com/office/drawing/2014/main" id="{57F032FF-851B-BB0B-5395-0A83643D7A97}"/>
                </a:ext>
              </a:extLst>
            </p:cNvPr>
            <p:cNvSpPr txBox="1"/>
            <p:nvPr/>
          </p:nvSpPr>
          <p:spPr>
            <a:xfrm>
              <a:off x="7449507" y="2162492"/>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4.Invoicing to Cash</a:t>
              </a:r>
            </a:p>
          </p:txBody>
        </p:sp>
        <p:sp>
          <p:nvSpPr>
            <p:cNvPr id="11" name="TextBox 10">
              <a:extLst>
                <a:ext uri="{FF2B5EF4-FFF2-40B4-BE49-F238E27FC236}">
                  <a16:creationId xmlns:a16="http://schemas.microsoft.com/office/drawing/2014/main" id="{C59B5FD6-B9A8-1B55-9512-780C0437C239}"/>
                </a:ext>
              </a:extLst>
            </p:cNvPr>
            <p:cNvSpPr txBox="1"/>
            <p:nvPr/>
          </p:nvSpPr>
          <p:spPr>
            <a:xfrm>
              <a:off x="8796027" y="2162884"/>
              <a:ext cx="1015649"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5.Return to Credit</a:t>
              </a:r>
            </a:p>
          </p:txBody>
        </p:sp>
        <p:sp>
          <p:nvSpPr>
            <p:cNvPr id="12" name="TextBox 11">
              <a:extLst>
                <a:ext uri="{FF2B5EF4-FFF2-40B4-BE49-F238E27FC236}">
                  <a16:creationId xmlns:a16="http://schemas.microsoft.com/office/drawing/2014/main" id="{AA0A5D5D-75F1-69CF-F372-641ECA1F7108}"/>
                </a:ext>
              </a:extLst>
            </p:cNvPr>
            <p:cNvSpPr txBox="1"/>
            <p:nvPr/>
          </p:nvSpPr>
          <p:spPr>
            <a:xfrm>
              <a:off x="3699947" y="4483755"/>
              <a:ext cx="123757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Replenishment Re com. to Pay</a:t>
              </a:r>
            </a:p>
          </p:txBody>
        </p:sp>
        <p:sp>
          <p:nvSpPr>
            <p:cNvPr id="13" name="TextBox 12">
              <a:extLst>
                <a:ext uri="{FF2B5EF4-FFF2-40B4-BE49-F238E27FC236}">
                  <a16:creationId xmlns:a16="http://schemas.microsoft.com/office/drawing/2014/main" id="{AC2EA72D-8410-4BFC-7371-96941DFF8A52}"/>
                </a:ext>
              </a:extLst>
            </p:cNvPr>
            <p:cNvSpPr txBox="1"/>
            <p:nvPr/>
          </p:nvSpPr>
          <p:spPr>
            <a:xfrm>
              <a:off x="5820220" y="4504772"/>
              <a:ext cx="133953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Physical Cycle Count to Update</a:t>
              </a:r>
            </a:p>
          </p:txBody>
        </p:sp>
        <p:sp>
          <p:nvSpPr>
            <p:cNvPr id="14" name="TextBox 13">
              <a:extLst>
                <a:ext uri="{FF2B5EF4-FFF2-40B4-BE49-F238E27FC236}">
                  <a16:creationId xmlns:a16="http://schemas.microsoft.com/office/drawing/2014/main" id="{642EC26B-7F62-2C3A-8555-1EEEB1AA1937}"/>
                </a:ext>
              </a:extLst>
            </p:cNvPr>
            <p:cNvSpPr txBox="1"/>
            <p:nvPr/>
          </p:nvSpPr>
          <p:spPr>
            <a:xfrm>
              <a:off x="8074427" y="4385810"/>
              <a:ext cx="1339537" cy="471755"/>
            </a:xfrm>
            <a:prstGeom prst="flowChartInternalStorage">
              <a:avLst/>
            </a:prstGeom>
            <a:solidFill>
              <a:srgbClr val="FFFF00"/>
            </a:solidFill>
            <a:ln>
              <a:solidFill>
                <a:schemeClr val="tx1"/>
              </a:solidFill>
            </a:ln>
          </p:spPr>
          <p:txBody>
            <a:bodyPr wrap="square" rtlCol="0">
              <a:spAutoFit/>
            </a:bodyPr>
            <a:lstStyle/>
            <a:p>
              <a:pPr algn="ctr"/>
              <a:r>
                <a:rPr lang="en-US" sz="1050" dirty="0"/>
                <a:t>Month end Processing</a:t>
              </a:r>
            </a:p>
          </p:txBody>
        </p:sp>
        <p:cxnSp>
          <p:nvCxnSpPr>
            <p:cNvPr id="19" name="Connector: Elbow 18">
              <a:extLst>
                <a:ext uri="{FF2B5EF4-FFF2-40B4-BE49-F238E27FC236}">
                  <a16:creationId xmlns:a16="http://schemas.microsoft.com/office/drawing/2014/main" id="{6C04CA20-B252-FD12-FA34-EFF4BE96AF2A}"/>
                </a:ext>
              </a:extLst>
            </p:cNvPr>
            <p:cNvCxnSpPr>
              <a:cxnSpLocks/>
              <a:stCxn id="7" idx="2"/>
              <a:endCxn id="4" idx="0"/>
            </p:cNvCxnSpPr>
            <p:nvPr/>
          </p:nvCxnSpPr>
          <p:spPr>
            <a:xfrm rot="5400000">
              <a:off x="4192071" y="2707924"/>
              <a:ext cx="924286" cy="776937"/>
            </a:xfrm>
            <a:prstGeom prst="bentConnector3">
              <a:avLst>
                <a:gd name="adj1" fmla="val 65345"/>
              </a:avLst>
            </a:prstGeom>
            <a:ln w="38100" cmpd="dbl">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C7E3A957-7CC8-0E57-A798-3D8C18051441}"/>
                </a:ext>
              </a:extLst>
            </p:cNvPr>
            <p:cNvCxnSpPr>
              <a:cxnSpLocks/>
              <a:stCxn id="9" idx="2"/>
              <a:endCxn id="4" idx="0"/>
            </p:cNvCxnSpPr>
            <p:nvPr/>
          </p:nvCxnSpPr>
          <p:spPr>
            <a:xfrm rot="5400000">
              <a:off x="4913287" y="1986707"/>
              <a:ext cx="924287" cy="2219369"/>
            </a:xfrm>
            <a:prstGeom prst="bentConnector3">
              <a:avLst>
                <a:gd name="adj1" fmla="val 65327"/>
              </a:avLst>
            </a:prstGeom>
            <a:ln w="38100" cmpd="dbl">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DAD9F0D4-2F75-08AD-8111-C2E8AFA5FDFA}"/>
                </a:ext>
              </a:extLst>
            </p:cNvPr>
            <p:cNvCxnSpPr>
              <a:cxnSpLocks/>
              <a:stCxn id="9" idx="2"/>
              <a:endCxn id="31" idx="0"/>
            </p:cNvCxnSpPr>
            <p:nvPr/>
          </p:nvCxnSpPr>
          <p:spPr>
            <a:xfrm rot="16200000" flipH="1">
              <a:off x="7146154" y="1973207"/>
              <a:ext cx="924287" cy="2246367"/>
            </a:xfrm>
            <a:prstGeom prst="bentConnector3">
              <a:avLst>
                <a:gd name="adj1" fmla="val 64631"/>
              </a:avLst>
            </a:prstGeom>
            <a:ln w="381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nector: Elbow 76">
              <a:extLst>
                <a:ext uri="{FF2B5EF4-FFF2-40B4-BE49-F238E27FC236}">
                  <a16:creationId xmlns:a16="http://schemas.microsoft.com/office/drawing/2014/main" id="{CD59BCEE-3236-6B1F-9391-0E65D5031B28}"/>
                </a:ext>
              </a:extLst>
            </p:cNvPr>
            <p:cNvCxnSpPr>
              <a:cxnSpLocks/>
              <a:stCxn id="10" idx="2"/>
              <a:endCxn id="31" idx="0"/>
            </p:cNvCxnSpPr>
            <p:nvPr/>
          </p:nvCxnSpPr>
          <p:spPr>
            <a:xfrm rot="16200000" flipH="1">
              <a:off x="7882262" y="2709316"/>
              <a:ext cx="924288" cy="774149"/>
            </a:xfrm>
            <a:prstGeom prst="bentConnector3">
              <a:avLst>
                <a:gd name="adj1" fmla="val 64631"/>
              </a:avLst>
            </a:prstGeom>
            <a:ln w="38100" cmpd="dbl">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4F220391-FCA0-D276-615C-331F8F81B411}"/>
                </a:ext>
              </a:extLst>
            </p:cNvPr>
            <p:cNvCxnSpPr>
              <a:cxnSpLocks/>
              <a:stCxn id="6" idx="3"/>
              <a:endCxn id="7" idx="1"/>
            </p:cNvCxnSpPr>
            <p:nvPr/>
          </p:nvCxnSpPr>
          <p:spPr>
            <a:xfrm>
              <a:off x="4266536" y="2398372"/>
              <a:ext cx="268321" cy="0"/>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2CDB6DDB-77CD-539D-C549-D2D5C77D9B2A}"/>
                </a:ext>
              </a:extLst>
            </p:cNvPr>
            <p:cNvCxnSpPr>
              <a:cxnSpLocks/>
              <a:stCxn id="7" idx="3"/>
              <a:endCxn id="9" idx="1"/>
            </p:cNvCxnSpPr>
            <p:nvPr/>
          </p:nvCxnSpPr>
          <p:spPr>
            <a:xfrm flipV="1">
              <a:off x="5550506" y="2398371"/>
              <a:ext cx="426783" cy="1"/>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6D438D13-1ECD-B757-E58A-C08E2FABB0C4}"/>
                </a:ext>
              </a:extLst>
            </p:cNvPr>
            <p:cNvCxnSpPr>
              <a:cxnSpLocks/>
              <a:stCxn id="9" idx="3"/>
              <a:endCxn id="10" idx="1"/>
            </p:cNvCxnSpPr>
            <p:nvPr/>
          </p:nvCxnSpPr>
          <p:spPr>
            <a:xfrm flipV="1">
              <a:off x="6992938" y="2398370"/>
              <a:ext cx="456569" cy="1"/>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A1F48C98-92AE-3E16-2D8A-573FC9763A00}"/>
                </a:ext>
              </a:extLst>
            </p:cNvPr>
            <p:cNvCxnSpPr>
              <a:cxnSpLocks/>
              <a:stCxn id="10" idx="3"/>
              <a:endCxn id="11" idx="1"/>
            </p:cNvCxnSpPr>
            <p:nvPr/>
          </p:nvCxnSpPr>
          <p:spPr>
            <a:xfrm>
              <a:off x="8465156" y="2398370"/>
              <a:ext cx="330871" cy="392"/>
            </a:xfrm>
            <a:prstGeom prst="straightConnector1">
              <a:avLst/>
            </a:prstGeom>
            <a:ln w="38100" cmpd="dbl">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 name="Flowchart: Or 3">
              <a:extLst>
                <a:ext uri="{FF2B5EF4-FFF2-40B4-BE49-F238E27FC236}">
                  <a16:creationId xmlns:a16="http://schemas.microsoft.com/office/drawing/2014/main" id="{CF5F4D7A-0626-7ECA-B571-E9ED54D6AB44}"/>
                </a:ext>
              </a:extLst>
            </p:cNvPr>
            <p:cNvSpPr/>
            <p:nvPr/>
          </p:nvSpPr>
          <p:spPr>
            <a:xfrm>
              <a:off x="4192801"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0" name="Flowchart: Or 29">
              <a:extLst>
                <a:ext uri="{FF2B5EF4-FFF2-40B4-BE49-F238E27FC236}">
                  <a16:creationId xmlns:a16="http://schemas.microsoft.com/office/drawing/2014/main" id="{EC7D781A-E01C-C640-AF6A-65C7E5F18E9A}"/>
                </a:ext>
              </a:extLst>
            </p:cNvPr>
            <p:cNvSpPr/>
            <p:nvPr/>
          </p:nvSpPr>
          <p:spPr>
            <a:xfrm>
              <a:off x="6412791"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sp>
          <p:nvSpPr>
            <p:cNvPr id="31" name="Flowchart: Or 30">
              <a:extLst>
                <a:ext uri="{FF2B5EF4-FFF2-40B4-BE49-F238E27FC236}">
                  <a16:creationId xmlns:a16="http://schemas.microsoft.com/office/drawing/2014/main" id="{7774CC16-0D9C-181B-C808-4447CC0891AC}"/>
                </a:ext>
              </a:extLst>
            </p:cNvPr>
            <p:cNvSpPr/>
            <p:nvPr/>
          </p:nvSpPr>
          <p:spPr>
            <a:xfrm>
              <a:off x="8658537" y="3558535"/>
              <a:ext cx="145888" cy="127099"/>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a:solidFill>
                  <a:schemeClr val="tx1"/>
                </a:solidFill>
              </a:endParaRPr>
            </a:p>
          </p:txBody>
        </p:sp>
        <p:cxnSp>
          <p:nvCxnSpPr>
            <p:cNvPr id="44" name="Straight Arrow Connector 43">
              <a:extLst>
                <a:ext uri="{FF2B5EF4-FFF2-40B4-BE49-F238E27FC236}">
                  <a16:creationId xmlns:a16="http://schemas.microsoft.com/office/drawing/2014/main" id="{95AC9BAE-AAA1-4FD9-D48F-BF4890C1891A}"/>
                </a:ext>
              </a:extLst>
            </p:cNvPr>
            <p:cNvCxnSpPr>
              <a:cxnSpLocks/>
              <a:stCxn id="4" idx="4"/>
              <a:endCxn id="16" idx="0"/>
            </p:cNvCxnSpPr>
            <p:nvPr/>
          </p:nvCxnSpPr>
          <p:spPr>
            <a:xfrm>
              <a:off x="4265745" y="3685634"/>
              <a:ext cx="5648" cy="33395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678BC69-7C9F-EBA9-5B82-2DB47F0A2D37}"/>
                </a:ext>
              </a:extLst>
            </p:cNvPr>
            <p:cNvCxnSpPr>
              <a:cxnSpLocks/>
              <a:stCxn id="30" idx="4"/>
              <a:endCxn id="17" idx="0"/>
            </p:cNvCxnSpPr>
            <p:nvPr/>
          </p:nvCxnSpPr>
          <p:spPr>
            <a:xfrm>
              <a:off x="6485735" y="3685634"/>
              <a:ext cx="5954" cy="325061"/>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73DE5B3-ADA7-451E-B9A2-124087B0A1CD}"/>
                </a:ext>
              </a:extLst>
            </p:cNvPr>
            <p:cNvCxnSpPr>
              <a:cxnSpLocks/>
              <a:stCxn id="31" idx="4"/>
              <a:endCxn id="18" idx="0"/>
            </p:cNvCxnSpPr>
            <p:nvPr/>
          </p:nvCxnSpPr>
          <p:spPr>
            <a:xfrm>
              <a:off x="8731481" y="3685634"/>
              <a:ext cx="16135" cy="317347"/>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7153DD68-FC69-D716-5BA0-43FE1E4F47FA}"/>
                </a:ext>
              </a:extLst>
            </p:cNvPr>
            <p:cNvCxnSpPr>
              <a:cxnSpLocks/>
              <a:stCxn id="9" idx="2"/>
              <a:endCxn id="30" idx="0"/>
            </p:cNvCxnSpPr>
            <p:nvPr/>
          </p:nvCxnSpPr>
          <p:spPr>
            <a:xfrm>
              <a:off x="6485114" y="2634248"/>
              <a:ext cx="621" cy="924287"/>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68" name="Parlance">
            <a:extLst>
              <a:ext uri="{FF2B5EF4-FFF2-40B4-BE49-F238E27FC236}">
                <a16:creationId xmlns:a16="http://schemas.microsoft.com/office/drawing/2014/main" id="{B9B76DB0-4CF9-4923-00C7-7A01803034F1}"/>
              </a:ext>
            </a:extLst>
          </p:cNvPr>
          <p:cNvSpPr txBox="1"/>
          <p:nvPr/>
        </p:nvSpPr>
        <p:spPr>
          <a:xfrm>
            <a:off x="1835315" y="745372"/>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8" name="-S003. Pictoral Service to Cash Work Flow">
            <a:extLst>
              <a:ext uri="{FF2B5EF4-FFF2-40B4-BE49-F238E27FC236}">
                <a16:creationId xmlns:a16="http://schemas.microsoft.com/office/drawing/2014/main" id="{3D895848-08E7-4F21-F1D5-A21018F31E7F}"/>
              </a:ext>
            </a:extLst>
          </p:cNvPr>
          <p:cNvSpPr txBox="1">
            <a:spLocks/>
          </p:cNvSpPr>
          <p:nvPr/>
        </p:nvSpPr>
        <p:spPr>
          <a:xfrm>
            <a:off x="838198" y="162630"/>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S003.  Pictorial representation of  Quote to Cash similar to Service to Cash   - At PPS Service</a:t>
            </a:r>
          </a:p>
        </p:txBody>
      </p:sp>
    </p:spTree>
    <p:extLst>
      <p:ext uri="{BB962C8B-B14F-4D97-AF65-F5344CB8AC3E}">
        <p14:creationId xmlns:p14="http://schemas.microsoft.com/office/powerpoint/2010/main" val="3146442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BAEEC-1F2E-8DFF-13B7-FBAE34B9771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6B1E9F6-2458-7C63-7686-875D57FD342C}"/>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23641321-3B27-FC58-06DA-91B3F92E8E26}"/>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71C21386-9D87-C9EF-C26A-DFC2DEB4A481}"/>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2C0D08E0-942F-2B17-1DDF-7164D3538397}"/>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7D336278-337A-A408-F5F4-964EB430DE51}"/>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54602DC5-F426-1FB1-B185-03858EA7921C}"/>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4812B52C-963E-0619-C585-344D3D1B27E7}"/>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4741FA21-E2D0-0FE9-D680-9B7B5637DB8B}"/>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22B30CB8-7D55-C30F-9D0F-77D07E62935D}"/>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BFA64AB0-2A8F-BC9D-EFCC-8DBA1938747D}"/>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FE6856BE-ABA6-E966-BCAC-D34A582AFD49}"/>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F2CD35C1-8032-8FEA-6AD6-53514F1B53E7}"/>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F6D87316-5136-A8F4-C50B-890A5626A640}"/>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9F1D1671-46B8-71E3-3FEC-C8BC1FA3C965}"/>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BE72A439-7C1F-7655-3289-EE9CC618C12E}"/>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BFB28413-E356-AF28-11DE-99075212B4AD}"/>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C01359E1-0FC5-B673-D326-A6A229316E63}"/>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19B5B8F0-DF6F-99EE-B922-15FFAF5380D3}"/>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27112126-D9BD-D6D5-73CE-0FE2A04CEFD7}"/>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47804BAB-D2B9-69A6-408B-9BDAA0C8AE3B}"/>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8ED2C131-7A3A-899E-FEB8-9261BB55FE01}"/>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6F72753A-9216-A916-D5AA-E8DD38DE80C6}"/>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9B83892B-621F-05BC-2300-D095A475A99E}"/>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76BCE314-E08E-6CF6-2AFF-B961DBDB8A00}"/>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02BFE98F-5AE9-9738-3FDA-4AF1B9C5236E}"/>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A84B0080-8376-3498-AC43-A17579FBE264}"/>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6ACE5972-E6DE-5676-0D3D-23DF4D8DD49E}"/>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6D936F94-A1A7-6B7C-9F4A-EF28DEF1386E}"/>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A26EC00E-0A5F-DF03-15ED-53FD6F2CA612}"/>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87221550-D496-D2B7-9BF7-EFB1F9B03589}"/>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4A416E1F-5F81-6FFF-6545-5F290CCCE3B8}"/>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4A76C601-3C0D-C83A-60AB-E5688CC4E119}"/>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71DF2D97-7E6B-2EF6-46C6-3F16AC0CBC62}"/>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5AF82DA3-F299-F9EB-90FB-C2E0FA94FC02}"/>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E7720A0D-4B9D-4489-FA56-0FB8302A80AB}"/>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BD075333-F391-A4EB-B0E8-7039B5FD0F24}"/>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8ABF284B-5189-ECA9-1A52-1DAFAAB50AF4}"/>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397C85C-60A0-7BF9-4305-9735AE650DC4}"/>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15A5A97-9F6E-2557-A1EC-6160F750E4DC}"/>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B03084C5-19D9-104B-35C2-39E1C641FB46}"/>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EE78A682-CA54-4702-9469-F96721D2CC86}"/>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BB8E2A64-8EFF-BC6F-EDFA-030462652AC1}"/>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5550C97-43BA-0AC8-2F96-B6B149E8EE01}"/>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68C9C7A-9848-461D-9A8A-E6E1AF17B25F}"/>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8B171E40-069A-F451-8F2F-6C974546D207}"/>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28CA7AF-DDD4-56CC-0E4F-057D2990E3BB}"/>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32D3AF6-8347-0097-D160-CC79F647F3F8}"/>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21DB4962-CCB1-63C4-A44E-C5BA45DBD93A}"/>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213273D8-AA1A-301B-F4C4-F4EE3D835138}"/>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68661F0C-4E6E-DEBB-4C6E-73B20BF3FA07}"/>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23983BF1-72C3-D72D-8EA5-053B5351C31D}"/>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D62EF9A9-FCE5-6753-010E-EA27D1F903C2}"/>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F342C44E-7092-9672-3D52-C210F03528AA}"/>
              </a:ext>
            </a:extLst>
          </p:cNvPr>
          <p:cNvSpPr/>
          <p:nvPr/>
        </p:nvSpPr>
        <p:spPr>
          <a:xfrm>
            <a:off x="3388789" y="438332"/>
            <a:ext cx="5155275" cy="236348"/>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DA14F56C-B78A-23C0-4F8C-28D9E208DD02}"/>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BA711B5-0565-C484-C691-91EC6AF53B66}"/>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706FDB93-2679-C927-0901-4B0429109476}"/>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C49584C1-8883-8BA3-5115-E138369E5165}"/>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3470E049-4612-4BBE-2D83-66A9EB705923}"/>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F74373C8-D302-EB0D-22D6-F465A64BA301}"/>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2C905D46-DF8C-C383-4B81-91098C82AAC3}"/>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5DCE67D2-1960-0591-71E6-6EC350669196}"/>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M1. Rental process at Palco">
            <a:extLst>
              <a:ext uri="{FF2B5EF4-FFF2-40B4-BE49-F238E27FC236}">
                <a16:creationId xmlns:a16="http://schemas.microsoft.com/office/drawing/2014/main" id="{93CFC48F-7F5B-EDDB-0BF8-42EDFA6554A0}"/>
              </a:ext>
            </a:extLst>
          </p:cNvPr>
          <p:cNvSpPr>
            <a:spLocks noGrp="1"/>
          </p:cNvSpPr>
          <p:nvPr>
            <p:ph type="title"/>
          </p:nvPr>
        </p:nvSpPr>
        <p:spPr>
          <a:xfrm>
            <a:off x="726132" y="122387"/>
            <a:ext cx="10515600" cy="399216"/>
          </a:xfrm>
        </p:spPr>
        <p:txBody>
          <a:bodyPr>
            <a:noAutofit/>
          </a:bodyPr>
          <a:lstStyle/>
          <a:p>
            <a:pPr algn="ctr"/>
            <a:r>
              <a:rPr lang="en-US" sz="1800" b="1" dirty="0"/>
              <a:t>M1. Rental SOP  - PPS Service Rental</a:t>
            </a:r>
          </a:p>
        </p:txBody>
      </p:sp>
    </p:spTree>
    <p:extLst>
      <p:ext uri="{BB962C8B-B14F-4D97-AF65-F5344CB8AC3E}">
        <p14:creationId xmlns:p14="http://schemas.microsoft.com/office/powerpoint/2010/main" val="2563203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DD8FB-0815-BD09-1FF7-9033DCCCE1A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9D11EC8-3580-882A-40B1-33022D2343CB}"/>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77F91B3C-7F9F-E720-B06D-0233E667E79C}"/>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56B4E994-95B5-C67D-3E5F-1B305B8497B4}"/>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CA6B9985-330F-BEA2-3A94-5BAF2CDD9C2C}"/>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4A9605CF-E105-CA1D-9104-BE0E5D2A0BD3}"/>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2751961B-CBC2-7D7E-E3DE-DD5BAD6FF4E7}"/>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3167456A-4A20-73E3-5CF2-F8071E355F17}"/>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6CA3B7E7-F17F-3FCA-311F-B7042A8AC673}"/>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D8D4A2EA-C8E5-9F40-3135-C0370BF6FC70}"/>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412E2B73-9DB7-25EF-48A2-A64BC80052C1}"/>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624C0D18-0BC3-8877-3826-2E5D104B2E0F}"/>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FB7D0ACD-55D1-BA3E-D02E-0F211428A0E3}"/>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9447A11A-63C5-C381-54DB-511BD3410896}"/>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2CF08E2A-8FD6-6DD6-CDDF-DC55EE87260D}"/>
              </a:ext>
            </a:extLst>
          </p:cNvPr>
          <p:cNvCxnSpPr>
            <a:cxnSpLocks/>
            <a:stCxn id="14" idx="3"/>
            <a:endCxn id="105" idx="0"/>
          </p:cNvCxnSpPr>
          <p:nvPr/>
        </p:nvCxnSpPr>
        <p:spPr>
          <a:xfrm flipH="1">
            <a:off x="1129715" y="1766988"/>
            <a:ext cx="9949062" cy="657612"/>
          </a:xfrm>
          <a:prstGeom prst="bentConnector4">
            <a:avLst>
              <a:gd name="adj1" fmla="val -2298"/>
              <a:gd name="adj2" fmla="val 78387"/>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4503AE9D-B5B1-9ADC-238C-4E1A09B9CC41}"/>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DC4513D-B8A5-5347-8BB8-FD1ACFFEC072}"/>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72CCA694-D9E4-839D-04D9-C6BA9330E740}"/>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213A8004-1CB2-9CDF-0820-318FF2B2D023}"/>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A94B53EB-F551-4724-6662-AE9E55D9E015}"/>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C2C499CF-36AD-0D1E-0D92-4AA9615D8038}"/>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FC60B623-332D-EBCE-F679-C43229965066}"/>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652A66A3-D518-76F4-86AF-3942AE61500D}"/>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0AE03DEA-7690-8603-903B-8837AD87612E}"/>
              </a:ext>
            </a:extLst>
          </p:cNvPr>
          <p:cNvSpPr txBox="1"/>
          <p:nvPr/>
        </p:nvSpPr>
        <p:spPr>
          <a:xfrm>
            <a:off x="222076" y="2424600"/>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D2BF902E-3C20-356E-883F-76BD3EC365B0}"/>
              </a:ext>
            </a:extLst>
          </p:cNvPr>
          <p:cNvCxnSpPr>
            <a:cxnSpLocks/>
            <a:stCxn id="105" idx="2"/>
            <a:endCxn id="15" idx="1"/>
          </p:cNvCxnSpPr>
          <p:nvPr/>
        </p:nvCxnSpPr>
        <p:spPr>
          <a:xfrm rot="16200000" flipH="1">
            <a:off x="1082922" y="2994612"/>
            <a:ext cx="365114"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AAAC7EEA-3D75-B3C8-CF80-1F93F5A0F5E1}"/>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4A4EA937-8D24-2136-A82F-AA477BF152A5}"/>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54472AAF-C361-73D4-D549-B780109BB3D2}"/>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48B2106A-4D15-3407-2F02-8E468BE14F4C}"/>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BF8FE627-AB25-3884-6BE5-3B0B8C32DBB5}"/>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AE6F9D4F-A4A6-AB99-6496-2C69F5B0E0F9}"/>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F32BFE11-842C-8113-014B-13AED8C70A46}"/>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6B24895E-4F95-2C8B-1D7D-56B0CA272F90}"/>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732BEF58-BE79-D228-68B6-772C8AD884E5}"/>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D785C10F-B87D-D7EF-335B-28AADE727EE0}"/>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798AA75E-03CC-8AA5-700F-44266B80FC45}"/>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306E16AB-EDB5-611C-95D5-9C5C5947C9FC}"/>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2C86E468-1046-00A8-07A5-F97C9527AEA5}"/>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C156280-2370-F16B-319D-2F3C1BFEDC72}"/>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F8F4EA8-5B36-2231-A920-DD883D566517}"/>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86F331ED-0F78-5F4E-380D-708F374CAE8D}"/>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979CBD90-E3C4-B5FF-DDFA-AC9E94D946AB}"/>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372DD39-3AEB-AB69-9699-86EDA51CA918}"/>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7FA764E6-0437-E8FB-C646-CA3B2D75712C}"/>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C6DEDDF0-B72E-9576-5D9F-08D8FC6FD1AD}"/>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2A750597-BEFC-3675-B059-EB43DCA6C3F2}"/>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9FAC67CA-EF6A-A139-D707-14464E9F6CE0}"/>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E9C5A2ED-5FF0-B571-A2B4-D98C09025BCA}"/>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700F8B89-28F5-9C8E-5E67-F2678D217632}"/>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E49A6BD1-1ACD-6CA8-3852-B7786C9BB62D}"/>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833293B2-40E9-356D-BF24-CC409F75B6F2}"/>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A0DF48FD-0F15-54E4-2BA4-F45F916EFEA6}"/>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31537572-A752-5919-4515-0288FDBF82EE}"/>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A64684EB-A6D1-8293-050D-CF0AC74E5ED6}"/>
              </a:ext>
            </a:extLst>
          </p:cNvPr>
          <p:cNvSpPr/>
          <p:nvPr/>
        </p:nvSpPr>
        <p:spPr>
          <a:xfrm>
            <a:off x="47222" y="886457"/>
            <a:ext cx="1827842" cy="1273568"/>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CF37FDAB-9F6B-D19E-A541-ECD5B45DD7CC}"/>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7AA52AE-29D7-2F31-A104-FA86FCAF57EA}"/>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BE087D13-EA64-9819-BCD7-C5A092CE0F94}"/>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BCE229FB-22FA-58B6-8174-C79302FF9B05}"/>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C87E9170-C1D3-8CBC-430B-DF3E0B44AB19}"/>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F4DB377A-FF6A-A698-9231-320A4D138D77}"/>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D0944B10-9E06-E24A-A2A8-BE9012B49B00}"/>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B1CA0207-7CC5-F6EA-C8E7-F5DFF72CB76C}"/>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S1. Customer Places an order for a Rental Unit">
            <a:extLst>
              <a:ext uri="{FF2B5EF4-FFF2-40B4-BE49-F238E27FC236}">
                <a16:creationId xmlns:a16="http://schemas.microsoft.com/office/drawing/2014/main" id="{656402D8-EA46-7488-ADAE-E7F8CF312D28}"/>
              </a:ext>
            </a:extLst>
          </p:cNvPr>
          <p:cNvSpPr>
            <a:spLocks noGrp="1"/>
          </p:cNvSpPr>
          <p:nvPr>
            <p:ph type="title"/>
          </p:nvPr>
        </p:nvSpPr>
        <p:spPr>
          <a:xfrm>
            <a:off x="726132" y="122387"/>
            <a:ext cx="10515600" cy="399216"/>
          </a:xfrm>
        </p:spPr>
        <p:txBody>
          <a:bodyPr>
            <a:noAutofit/>
          </a:bodyPr>
          <a:lstStyle/>
          <a:p>
            <a:pPr algn="ctr"/>
            <a:r>
              <a:rPr lang="en-US" sz="1800" b="1" dirty="0"/>
              <a:t>S1. Customer Places an order for a Rental Unit - PPS Service Rental</a:t>
            </a:r>
          </a:p>
        </p:txBody>
      </p:sp>
    </p:spTree>
    <p:extLst>
      <p:ext uri="{BB962C8B-B14F-4D97-AF65-F5344CB8AC3E}">
        <p14:creationId xmlns:p14="http://schemas.microsoft.com/office/powerpoint/2010/main" val="37660796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E69E9-2FB9-48E8-96E2-ECA010087FC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4E9C468-CA1D-B8F1-2F21-95855105BAAA}"/>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8E0D884B-C863-BACD-C3C8-1F97ACB8F54E}"/>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B95F0EEA-5A9F-23C5-6EB1-99BAF7895407}"/>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171570FC-12CE-27FB-F6CE-4D0881C98956}"/>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F8E7A53B-EA50-8830-E7E8-1B5705FD400B}"/>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BBA7E0AF-B46A-93F2-7BFE-1F9AA88F3CE8}"/>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968CDE8C-2C1B-8AD0-D8CB-B316B2E2F9A4}"/>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C0EB3150-BEF0-0093-F6B8-29A0134C652D}"/>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1F411D8D-5559-C4E2-60DD-BEF843AD8293}"/>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581EBB28-524E-BDD2-DC75-0F76F2FD987C}"/>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C8512846-2AE4-A242-8D31-FCE16E4FECBD}"/>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483DDBB3-A074-DA55-CD1D-D856E7BFD374}"/>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A5FFA394-F30E-8D22-FC9B-33CD3CCA6DCC}"/>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60D95DAE-C1C5-AC98-342A-F09437261CCF}"/>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5FE4625A-09A6-72DD-7CBB-644FDE3EA034}"/>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B7291010-FC0A-7C22-B573-9AEB8F27D5B9}"/>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EBCC4B9E-4965-EB34-F8C5-B7B9B2E0F321}"/>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6B090B00-73C3-80B8-71BB-F2A4F7A24A9A}"/>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043062B7-5014-B2C8-63A0-6B6AE717368C}"/>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4B27B2E8-6E9C-D287-9DB7-33EC7A68C558}"/>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A0393A29-EA92-7F9B-5FC2-B5C84317DB98}"/>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8A18620C-4E02-16D9-62C5-68A3AD4AC624}"/>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44AD34CC-7B62-4863-62A3-CEC7B5D2434D}"/>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B4A4C08E-4A41-4284-9F04-14DEF3193749}"/>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8E2480DE-E12E-906A-500D-A452C70426EB}"/>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4BC03A02-453B-A32C-4A7C-351CF4A574A8}"/>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48F189EC-7201-6DFF-D40C-D0DDE3E1391B}"/>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02A7FF16-CFF1-26F8-78B7-C279D095FFC2}"/>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DE7382FB-EA48-DCF7-C3AA-6966282DF8F5}"/>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3342A6F4-7BAB-4D2A-0101-646B9AD25851}"/>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59618CC4-3254-3E98-D060-C088B6EFF10B}"/>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CC7FE9E9-B473-9908-C560-BF8B7F894344}"/>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2A169379-6633-CC6F-FE96-631CC48B7773}"/>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EBCFDF6C-9CC0-9862-D8C5-A1FCD32D6491}"/>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C9EFD831-7590-03CD-D5EF-B51011CDF10D}"/>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543026F5-9E46-B6CF-7031-1E2AA69EFEBF}"/>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E2F9821F-8C5A-B656-2BE5-45AD5BA3FC46}"/>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6B6BB2C-831E-D152-DBD1-2836C5B902FF}"/>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6A0CABC-595B-5EF8-8588-AABBA07D5A0F}"/>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EA5AE1B0-B9F5-1EB2-1A26-1F0ACCC5FEF0}"/>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B04B72AE-8666-3D6F-C3CF-567A2691FDDE}"/>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2FCEF22-6FD5-44F5-D658-286A1B1BEA3F}"/>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DD1C49C-2070-B571-4819-BDCFE0E63CD8}"/>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23BDF7EE-D2E4-342B-C898-03AC2F000CC2}"/>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48D5109A-4706-F046-7866-A93FEAD9BDD1}"/>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7B4416F-ADDC-FB1F-ED6F-4ADBD2E7298E}"/>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508D998-8A67-D185-1493-2BB4D5F88EDC}"/>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847FD04A-8F59-F591-3548-A81C6A877B80}"/>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2196E309-9593-808D-7EB4-A4A15B7A490E}"/>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987B53EE-5136-5709-78A3-44E2EBAFD867}"/>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04CD433E-CC9C-777B-8D72-A1A90B5D3317}"/>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40CBF5A1-E330-90E4-FBA9-1B10FB135489}"/>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35428295-1A69-D16D-6C55-8EE30A5908DD}"/>
              </a:ext>
            </a:extLst>
          </p:cNvPr>
          <p:cNvSpPr/>
          <p:nvPr/>
        </p:nvSpPr>
        <p:spPr>
          <a:xfrm>
            <a:off x="1922115" y="889291"/>
            <a:ext cx="1827842" cy="1273568"/>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AB6E3EBE-D570-2892-A630-21661AD7FEB4}"/>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DFD53DA-69C0-0D32-8218-9D7CC3DD0334}"/>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07810391-A93C-1909-7F39-D9FA1BAC1678}"/>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AA100243-20A9-40D8-FF50-1BA5752E6841}"/>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4C10BDB1-2F92-F0CD-8D3E-E400FB4DC235}"/>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278845A2-62EF-530F-6CCB-F2643E861686}"/>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C9087DD2-FEA9-B50E-4925-03ECA6584AB4}"/>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A402F693-2065-AAA1-D0DA-B355BE53D243}"/>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S2. Create Rental Contract">
            <a:extLst>
              <a:ext uri="{FF2B5EF4-FFF2-40B4-BE49-F238E27FC236}">
                <a16:creationId xmlns:a16="http://schemas.microsoft.com/office/drawing/2014/main" id="{9F700F38-6B3F-4506-A33E-D2B04E7CCF53}"/>
              </a:ext>
            </a:extLst>
          </p:cNvPr>
          <p:cNvSpPr>
            <a:spLocks noGrp="1"/>
          </p:cNvSpPr>
          <p:nvPr>
            <p:ph type="title"/>
          </p:nvPr>
        </p:nvSpPr>
        <p:spPr>
          <a:xfrm>
            <a:off x="726132" y="122387"/>
            <a:ext cx="10515600" cy="399216"/>
          </a:xfrm>
        </p:spPr>
        <p:txBody>
          <a:bodyPr>
            <a:noAutofit/>
          </a:bodyPr>
          <a:lstStyle/>
          <a:p>
            <a:pPr algn="ctr"/>
            <a:r>
              <a:rPr lang="en-US" sz="1800" b="1" dirty="0"/>
              <a:t>S2. Create Rental Contract - PPS Service Rental</a:t>
            </a:r>
          </a:p>
        </p:txBody>
      </p:sp>
    </p:spTree>
    <p:extLst>
      <p:ext uri="{BB962C8B-B14F-4D97-AF65-F5344CB8AC3E}">
        <p14:creationId xmlns:p14="http://schemas.microsoft.com/office/powerpoint/2010/main" val="2969108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29C42-E939-FC1C-C2F5-28290B51F89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5247C68-6144-2480-1C9E-BDAAB6973B70}"/>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36E9F69B-52F3-3D05-0343-30D4C64ECB0D}"/>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5C41BD09-B24D-5BAB-82B7-16CA05D8B191}"/>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72A3043B-4886-0FD2-8260-FA300A9E4D2D}"/>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9325F2D1-87A1-8126-85A1-69B75A8FCF6A}"/>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547AFC33-81CD-6D3B-3BCD-4076C553BB38}"/>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0642B27B-33E7-59E9-4306-4C8073617C9B}"/>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1E96AD38-126F-7920-0761-28A6CE2D69E8}"/>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FCD645C4-EF6E-8143-8BC9-20C2CC3D8F16}"/>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2615F8C2-B6F8-29A7-DC5F-F5482637BBB9}"/>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EFC778AD-3783-3007-39C5-9D2194D15693}"/>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67A8CEF8-BF1E-A1C4-0A2B-C0ECDC4A9252}"/>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D3567066-1567-5D7A-325E-5B727025FF65}"/>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41052012-1199-8F8A-9346-408E5E37C783}"/>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CF20A213-A549-869E-2494-5FC489AE355D}"/>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DF4F00EF-080C-C302-0C6A-DD2F87747FD0}"/>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802BAF38-8662-47EA-DE01-CCE5D2766A5E}"/>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99E93550-CF49-0EB2-28EF-88C8A2764D25}"/>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643ED47A-090B-EE03-E337-CEA4672282EB}"/>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8E0B8A23-19F5-7556-E3EE-4DDDF9C15D82}"/>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1EA583CC-6974-24FB-4F9C-6F50A99C370D}"/>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0777D00F-D382-8023-0828-2DA74BBD50B5}"/>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629E237F-5F9B-93C9-EDF3-87BD822B6A4F}"/>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CA6D3C4D-8301-83D8-D46E-62E1FB3FC885}"/>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45CE6AC6-1346-938F-AC4B-FF2F08D0C995}"/>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48F0D2FC-8695-DAD6-1715-3A18EE2C7143}"/>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FDB4E487-49FC-70B2-A788-04FADFF3437E}"/>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F338310C-3E0F-724D-329E-895D4FEAD92E}"/>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B9EC626A-6449-8459-E162-95D9A6DFE680}"/>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9E13D130-B312-98A2-E7F6-CE53E2A4445A}"/>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0F2482DA-727F-9C50-396A-1DD5EFDEB5C2}"/>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6DFA2EC9-17BD-595F-E224-1621AEBE7BD0}"/>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46ABDDA5-3D83-21CC-55DE-12827B39374C}"/>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0D361A72-4BB5-2C01-4ACD-16084E1D59C1}"/>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D304010C-5488-7DA4-8322-E1A8CFA1CC49}"/>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F7360131-B27F-2C1E-1017-B1F7269AB10F}"/>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4DF27DD7-98A9-DFA3-1FF6-45B95729BFEB}"/>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9BF14A2-6BCD-2422-796F-C393B6D92A8B}"/>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2CDFBDB-D7C0-FF26-0070-B6F17E343102}"/>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48719666-1960-00BF-DC94-792DCB00E20B}"/>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F0097DE8-CC13-579F-DF43-2996F18B86AA}"/>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119579F-135C-FF24-92C5-94E55604859E}"/>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81123AE-1D7D-062D-FD79-20C3220D9224}"/>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4E5C453B-CD59-F44F-9E57-78C8E0F293F8}"/>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98937DAD-517A-AD56-DA00-1C946807BA4A}"/>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584517E-18DC-5F38-ACDD-A0030099CCFF}"/>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68876D5-21A6-09C9-ECCA-CF6579D29065}"/>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785C3E43-6440-C93F-D0DD-5DA4002ADF14}"/>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B7A9C685-63CC-C592-A478-4766E12BC27D}"/>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98D3F5F2-30FD-F97D-B7E8-D8526896B7C3}"/>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C89EAE77-8245-BDD7-AE47-33F8892AB380}"/>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06B590C7-E2C9-9B7A-1A49-40D13A238E32}"/>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2C74B8DB-BD08-3828-3822-4F2DB85BD89A}"/>
              </a:ext>
            </a:extLst>
          </p:cNvPr>
          <p:cNvSpPr/>
          <p:nvPr/>
        </p:nvSpPr>
        <p:spPr>
          <a:xfrm>
            <a:off x="3536480" y="708156"/>
            <a:ext cx="1827842" cy="1273568"/>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5FBFB879-8040-A863-9E55-7F952DDFE9D7}"/>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D1FDE24-D0EE-64A3-A69E-B55900CD429F}"/>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2B81DC83-6675-717B-91D9-62FA451204A2}"/>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086D4B69-8F4A-1234-CD03-CACDEFFF9B78}"/>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83F2C887-51BF-C4E4-5748-E3AB6484D13B}"/>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396992A5-26B4-3BD6-F31F-1971028ED689}"/>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790740C1-6D4A-E4EB-85DA-CF6E2E0B95E9}"/>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C0238064-678E-073A-F0A6-68993C831A89}"/>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D1. Decision Is a unit in Our Fleet available">
            <a:extLst>
              <a:ext uri="{FF2B5EF4-FFF2-40B4-BE49-F238E27FC236}">
                <a16:creationId xmlns:a16="http://schemas.microsoft.com/office/drawing/2014/main" id="{E2DA7A64-A2C2-F967-22C2-E7EFD1F5957C}"/>
              </a:ext>
            </a:extLst>
          </p:cNvPr>
          <p:cNvSpPr>
            <a:spLocks noGrp="1"/>
          </p:cNvSpPr>
          <p:nvPr>
            <p:ph type="title"/>
          </p:nvPr>
        </p:nvSpPr>
        <p:spPr>
          <a:xfrm>
            <a:off x="726132" y="122387"/>
            <a:ext cx="10515600" cy="399216"/>
          </a:xfrm>
        </p:spPr>
        <p:txBody>
          <a:bodyPr>
            <a:noAutofit/>
          </a:bodyPr>
          <a:lstStyle/>
          <a:p>
            <a:pPr algn="ctr"/>
            <a:r>
              <a:rPr lang="en-US" sz="1800" b="1" dirty="0"/>
              <a:t>D1. Decision Is a unit in Our Fleet available - PPS Service Rental</a:t>
            </a:r>
          </a:p>
        </p:txBody>
      </p:sp>
    </p:spTree>
    <p:extLst>
      <p:ext uri="{BB962C8B-B14F-4D97-AF65-F5344CB8AC3E}">
        <p14:creationId xmlns:p14="http://schemas.microsoft.com/office/powerpoint/2010/main" val="3397207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8AC4B-33E4-C899-3736-B10FCE7BF6F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5455A0E-59E4-C084-6682-4C14BE035FE7}"/>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EEBC8476-DFEE-EC1D-F328-0836FAF3BDBD}"/>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61031183-588D-B9D4-F49D-65AC02E63E41}"/>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358B8B78-5E14-21FE-F371-7DC3C6C75899}"/>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65D0A4C0-3B2B-17D8-6EB7-A98F35177607}"/>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F2D322AC-0C9D-96A1-B451-0DCCD0F48321}"/>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697B3962-FB8D-909E-5E8D-80A927731B65}"/>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7EC41718-557C-A384-20B6-48DDCB14D2A4}"/>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A1D12896-5082-B5D5-2563-FA308364712F}"/>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D6741A08-16F2-6EE8-E3CC-C652A21E8E08}"/>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C3BFC434-8582-1ACE-B225-26D0166E482F}"/>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3308ECB1-DF78-AB3F-A7D8-2FBEC19B44D8}"/>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9CDD3926-78D0-50FC-DEB2-22A3EAE2D8DF}"/>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60D05DC9-3BD2-EDDD-43AB-606B1B323035}"/>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ED5E551D-A110-7FF2-372F-5C2C1895F412}"/>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2B399199-9826-EC09-85B1-4BEAC0B0496C}"/>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D736E61F-B1EE-EAEC-8815-3B5CB9446687}"/>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B21BEE29-5102-D9BF-357E-FD41E07AE413}"/>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4DC77145-5FC9-FA2F-1F1A-94183CE07628}"/>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AD17CE25-B1CB-2C1F-0C07-7C4E256440E7}"/>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FA886990-7CA2-069E-609F-B1C16EA9D8D6}"/>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0C20CB41-B397-5F9E-8DAD-B69545A8AA20}"/>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1AD2F9A8-AD53-9FAC-1539-557CF7FA4C61}"/>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C8DD2741-A206-ACD6-30BE-DFC783FAE77D}"/>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037FC5D8-2F4F-7FCC-543F-99ABAF194C14}"/>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9A97F2D2-CC15-C725-E098-79CDF726B548}"/>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200CEA05-EF71-72B0-4962-C55CAC487603}"/>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23644DB1-E298-6EBA-65A3-681A2C1FA0F8}"/>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A3E32289-9EF6-7FB0-C371-0ECF92713BD7}"/>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988AD8A5-E18A-5748-F959-5726966C3702}"/>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99EE44C5-9BE1-36B3-8A40-28E7F72A2655}"/>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F6103C17-DCE6-2FD1-1F61-16ABF393D7AC}"/>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D1471E3E-FD96-22F8-0B5F-81EE9B4468B6}"/>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BB660F23-AD02-BF55-0A3B-DFA8ACC383B7}"/>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67B67430-1491-3E79-8490-7C607D3A2428}"/>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D9CBC709-6198-4555-1CC6-149D4740797D}"/>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C4CF1CA6-FF33-5674-253E-A920C9526077}"/>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00612AB-29CC-8F6B-375C-9E8D143E4DD0}"/>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CDF5687-3BA2-E278-6657-9D26F54ACC9C}"/>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12EC8608-E9DD-9A5B-E2DB-31680474E7BD}"/>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51F2F944-E105-9B38-80EA-148F45A48840}"/>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066815BE-6697-F4E7-E251-87FED27894EA}"/>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ABD85C9-5108-481B-7926-14D18C982EA7}"/>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2D53DAD-CC51-B64D-8849-8342B56E389A}"/>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B7E3D0E5-C8A1-AC1F-DB09-0D7206FD8235}"/>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61385B7B-FE3C-9F9A-0D6D-78142DC9CAB8}"/>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41FA46E3-84F9-1619-8F2F-CB94413A2A62}"/>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2BC16D35-31FF-8B1B-B7D2-8CF252C98F2C}"/>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3846534B-2F9A-752C-EA1A-52F8D42C5643}"/>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F8068179-516F-E1E2-AE0A-858C466A209D}"/>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89052C6F-33EA-9882-33AB-B56920CFB8B3}"/>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3DBF26B3-F967-98E7-03D0-9E259FDC6618}"/>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A3E1197B-7E45-D887-6C99-8640B1BBCAC3}"/>
              </a:ext>
            </a:extLst>
          </p:cNvPr>
          <p:cNvSpPr/>
          <p:nvPr/>
        </p:nvSpPr>
        <p:spPr>
          <a:xfrm>
            <a:off x="5070011" y="714880"/>
            <a:ext cx="1827842" cy="80150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902D0B9D-572E-9426-7EA2-92B2EB7A9B39}"/>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973B0DD-6060-2444-4CAA-226739F2EA5A}"/>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EE872796-2298-07E4-2053-C71B4D768D6B}"/>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9131F786-CE1E-FB79-6A14-E0C7D706BE13}"/>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37895DE2-295D-ED0E-ED8D-6A70A1B6C08B}"/>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0C8FEDA1-C9BA-39C4-C0B4-AC73F3DA9477}"/>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CEA53E50-817B-8AC4-7734-A3A02BBD2472}"/>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E5195C38-A8A5-A5D7-FBB7-62F679F52FF7}"/>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Y1. Yes, Our Fleet unit is available">
            <a:extLst>
              <a:ext uri="{FF2B5EF4-FFF2-40B4-BE49-F238E27FC236}">
                <a16:creationId xmlns:a16="http://schemas.microsoft.com/office/drawing/2014/main" id="{993E9EF4-F5D1-C10E-501E-7DABC25B661F}"/>
              </a:ext>
            </a:extLst>
          </p:cNvPr>
          <p:cNvSpPr>
            <a:spLocks noGrp="1"/>
          </p:cNvSpPr>
          <p:nvPr>
            <p:ph type="title"/>
          </p:nvPr>
        </p:nvSpPr>
        <p:spPr>
          <a:xfrm>
            <a:off x="726132" y="122387"/>
            <a:ext cx="10515600" cy="399216"/>
          </a:xfrm>
        </p:spPr>
        <p:txBody>
          <a:bodyPr>
            <a:noAutofit/>
          </a:bodyPr>
          <a:lstStyle/>
          <a:p>
            <a:pPr algn="ctr"/>
            <a:r>
              <a:rPr lang="en-US" sz="1800" b="1" dirty="0"/>
              <a:t>Y1. Yes, Our Fleet unit is available - PPS Service Rental</a:t>
            </a:r>
          </a:p>
        </p:txBody>
      </p:sp>
    </p:spTree>
    <p:extLst>
      <p:ext uri="{BB962C8B-B14F-4D97-AF65-F5344CB8AC3E}">
        <p14:creationId xmlns:p14="http://schemas.microsoft.com/office/powerpoint/2010/main" val="1043954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865C0-7BEE-031D-0D0F-71787EA77C0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F175D3A-5A62-26E8-0CE5-CC360FA07B6A}"/>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A8A839E0-04A8-0997-4459-E88A81E7DDE2}"/>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D39C7977-CA81-8559-BD05-74700AF710DE}"/>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C08A6648-A4AE-91AF-6304-91D04C81ABF2}"/>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9EBA2EFE-0C50-5EE9-2958-B1929B0E8676}"/>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3748D6DE-98EC-7FFD-F8C2-8D69F784B713}"/>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99D0A11B-51D4-B2D7-4E39-C7153E96B33A}"/>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1FFFB0C4-DCBE-8214-C6A1-520A4307B905}"/>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BDD8B18A-C292-AB5C-4B62-8CE8AE4CD9D2}"/>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4C70CCA3-0122-B6EE-6FF1-9C569FFA0D27}"/>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2987E8CC-07F5-D86B-7F77-E4F1E7F4E48D}"/>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1D0F89B8-59D5-46BF-D12A-1FB5E0666DCB}"/>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E4A79E83-E712-33AA-1CC1-BF0A0C545602}"/>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2706CD82-7D90-94A0-7B37-BD52B4D529AC}"/>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A508CB47-C201-FBFC-00B8-BB12A3597AAD}"/>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60017DE9-2639-F68A-472B-E54346BA6FCC}"/>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F5FD91C6-FA0C-2562-5242-0A43C00E8E9B}"/>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63AA07AE-99CA-1C9C-2380-ECC10B52005A}"/>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20E6EA85-A7B0-FABE-76D6-23EEE8D61416}"/>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184C798F-F835-3607-3109-491AC5BCA844}"/>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D02FD2F5-895C-5A0A-91D1-626533BAB4BF}"/>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61366984-6C2B-7DCB-D304-71D79FC8B74B}"/>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5F23F55A-8561-406A-FDDE-9CC708EB0FB1}"/>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9D9B759B-F40A-E27C-208E-7E2DDE6B5421}"/>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27CA66AB-7EBE-07D9-B0B8-5E93E61BFA3D}"/>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DA098327-095E-B04B-F220-5E2B6FCEDAAB}"/>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6DDEA11F-2100-C1D0-4ADD-7C5EF4687FCE}"/>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203D5420-E9F1-87A6-689D-1724B4350118}"/>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E331E61F-253F-A226-2838-ADC6FE94614F}"/>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732E33CC-B56D-9E79-C0A4-5AD24CD7D4F4}"/>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CFB246B0-69C7-CED8-9F67-EEC577074D9E}"/>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8F0BAA1C-F118-AE16-C2F4-BCD88C57B921}"/>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DFBABEBD-FFD2-36CA-6414-91BF7EA8404E}"/>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F2C672A7-7AE0-EB8A-4F61-6BF9D3EB93A9}"/>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ACE5DFC4-BBB3-45EA-F10B-6A0114E5CA24}"/>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95FF5C8A-BFF5-01F6-F018-45F6E15D3F95}"/>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EB9B2ECF-B636-AB88-1E65-3C40EEAC4ED3}"/>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B66C0A8-F67B-546B-FD52-A03DD3D8D31C}"/>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1376894-A4DF-F0AC-0E96-00CBA75AB4CD}"/>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07022FF6-DE2A-B7EE-C692-F3A366674AC1}"/>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418DA909-951F-FF86-83CE-1F69A736021E}"/>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816614E-C3D3-CFF1-859B-64CA902D7A49}"/>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5E35EA31-627E-0862-E563-1F77F7695FE5}"/>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2FE070A9-70B7-76FA-248E-ADCCF1FCA3EB}"/>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EFF15769-9DEB-C4BC-771E-5F4E449B68FF}"/>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D3AD968-8AA7-5566-41D4-E39F76A7C05B}"/>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936D920-2A47-8D11-B559-59D9D358B28A}"/>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7CACB583-5DB3-78C3-4049-7237EE98FBDB}"/>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EF84E3F4-2FA5-37A2-BAE2-FFD6844F2790}"/>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AFB63034-1012-62CD-C95D-CD5293346F0F}"/>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F57E12DF-B78E-1537-32E9-16B7CECD3B56}"/>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4543E18D-9957-D32A-A5B9-FAAD88C13AD9}"/>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2F7DD033-1D27-976C-0E99-47E5B1A9D2BA}"/>
              </a:ext>
            </a:extLst>
          </p:cNvPr>
          <p:cNvSpPr/>
          <p:nvPr/>
        </p:nvSpPr>
        <p:spPr>
          <a:xfrm>
            <a:off x="7858963" y="661802"/>
            <a:ext cx="3531708" cy="801500"/>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BEEF6769-2284-0B4B-A297-D64122E00697}"/>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0094EC9-A2FA-E661-5ADC-009CA085E1F8}"/>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44F84B43-8B39-418A-A790-26B4964F9836}"/>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43F67376-8B71-06D2-2D8E-9458D22895BD}"/>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271654A7-DDC8-6665-8BD0-A0D8A2490B79}"/>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97D0E1EB-07DB-95DD-6715-90097E8DADA2}"/>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560ADE05-5AC3-E3B7-950A-8E0290DB929F}"/>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32B7E0F4-3E3F-C3AE-994E-2709D2D45054}"/>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S4. Add the Owned unit to the contract">
            <a:extLst>
              <a:ext uri="{FF2B5EF4-FFF2-40B4-BE49-F238E27FC236}">
                <a16:creationId xmlns:a16="http://schemas.microsoft.com/office/drawing/2014/main" id="{3EF9DC12-55CF-3771-FE4E-3561DECE725B}"/>
              </a:ext>
            </a:extLst>
          </p:cNvPr>
          <p:cNvSpPr>
            <a:spLocks noGrp="1"/>
          </p:cNvSpPr>
          <p:nvPr>
            <p:ph type="title"/>
          </p:nvPr>
        </p:nvSpPr>
        <p:spPr>
          <a:xfrm>
            <a:off x="726132" y="122387"/>
            <a:ext cx="10515600" cy="399216"/>
          </a:xfrm>
        </p:spPr>
        <p:txBody>
          <a:bodyPr>
            <a:noAutofit/>
          </a:bodyPr>
          <a:lstStyle/>
          <a:p>
            <a:pPr algn="ctr"/>
            <a:r>
              <a:rPr lang="en-US" sz="1800" b="1" dirty="0"/>
              <a:t>S4. Add the Owned unit to the contract- PPS Service Rental</a:t>
            </a:r>
          </a:p>
        </p:txBody>
      </p:sp>
    </p:spTree>
    <p:extLst>
      <p:ext uri="{BB962C8B-B14F-4D97-AF65-F5344CB8AC3E}">
        <p14:creationId xmlns:p14="http://schemas.microsoft.com/office/powerpoint/2010/main" val="754238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CBFF7-D8FE-4B5B-961D-4BDA720147A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D121DA6-8986-428A-A26A-CE963C404DD1}"/>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63360935-FBC1-31D9-E6A4-6DE45ACECD33}"/>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C72411F3-38EC-DC3B-99F9-EB40D197AA9F}"/>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8226B7D6-09DA-52C7-6995-2E864196FE56}"/>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CCA3EE6A-66FB-0E9D-E0C0-4DFCB554E045}"/>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E174EB8A-6224-8DF6-E690-0A406C8BE69E}"/>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B4960811-A2B3-897F-8238-0EDE622E1569}"/>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C4049F90-7655-F84B-89A1-9B2B063F6D1C}"/>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634707A0-2A0F-BA26-612D-BF7708695CF1}"/>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556F94FF-E7A9-FB34-5448-7C064C8113B2}"/>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9CF89D41-5714-F43A-89A2-E4C9ABC071C7}"/>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50892BA3-85C8-CFD0-A67C-4E3C095D8AF3}"/>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16F149A3-DC75-E1E0-FD7D-CA138DA7F6A9}"/>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F9E81083-AB0C-D241-2F82-BD858244F264}"/>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126F0C19-14BB-9CA5-03D5-0D66B4654147}"/>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8DC0A518-9E2B-9E23-A8AF-568289131DEB}"/>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808F1A43-1595-F381-E2B1-5EE5D4CEF4F6}"/>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01409EF1-8E38-C090-145D-59EFC92932EB}"/>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4B611347-DA04-99E7-44FD-CDE6D0C09162}"/>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8BB77D6B-2D7B-1BFB-E70C-DF2E21D2D18E}"/>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4324CEE5-3C4A-CD56-78EF-2F3587313D55}"/>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3718B624-F827-6D4F-37DD-DCF64E22CA7B}"/>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4BA628C7-56A7-0902-8225-7779336F8BE1}"/>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0D4E0444-6D2B-AF4E-EBC4-46A1F546F212}"/>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22E398D3-A105-B08F-365C-AFCC76172086}"/>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2554885D-F0E0-1C3F-6FCA-C3D7A22E6BE4}"/>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51F72B75-F728-391B-827A-96EA4431CD30}"/>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8CD7BA15-E6F6-491E-E05C-797528EE3E68}"/>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7A7F7CD4-E649-48A3-70E4-026EC03BF491}"/>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9E223CAD-EC0E-1D9C-DC98-11B61B18D5AC}"/>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1F2B41DD-11B6-2B5B-A0E5-0ABAAE2FF6F0}"/>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E05EA8EC-2044-6F4A-0E74-E7009B242DDA}"/>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63436BDE-BD40-D61C-CB6A-75197903C6DC}"/>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791297F2-9960-3A3E-DBFE-8562C7148785}"/>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3257EEEE-1037-1A98-7226-DE293B07E384}"/>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FC869A72-D8FC-6912-81DA-3D938EEADC6D}"/>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FA023F7D-AAC2-1A39-392C-DBA907A48EE0}"/>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0C91648-EA40-77F9-1D3C-278862D3C6CD}"/>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23839123-7D77-F41F-5A08-8876BB401662}"/>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09DCA23B-33F6-ECB5-395E-D652293F0C47}"/>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B6AB6B0D-FBB8-2B23-B4B1-016EA644B576}"/>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0214659E-A783-C3BA-64D1-4205F32A5B27}"/>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8C6DE71-B373-1530-E7F1-DDAA3291EE80}"/>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C677BC02-918C-4DA2-C946-6BF4F2A2D76A}"/>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007B25F7-CA1F-3578-68D2-7126F764D233}"/>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3AF78EAE-D08E-7E33-224A-149EA7397BDF}"/>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F26CB31-FB4B-08E0-FDC0-72466D1198D3}"/>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E0A0FA77-C7E0-32F2-EDAE-E398570009D2}"/>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21E748F8-0111-ED3E-FC02-533764DA1DA1}"/>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50748B45-CE0E-52C1-4CB6-B947280E5845}"/>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DA2A1CEF-219A-D6D7-EA20-C5449380875B}"/>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A806D571-9D75-51FA-619D-160F4DC9C836}"/>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93DD0053-7547-73E6-1099-A04CA5EFC706}"/>
              </a:ext>
            </a:extLst>
          </p:cNvPr>
          <p:cNvSpPr/>
          <p:nvPr/>
        </p:nvSpPr>
        <p:spPr>
          <a:xfrm>
            <a:off x="4088781" y="3017127"/>
            <a:ext cx="2498234" cy="834459"/>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5115C2A7-D1FE-41FE-959A-F61E7E5AB3EB}"/>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792A583-FAE1-86FC-08F7-D85ECFBAEDE7}"/>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3189198D-51A9-7B2A-0D58-CF8C10291CD5}"/>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EFF147F0-9356-E8ED-E8AA-7EA8E4FC74ED}"/>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1BE98A4A-A16F-5C1F-C299-313201F4E2AF}"/>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9FA31D19-940C-50CD-8EE3-51D7DEDD86BB}"/>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FA688763-8DBA-6EAF-CE15-FB6A748171AF}"/>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8521A39C-0EF8-3FC0-D7D5-EE9C97445011}"/>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S8. Change or Check Billing details">
            <a:extLst>
              <a:ext uri="{FF2B5EF4-FFF2-40B4-BE49-F238E27FC236}">
                <a16:creationId xmlns:a16="http://schemas.microsoft.com/office/drawing/2014/main" id="{CD4EBDD7-DAF8-BEF6-BAF3-8EC05B332560}"/>
              </a:ext>
            </a:extLst>
          </p:cNvPr>
          <p:cNvSpPr>
            <a:spLocks noGrp="1"/>
          </p:cNvSpPr>
          <p:nvPr>
            <p:ph type="title"/>
          </p:nvPr>
        </p:nvSpPr>
        <p:spPr>
          <a:xfrm>
            <a:off x="726132" y="122387"/>
            <a:ext cx="10515600" cy="399216"/>
          </a:xfrm>
        </p:spPr>
        <p:txBody>
          <a:bodyPr>
            <a:noAutofit/>
          </a:bodyPr>
          <a:lstStyle/>
          <a:p>
            <a:pPr algn="ctr"/>
            <a:r>
              <a:rPr lang="en-US" sz="1800" b="1" dirty="0"/>
              <a:t>S8. Change or Check Billing details - PPS Service Rental</a:t>
            </a:r>
          </a:p>
        </p:txBody>
      </p:sp>
    </p:spTree>
    <p:extLst>
      <p:ext uri="{BB962C8B-B14F-4D97-AF65-F5344CB8AC3E}">
        <p14:creationId xmlns:p14="http://schemas.microsoft.com/office/powerpoint/2010/main" val="2964465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5D185-0135-BC80-14B2-E07E5C27A74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9203FC8-6F9E-F38E-5A65-92C8D13FBA08}"/>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0247A415-2D16-621D-B1C8-79FE22697315}"/>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597FF18B-5808-7BCC-9CF2-431ABF5D6F02}"/>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2EC7A18F-005B-3C58-8782-BBEF3AE494EE}"/>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D477EEEC-018B-F690-68F5-C15B31E989AB}"/>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1DBAC42F-0609-D95C-D322-923BA8C24E64}"/>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C2DB9088-D3DF-262F-8B0A-6295DAE8342E}"/>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2F320E85-1F8C-24DF-4D82-617E352DA6D0}"/>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5662DBF3-974B-943D-4240-B934985453D6}"/>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495BCE5E-C35F-926A-2A20-0D979F6AB5DD}"/>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0190A52A-A5FC-875C-3580-86F6B54AA97A}"/>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0E32C71E-F8E2-1AA6-4134-4BB782B5A39D}"/>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9191CE85-30A5-DDBC-5EE1-369CDDC6DA4E}"/>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6250BC00-10A2-5239-03C6-0BC517AA24AD}"/>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EEB2194C-89E2-A011-F814-9E84C298A333}"/>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AC5114C6-1E7A-A5CF-A0E9-9B733C88CCE5}"/>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D3571E13-F8BD-F454-1CAD-C1BE76FA2E1A}"/>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5B1633A7-7260-C04A-1C0E-D5A4B6FBE519}"/>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6D936F3D-CC6C-466B-E5EF-D834A911FE83}"/>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E3E58E1E-F70B-EB2F-D943-70AE95C7B30B}"/>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FA84FBE4-77AD-BC46-4532-BFA5374205E8}"/>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CA98A4F3-1DC0-D333-0C24-E03307E47B1E}"/>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6BB1A0E6-91E4-86D1-6B61-DB97694F6C76}"/>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B8177A7C-6162-F359-AB0C-182730AEDADD}"/>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2535E431-A2AB-DD0E-2CDB-BD9042A33CEE}"/>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6BFE4202-F481-E9FF-F8E8-16A0FE76462C}"/>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D44CD866-2FF1-7344-A6CF-30F28BFA6886}"/>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4CD1393D-6DF3-5461-563B-0A8FAE9B93B7}"/>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1D478657-5096-A392-27E1-EC5D76C43BDD}"/>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72289832-8135-827F-27D3-29E5066D3D12}"/>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22CDEC21-8FD1-89CB-A127-6E89B9F139DC}"/>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C2A9A0CE-B8B3-4EAE-320D-267344EE28E7}"/>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1058FC0D-38A5-60FF-4FFA-10FFED28C306}"/>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DD763F41-C244-96C8-0A59-A3B90BFC3682}"/>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FB0E19E4-FE40-7599-299B-39D47AF80823}"/>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7641F6D4-9804-C40B-4533-8BA69043D208}"/>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49AE4CF2-163D-C129-FC27-CDBB9CC7EF66}"/>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083F2DA-DB07-F0C4-292C-04BD12DD4706}"/>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2D655B5-1C84-895A-1B01-FA0ECF5DC2E9}"/>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49601135-3F12-EB85-2A2E-BAD3BD3ACC49}"/>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7C556A90-44A1-22E5-3446-E12953513947}"/>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4071988-3A59-BE46-8C2D-C59B62F7B811}"/>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77383C66-8618-0470-BC63-A2695876CE6D}"/>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96A4770B-70FB-E4AD-3962-AE860899EF86}"/>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B4DDF7AB-C41D-E384-8A60-9430513F7EBE}"/>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6ADD9ED8-29AF-4D21-E7D8-EDB5D1C963D0}"/>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E7F53C4-6FB6-7C14-9755-336F74B364DF}"/>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FF571E47-D923-C1E8-A6FD-96D524D690DB}"/>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665410AD-82AF-2977-982B-EE41CDD14A62}"/>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4893A668-D92F-26A3-2A9E-A14C0FC17767}"/>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F8503780-88DE-2C95-B41A-709CE5CA9148}"/>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A6A65EE4-BBE1-DAD5-75BE-520F9605DF23}"/>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132FEA9F-E90C-4B55-EDEC-2B9AE613DB3D}"/>
              </a:ext>
            </a:extLst>
          </p:cNvPr>
          <p:cNvSpPr/>
          <p:nvPr/>
        </p:nvSpPr>
        <p:spPr>
          <a:xfrm>
            <a:off x="6552615" y="2567338"/>
            <a:ext cx="1284130" cy="1722482"/>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E931932B-549D-B790-44AA-6FEAB65110F0}"/>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C9D8D3F-8967-C736-FC1C-12320D96BEEC}"/>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35DBD969-7E83-E695-B99A-E25BFB82D3BE}"/>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9276F935-EC9F-A24B-ED64-9D5BF953DBAE}"/>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9A99D1F9-C64B-2E70-07A8-80312187F34F}"/>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8AFFB51E-CB24-CE5C-C64B-DE22FD13A52B}"/>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7B39E607-732D-7623-4326-A76767BBC5E6}"/>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6C6AC2EA-BC54-6341-7108-703DC627F0C0}"/>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D2. Decision Are we Charging freight">
            <a:extLst>
              <a:ext uri="{FF2B5EF4-FFF2-40B4-BE49-F238E27FC236}">
                <a16:creationId xmlns:a16="http://schemas.microsoft.com/office/drawing/2014/main" id="{7521E63F-5CEE-E5EA-3B67-5FDDFE18FBA6}"/>
              </a:ext>
            </a:extLst>
          </p:cNvPr>
          <p:cNvSpPr>
            <a:spLocks noGrp="1"/>
          </p:cNvSpPr>
          <p:nvPr>
            <p:ph type="title"/>
          </p:nvPr>
        </p:nvSpPr>
        <p:spPr>
          <a:xfrm>
            <a:off x="726132" y="122387"/>
            <a:ext cx="10515600" cy="399216"/>
          </a:xfrm>
        </p:spPr>
        <p:txBody>
          <a:bodyPr>
            <a:noAutofit/>
          </a:bodyPr>
          <a:lstStyle/>
          <a:p>
            <a:pPr algn="ctr"/>
            <a:r>
              <a:rPr lang="en-US" sz="1800" b="1" dirty="0"/>
              <a:t>D2. Decision Are we Charging freight  - PPS Service Rental</a:t>
            </a:r>
          </a:p>
        </p:txBody>
      </p:sp>
    </p:spTree>
    <p:extLst>
      <p:ext uri="{BB962C8B-B14F-4D97-AF65-F5344CB8AC3E}">
        <p14:creationId xmlns:p14="http://schemas.microsoft.com/office/powerpoint/2010/main" val="1378690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DC262-78CA-1A34-61A3-B7B7217C205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22DB6D1-167C-5C71-2B24-51C942E4EC6C}"/>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A5A8F895-836B-69A1-B74C-B3FAB51F7C93}"/>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C4F2D176-7C23-0CF7-6D45-BB724ACD7943}"/>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99F4D0AE-80CD-9DE0-22DD-EEA5A89EFA4E}"/>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09B99396-2B48-6797-933B-6A86ABEAED62}"/>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6496599A-C285-68DF-4B47-BD95B52827F8}"/>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52A77008-2640-C650-785A-5B96ED946780}"/>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47A52956-D08A-F634-85AE-175759627B28}"/>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203690D5-65C4-6E3D-DB66-04B3E94DEE7A}"/>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669B8287-9863-72A7-535B-BF5EEB11C540}"/>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DDD267A8-A64C-92B8-6EF0-076E463C7D01}"/>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D86279A9-9639-63C9-196B-077D4B690871}"/>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179E8331-747A-4725-CFFB-6C520C8A1D29}"/>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7CD1984E-D02D-F41F-710B-250D8CCC3700}"/>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19C8D62D-486D-5524-3A6F-3A79885CE7A4}"/>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6E6FF086-B5DD-13AA-37FF-09B66F38BCD2}"/>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26C18691-4AFB-72F7-3C6C-E91A3B411F77}"/>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2807266F-C114-BDA0-2F09-53FE8F67EE84}"/>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7BC75989-EEFA-865C-C93D-76D9F1476095}"/>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40257E73-F0E8-39A7-7752-9267F183822B}"/>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B9D2C8BF-2DB5-7758-5DDD-2123EC1EAC55}"/>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5DDA63B3-3049-F54C-7F09-2DB5A449DE92}"/>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27046A07-47E5-36A0-B64C-BE10219792FC}"/>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2A8FA7BB-4B91-544A-0BE0-3E8EBA3AC6A1}"/>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A2742A71-E3B2-5188-32CC-5615AD860C01}"/>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9063D697-04B3-21B0-4C85-69F2522A98D1}"/>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F4EC90F6-6759-0A3F-3B96-C850BEC67104}"/>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43960799-A5FD-5043-813C-9150FD8D6976}"/>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9EAF2948-CDB9-E284-37AF-1254C26337A8}"/>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4BAA56AA-9AA8-82BA-E9D8-F9E2AB834551}"/>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FFFD7054-3E3E-337B-CE87-99D32B7C86DD}"/>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DF1B5077-805F-8F2B-119B-7E5C2C387E15}"/>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9ADC6591-8B15-CBA4-7E3F-3DF2A9F527DB}"/>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8E6E8541-8E4C-4E1C-97FE-FAC7D9515286}"/>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EA090D68-7182-B40B-04EB-ACFA225ADDE6}"/>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53479293-DEB5-307A-1047-BC60F588CDEE}"/>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0DD54AF0-2E8D-334D-04B7-B81A81A3F785}"/>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CDB9A10-65CE-AC7E-1ACA-82451C66BDCC}"/>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9131A14-0080-4609-1C1C-3CC021F7CA90}"/>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2F53B3C3-E8BB-4912-3522-4F558F72D49D}"/>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C3CAB564-0E80-F7F9-01D3-806FA9A37224}"/>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CB0A8C9-8990-B271-D49B-DE9EB64281FA}"/>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EF81478-C0FE-47DB-7403-8D52C39C4CA7}"/>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BD7E04D4-AB7C-A06F-4EA9-C5A7052C8C56}"/>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E3BFA521-7E8E-4C2C-405C-AA1DAB4BF316}"/>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892C0ACE-7E18-A8C9-63BF-9178439F2D19}"/>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12D127F-C536-A564-E2F2-2C08DB868FD9}"/>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03DD0C30-B6F3-C1BB-5AA0-5E9BDD31E28E}"/>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2B088B91-8B5B-23E5-E846-F08C561D0173}"/>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F667C87E-0515-C029-089D-26E631D16106}"/>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261FB92C-8B2F-B952-35C1-73319800555E}"/>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9263FE7A-C663-14C2-0E23-A2461901148A}"/>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3C47BC44-CF5D-892F-D6E5-99FB6F4A7BC6}"/>
              </a:ext>
            </a:extLst>
          </p:cNvPr>
          <p:cNvSpPr/>
          <p:nvPr/>
        </p:nvSpPr>
        <p:spPr>
          <a:xfrm>
            <a:off x="7327993" y="2567338"/>
            <a:ext cx="1106286" cy="645667"/>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C27B65A5-290E-2442-D44D-7EBCEF60B476}"/>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ECEF30F-0BAC-6524-456C-E2E10CDEFE3D}"/>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023053F2-E930-4D3C-F004-D641D3893695}"/>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BD8FFC6A-B557-8961-E563-4EFC123961E4}"/>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85ACD41F-071C-EFA0-A6AE-B08C78D61638}"/>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2B138CA8-5935-00E1-7CD8-DF8072AA34B9}"/>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2FDB0DA2-0D25-0FFE-09F4-D50E76801DE6}"/>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8F80E00F-0B69-CD37-6D76-2E4F0C626443}"/>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Y2. Yes we are Charging freight">
            <a:extLst>
              <a:ext uri="{FF2B5EF4-FFF2-40B4-BE49-F238E27FC236}">
                <a16:creationId xmlns:a16="http://schemas.microsoft.com/office/drawing/2014/main" id="{223B2052-C1F2-B422-0F22-6310AAA1F96B}"/>
              </a:ext>
            </a:extLst>
          </p:cNvPr>
          <p:cNvSpPr>
            <a:spLocks noGrp="1"/>
          </p:cNvSpPr>
          <p:nvPr>
            <p:ph type="title"/>
          </p:nvPr>
        </p:nvSpPr>
        <p:spPr>
          <a:xfrm>
            <a:off x="726132" y="122387"/>
            <a:ext cx="10515600" cy="399216"/>
          </a:xfrm>
        </p:spPr>
        <p:txBody>
          <a:bodyPr>
            <a:noAutofit/>
          </a:bodyPr>
          <a:lstStyle/>
          <a:p>
            <a:pPr algn="ctr"/>
            <a:r>
              <a:rPr lang="en-US" sz="1800" b="1" dirty="0"/>
              <a:t>Y2. Yes we are Charging freight  - PPS Service Rental</a:t>
            </a:r>
          </a:p>
        </p:txBody>
      </p:sp>
    </p:spTree>
    <p:extLst>
      <p:ext uri="{BB962C8B-B14F-4D97-AF65-F5344CB8AC3E}">
        <p14:creationId xmlns:p14="http://schemas.microsoft.com/office/powerpoint/2010/main" val="2515306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7FF94-4EC2-0A4B-5F1C-FFEF5379B2E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60C9CB5-A2E1-271D-D8F2-7E995401957F}"/>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29E89122-67A1-9BBA-3940-9093256193CF}"/>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53C29E26-222C-3E4F-CECB-218A6772FA48}"/>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3B3811FB-BEA4-C528-04BD-4CB8FDB397B0}"/>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D1FE4927-695A-B5C4-CD66-36ED95EDBC59}"/>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AB9E3BC2-4EC4-A71E-4E69-484BF1E0C65E}"/>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1D35BB81-DCD3-81A9-A6D0-E0BAE3056E23}"/>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1722B2C5-24B5-4ED3-BFF7-B5360F82D402}"/>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87982D0C-FD7A-4FAD-2B5F-AC62EEBB086D}"/>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5B8CB0E6-0E6F-3E39-CBC6-DCB1AF7A5A7A}"/>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E91895FD-9F4B-A8AE-E243-3DDB1BCC9BDB}"/>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EA1D4E03-26C5-63B9-85CC-A09B15EC073D}"/>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EF0C8F55-9023-988D-0567-C71317D7356D}"/>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FF2199EB-C86B-2253-78FF-8CBD20AFA076}"/>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6CB50460-8A6E-F808-1C3B-D96288D5AE65}"/>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E75476C5-A048-BA27-8881-E921AD68826A}"/>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EFEE5AA4-0695-BFF6-6023-2F43FE95324B}"/>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3210D157-18E3-C2B8-42CF-22AE2BE0600A}"/>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59610A9C-A687-4484-5385-88B9B33C1DC3}"/>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0444382B-A7D7-EBC9-B328-119DBB9BB987}"/>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A1EF495A-1E3B-D782-21A3-0485C9E863F6}"/>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56D868C3-2FBE-C8E4-6A1E-48FB7DE85AF3}"/>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CC2A782B-4E60-5304-3822-902FBD1A6247}"/>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A3D9DF57-F7E7-F610-D912-A46EFB629043}"/>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3CF585F3-C119-6C2A-E3C4-E744E399C3FC}"/>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601E477E-5B82-4631-C25B-E28986BAC59A}"/>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E73F926A-CA66-568F-4F28-F066A2FA5E59}"/>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BFF79213-3368-818E-A716-318243C116C5}"/>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30E4E3EB-D9B3-E744-E4B7-6BE7D6DCE3BA}"/>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660C3B3B-4DDD-134D-565D-4AF2844BA746}"/>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855AD350-8D9E-27BF-853A-9F799E00B60F}"/>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DF2D6388-8ABC-0F2E-7169-F238C46F8AA9}"/>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DC467D39-8778-08C4-8A37-B604B11A1807}"/>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9F57065D-AC89-0D9C-EB3B-5AD60666D1B0}"/>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0591E31A-4CA7-DBC9-E707-0EB99D5C19AE}"/>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8FE737EB-7BBB-1A5B-8AE1-076E5A26B1CB}"/>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69B6EFAC-B421-D575-1B68-CDD138F41A82}"/>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8BB1043-142E-7315-B34E-F32C99B03708}"/>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646272E-34A9-FF18-12EF-4980B5A71359}"/>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9F4E6DE5-E8DF-B99A-3660-CEC1C131F3EB}"/>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D61885CA-A430-62E9-A6A5-0EFAD5150C9C}"/>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072E0656-ACF0-BC8B-291B-04766B77E296}"/>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4FCCDD1-247C-F4FD-035F-F8D5AC50C18A}"/>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9BDB8DF-9555-5EF4-B146-052DE9714D9C}"/>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CCA6A002-FBDE-30FA-4B33-C4238CCED8B2}"/>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09531BCD-B2C5-250C-F342-5F230CCF09AC}"/>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C7DB79E-322B-CBC5-2302-3DFF68479A78}"/>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5602D040-2C2E-DCCD-2731-CFB72E4D31A2}"/>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05714D5F-69F2-1D61-51DA-CF6B3F51A2B0}"/>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B0753A71-97E4-61D6-0EBF-2EC8AEEB2C09}"/>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0118B3E3-21B4-40D6-B30C-BF7DF787A1E2}"/>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691F8BCD-4E8D-F8F0-AF2B-563F64C5CC51}"/>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4D8D5E7F-E720-4895-96C5-EA9F9C95F64D}"/>
              </a:ext>
            </a:extLst>
          </p:cNvPr>
          <p:cNvSpPr/>
          <p:nvPr/>
        </p:nvSpPr>
        <p:spPr>
          <a:xfrm>
            <a:off x="8350811" y="2567338"/>
            <a:ext cx="2788468" cy="645667"/>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C95BB8AD-8E09-B836-482C-C59BC52BF8FF}"/>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F4D93CB0-6D57-A210-671F-5801B4514893}"/>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51AAA9F8-5BA2-1758-C510-B6C8A2C0600E}"/>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F4A2197A-2057-EF57-5B74-736EBBD9BEEB}"/>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5257E495-12EC-BD67-62E7-7026257F4DFC}"/>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6DA58611-A98B-BEB4-1237-E9AED02A2DBE}"/>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B954ABB0-0DBE-25FE-A8A7-46F0075E8149}"/>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57E7C8CB-0E3D-CBC2-4C42-95C1DFEB132C}"/>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S9. Add Freight to contract">
            <a:extLst>
              <a:ext uri="{FF2B5EF4-FFF2-40B4-BE49-F238E27FC236}">
                <a16:creationId xmlns:a16="http://schemas.microsoft.com/office/drawing/2014/main" id="{8A629503-838C-784B-587B-2BAF1A1A09C6}"/>
              </a:ext>
            </a:extLst>
          </p:cNvPr>
          <p:cNvSpPr>
            <a:spLocks noGrp="1"/>
          </p:cNvSpPr>
          <p:nvPr>
            <p:ph type="title"/>
          </p:nvPr>
        </p:nvSpPr>
        <p:spPr>
          <a:xfrm>
            <a:off x="726132" y="122387"/>
            <a:ext cx="10515600" cy="399216"/>
          </a:xfrm>
        </p:spPr>
        <p:txBody>
          <a:bodyPr>
            <a:noAutofit/>
          </a:bodyPr>
          <a:lstStyle/>
          <a:p>
            <a:pPr algn="ctr"/>
            <a:r>
              <a:rPr lang="en-US" sz="1800" b="1" dirty="0"/>
              <a:t>S9. Add Freight to contract  - PPS Service Rental</a:t>
            </a:r>
          </a:p>
        </p:txBody>
      </p:sp>
    </p:spTree>
    <p:extLst>
      <p:ext uri="{BB962C8B-B14F-4D97-AF65-F5344CB8AC3E}">
        <p14:creationId xmlns:p14="http://schemas.microsoft.com/office/powerpoint/2010/main" val="14381726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C2B0C-9B35-46BC-CCA0-734F0140F9E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F8CAE85-5B9E-FF41-9A96-B54DA89BF179}"/>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1F202CD3-4B24-0EB6-D3EF-DBC873886FE4}"/>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C756634B-098A-7170-7959-4113ECA58A33}"/>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224F8D8D-A15B-83D1-9F82-5D8F9C7E6065}"/>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FEA367BD-C7D3-F8C3-20B3-3143208742A7}"/>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7E94FB04-52BA-9D1C-D843-7C8FD4261493}"/>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60A7E3E3-B183-0BD2-0627-F4AC037CA0D4}"/>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ACD6B2C5-70E9-9F0B-AFA2-893A746E32A1}"/>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77943703-F751-48FB-8029-231A92A5C2C4}"/>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ACC71A8D-6046-12B7-FC21-6A95FD096379}"/>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ECC617C1-4F7C-29BE-0218-1C5F61409305}"/>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24A9A6EA-74D6-C968-68F2-F767A8C42D02}"/>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760CCF65-0A6F-F1FB-BF8F-ED2A7A8CD391}"/>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D0D8BECC-3F23-1A9F-7530-EBB36E94EAAD}"/>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A92E557D-DE03-56F0-BE5E-1461609D19A8}"/>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2E5F6636-9FB9-E21E-5E6E-DC1EF6BE00A6}"/>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D5DCE471-2050-064E-82A5-CE1429DBD9A9}"/>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258D45F8-AE58-C341-C5BE-34E7FB087AD1}"/>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281423C7-7A44-D6FA-A074-32768845B1A0}"/>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90B34D7C-58BD-1ADC-84DD-9594CB847235}"/>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12A545ED-B050-6E7C-6CE2-0B38FEE81302}"/>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927BD926-4081-BBD2-6ACE-1433B5711C0A}"/>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28F3B9A8-9ADB-894C-6A24-E398E178FDA7}"/>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8FE086F2-E773-552E-56AB-4E2B7B346604}"/>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C2A5FB80-A8AA-245C-828C-95264BB11982}"/>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F448AF5B-4732-52E8-E277-738F5D31DBC7}"/>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019946F2-BB0D-EA78-CC03-0946BBEBD847}"/>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6D4E75E7-DBC6-9ECA-D76F-406D01F81D3E}"/>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E9CAED68-7767-0B58-B2CB-666B777B8C6C}"/>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EE00BB3C-7FD3-E84F-3F3E-A51A85C57F0F}"/>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7D730420-8477-9739-9731-CED3424531BC}"/>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B15A6354-7402-6552-55FA-52F97D8A0DB1}"/>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78DCE5AF-83D5-FCB8-A644-6A46F75756CE}"/>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2D865148-FEF5-3B84-F5A7-042E2D2BEDC2}"/>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B1CAC9F1-EC31-E2F3-7FFD-3EA1D1E0690A}"/>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790B3F17-7EB0-C254-C730-7FF313D4B92E}"/>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2EAF8BD2-14FE-5C6A-B2E1-3441F049CE89}"/>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7903E82-CD08-9858-7D35-771EE5675E44}"/>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64B1427-A1F2-19CB-6DDC-EC6DD4898D5B}"/>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44ECA40A-9738-06CF-CFEE-1E8A7C7069FC}"/>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85C5F071-A668-ABDC-586C-37EA4325322C}"/>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E45EC39-E630-F5BA-71DC-8432C5D7F45A}"/>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44B60FE-1B55-D56D-3C5D-4BDAA02910A1}"/>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36776B35-3880-64FF-3063-24779E5843C6}"/>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83FC5E70-51BF-4384-19AD-6CAC3ACC0595}"/>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804CA72A-A657-4407-60F8-1AB32122B93E}"/>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EC73BBF-77EC-3EBF-CE59-9D195A9E849A}"/>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FCA21A48-D0F7-1DA3-D4CD-60FE7883D814}"/>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92F6AE66-2207-A1FA-FD7C-80392F8876D3}"/>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B407BCF9-9263-7E7C-DC12-A44E07AE4AAD}"/>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FBC02F7C-46C9-2EEA-6A62-B79B345FCAC4}"/>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5B01D806-DD89-D90C-D129-57C89B8B0793}"/>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C173EDF2-40DF-E458-6012-284F9F474555}"/>
              </a:ext>
            </a:extLst>
          </p:cNvPr>
          <p:cNvSpPr/>
          <p:nvPr/>
        </p:nvSpPr>
        <p:spPr>
          <a:xfrm>
            <a:off x="8401229" y="3495893"/>
            <a:ext cx="2788468" cy="81728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5D691B2B-FACE-FE62-D374-2E8C4D9A4120}"/>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39A1D42-C0CB-01A2-B8E3-3909AF0116DB}"/>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034C2BB8-9260-6F44-C45A-BC05FA05609E}"/>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F6BD42E7-9AAD-B236-8F7E-2E50E81218CE}"/>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426925A7-97D6-8D6E-F6C9-CD893AC761EC}"/>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A6A5AACA-548A-C5F6-7F65-57CF0C88F31E}"/>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E747D0DD-87B8-BBDD-9D29-BB1581F35A54}"/>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5CB7D685-95FB-869F-DD18-13A8107A865F}"/>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S10. Print Rental Agreement">
            <a:extLst>
              <a:ext uri="{FF2B5EF4-FFF2-40B4-BE49-F238E27FC236}">
                <a16:creationId xmlns:a16="http://schemas.microsoft.com/office/drawing/2014/main" id="{ADA6FB97-CC9C-13C0-77AC-1F1711E0E7E2}"/>
              </a:ext>
            </a:extLst>
          </p:cNvPr>
          <p:cNvSpPr>
            <a:spLocks noGrp="1"/>
          </p:cNvSpPr>
          <p:nvPr>
            <p:ph type="title"/>
          </p:nvPr>
        </p:nvSpPr>
        <p:spPr>
          <a:xfrm>
            <a:off x="726132" y="122387"/>
            <a:ext cx="10515600" cy="399216"/>
          </a:xfrm>
        </p:spPr>
        <p:txBody>
          <a:bodyPr>
            <a:noAutofit/>
          </a:bodyPr>
          <a:lstStyle/>
          <a:p>
            <a:pPr algn="ctr"/>
            <a:r>
              <a:rPr lang="en-US" sz="1800" b="1" dirty="0"/>
              <a:t>S10. Print Rental Agreement - PPS Service Rental</a:t>
            </a:r>
          </a:p>
        </p:txBody>
      </p:sp>
    </p:spTree>
    <p:extLst>
      <p:ext uri="{BB962C8B-B14F-4D97-AF65-F5344CB8AC3E}">
        <p14:creationId xmlns:p14="http://schemas.microsoft.com/office/powerpoint/2010/main" val="665028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3E11B-CBFE-C4D3-5BEE-9DA086E5EDE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E9B0917-CCD9-8AC4-6778-A057F4E720A3}"/>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DCBBE4E4-EF1D-4F8B-0A4C-BE79D02436B8}"/>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9AB8EEF8-A4FF-28B5-29F2-747B108FAB81}"/>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5EC9C99D-BCD5-2D9D-0A01-2DC821FF8B08}"/>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2374C469-B8AE-F81A-5414-0CA4A623663C}"/>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892EED5F-E79C-F0A4-CF14-F0AE787A04DD}"/>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F3E005E6-2ECB-BBEE-9C1C-1CD645477B95}"/>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7FBC0BE0-66EF-8B5D-75DF-7FF6EEF28C3B}"/>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CFC9B754-BF96-3D1B-BBF3-19BF7E25C462}"/>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CDEB818C-C125-2203-A3BB-51C71F55EF60}"/>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370AAC8F-38B4-68E8-CE65-CBE0F8F28F88}"/>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14CD9AB0-B35F-E5EF-C88A-DC3C4039A015}"/>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340F2687-FC6F-79C7-16D2-47532C798596}"/>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EACE0CD6-82CE-5724-E617-37A1923692E4}"/>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B1C14EF9-AFEC-3E7C-395E-E4FA7377CDB5}"/>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4656AB18-0FC9-142E-FE30-7EE74DCF370C}"/>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044397B6-A4BD-AF39-1C76-EF96C65F5A9B}"/>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947ED196-BF3E-B030-BC05-22BBB33D7040}"/>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5C265E6E-EF77-6239-133C-8FEFFA4E9E74}"/>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54246AEA-04CE-2A59-2919-6095F712A38D}"/>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3F7A04A9-CF78-9AAC-21E0-932F98F1CFD6}"/>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0FCBF381-5CBB-DF7A-380E-09D88269BEFB}"/>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B06E5279-CCE8-806E-39A5-CA1AF9E4FECC}"/>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DBC53CAC-7692-09D9-2B7F-19AD55C3EAB6}"/>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C12F79D6-17FE-D0C8-9CC6-1BC0CE285823}"/>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B18B8C12-3AE3-E5FF-DB57-116659C0BD68}"/>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03D28B0E-08C1-3DBE-FBD9-AA1F5E0CCC41}"/>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AE7D1D30-C85F-28DA-1A68-459AC473CC64}"/>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D0AEB7E5-E90D-2E01-F136-4E1ACB412440}"/>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C78641F3-3BC6-A1D3-56F8-AC2ACD604BB3}"/>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95272570-E674-A2A5-D8DD-E61050F9EE78}"/>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7CBEE0F7-328B-BCA2-704B-46802F55D384}"/>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A20AB92C-3CA0-2E61-3C0A-613AF10F9B15}"/>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1B8D92AD-7B64-FECA-B99E-C08BDB1E6AC8}"/>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C5A2A58F-EE33-0000-CBF8-570C648374D5}"/>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2AA0DD66-0832-C4D1-D058-86FA94024E03}"/>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30716670-6700-59F8-B98B-9DE891BD2ACB}"/>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2ADB7DE-FE70-E1DF-44D8-2D185DB3D601}"/>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D674DF5-EEFC-6DAA-7D2F-D17A34C5B6D8}"/>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414CEEB3-F88E-3E96-C02F-54585E4F4218}"/>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0BE55BF1-6A24-59B5-7B9F-4E8A58B883D5}"/>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38C0895-48DD-19FA-ACE4-97C232C6CC42}"/>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77569CDE-FAE5-7975-AA07-113D9F34386D}"/>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96B1067C-0D43-65AB-A662-C12B3D640B62}"/>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9E9FABCB-28D9-A004-93FE-3ED98E369F09}"/>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1E06C1F8-DBF8-155D-E294-FC8D149AFDE2}"/>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46A1315-3E42-CB10-C9CE-44FF124C72F0}"/>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BC20910B-FD31-5F43-294A-95D099FB5B0D}"/>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3C3D983C-CB36-7795-33AB-636027035EF7}"/>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B629342F-6D11-894B-9BDE-2836C123B4C5}"/>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9405C69A-E1A4-E703-F9F8-0269CEEE71E9}"/>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49210023-7305-C682-BBD1-1BA8058AE861}"/>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53E7C5E5-3EF0-7CAE-9040-915BA949ADFF}"/>
              </a:ext>
            </a:extLst>
          </p:cNvPr>
          <p:cNvSpPr/>
          <p:nvPr/>
        </p:nvSpPr>
        <p:spPr>
          <a:xfrm>
            <a:off x="58168" y="5163820"/>
            <a:ext cx="1978156" cy="81728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76E3B0BF-0998-8A8A-0DC7-05537A80692E}"/>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EC68E5A-9B20-9768-6D2F-BA755CA55E3D}"/>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BBF05A04-DA38-15B0-40A9-5F071A9DFE3B}"/>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9A439329-8DF8-B63E-052F-04F6AE02CFCC}"/>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5D844618-D656-5A2C-4397-295223D04626}"/>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FBD8605A-E0C0-5F1E-CF42-3002D360C7CB}"/>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0E5ED479-8D08-106D-57FB-B8CD6DF174B1}"/>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34923509-FFEC-544D-8907-1C4C6D67DB38}"/>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S11. check out Rental unit">
            <a:extLst>
              <a:ext uri="{FF2B5EF4-FFF2-40B4-BE49-F238E27FC236}">
                <a16:creationId xmlns:a16="http://schemas.microsoft.com/office/drawing/2014/main" id="{CEFB0707-C204-B40A-7466-C8FC0370F0A1}"/>
              </a:ext>
            </a:extLst>
          </p:cNvPr>
          <p:cNvSpPr>
            <a:spLocks noGrp="1"/>
          </p:cNvSpPr>
          <p:nvPr>
            <p:ph type="title"/>
          </p:nvPr>
        </p:nvSpPr>
        <p:spPr>
          <a:xfrm>
            <a:off x="726132" y="122387"/>
            <a:ext cx="10515600" cy="399216"/>
          </a:xfrm>
        </p:spPr>
        <p:txBody>
          <a:bodyPr>
            <a:noAutofit/>
          </a:bodyPr>
          <a:lstStyle/>
          <a:p>
            <a:pPr algn="ctr"/>
            <a:r>
              <a:rPr lang="en-US" sz="1800" b="1" dirty="0"/>
              <a:t>S11. Check out Rental unit - PPS Service Rental</a:t>
            </a:r>
          </a:p>
        </p:txBody>
      </p:sp>
    </p:spTree>
    <p:extLst>
      <p:ext uri="{BB962C8B-B14F-4D97-AF65-F5344CB8AC3E}">
        <p14:creationId xmlns:p14="http://schemas.microsoft.com/office/powerpoint/2010/main" val="166428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1585E-576B-12CA-DCD3-5B2AD94E96A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1DE4849-321A-B8BE-5AA6-A74007B139BB}"/>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12CB7713-0EE3-8536-D4F0-2A629107AEEC}"/>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D716CC06-81B9-4997-79F0-241B65D8B9D3}"/>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C46235B7-AD3D-F5DB-BFAE-FFA15C830C95}"/>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93BA0491-E0AB-1596-4B34-97D1587687DD}"/>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653BD797-8774-DC4B-04EA-6BA23BA2C63E}"/>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96182BFC-CDEA-5829-3718-FCC3FCB88206}"/>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29A25F33-4F19-0EC7-E1B7-E0843F1729CD}"/>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B8FE39BE-76C1-4144-92C8-CA69E7B6C0C3}"/>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16800854-AF7F-37FA-D2C9-A6F7E4542548}"/>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36892EE5-5654-0652-8EAF-3892469B0A3E}"/>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E259A445-EA42-CB40-B2CF-109604E70122}"/>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E902D049-3335-CE8E-CC6D-3437BC3F5BC2}"/>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76FC58A6-C0DF-4963-4E8D-D80859DAB975}"/>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81702242-DB5E-22A5-8C46-9753E82EB00A}"/>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929AB46F-5BFC-89C2-6276-D93482527374}"/>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9E1AA1FB-9531-7F13-9974-4D5CCAAE64C0}"/>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AE590E7A-10BD-7EB0-F585-B13A360DE9CB}"/>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837CABE7-E958-94B0-D6F7-8E362899F295}"/>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31D2AEBE-828C-1672-9534-F59A3074305E}"/>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EC512267-928C-31B7-4E01-0D71D2B6DA2A}"/>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F034783C-1BDD-EE82-04AA-F1F295E0EBF8}"/>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6D7C5799-F8B9-11C2-869B-9014DE66F20F}"/>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B56356D7-4F61-A9D7-8F77-44FE6BD127E3}"/>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00E36968-55C1-14C4-9481-24E7C58186B1}"/>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6024A8EF-F77E-81EA-864B-92800202F52C}"/>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8C4D51E2-A60F-0E5B-81E1-F13654A60DCC}"/>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95528004-6FA6-4A99-A98B-C6738668C11A}"/>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E9F63BCC-777C-CCA6-C0DD-34AFB9190EE2}"/>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55D38A21-4A93-12C2-EA82-F8D60F5B252D}"/>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7B550C9C-8097-FA81-9CCB-E224CEBEABEC}"/>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4792D5B0-2A7D-2705-3859-A8E2CEA56C92}"/>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DF4BB4A0-E840-9643-C3ED-87E1E09AD531}"/>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2576C299-6017-3D39-85B3-2A3BCE1B3A30}"/>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4AA02CBE-F7E0-EEC1-E694-A16A3EC6BCC8}"/>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85697538-D57F-94B1-4DC9-E0592881B679}"/>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B0BD8AAD-EC72-17A3-5A42-CD6E8F7ED39D}"/>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C6D2E2E-5408-94AD-7886-E0BFF4729B6C}"/>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A5D454E-F557-5EFB-0708-AC8568D898C5}"/>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C766AECB-CA18-A103-4154-7A5A3CDE02CD}"/>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8EE739AC-4E18-13C1-E8AA-D2B135B805E1}"/>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0615793-36A4-9E1E-2F1D-25584306D4E7}"/>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A99F08E-8108-E125-FBF0-F8B90384E1FD}"/>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13C80B85-F82A-0FE1-6DEC-F093C9A746D0}"/>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D264D753-EF10-2732-B5BC-6990A56A07F2}"/>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D53A771F-C49E-44E7-1329-1F4E4124D475}"/>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B6F2130-B836-F24A-714A-1A471293498B}"/>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E0E88963-D77C-381B-F29E-CAF6F42DC560}"/>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EC83F897-DD28-4341-DFFB-8CB4FF589D95}"/>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ADF04442-3F97-57AB-E443-1DA065D82C47}"/>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502778A2-975C-8890-4882-722494334218}"/>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49193DC7-2BDE-5D16-6D85-4C5E16EE1060}"/>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36C56836-7D00-C4BA-BDD9-72BD03C2D248}"/>
              </a:ext>
            </a:extLst>
          </p:cNvPr>
          <p:cNvSpPr/>
          <p:nvPr/>
        </p:nvSpPr>
        <p:spPr>
          <a:xfrm>
            <a:off x="2051399" y="5143464"/>
            <a:ext cx="1978156" cy="81728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378D06E6-3BBB-567C-689F-53C76194B872}"/>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A06C6F3-48C1-0C5E-DA73-5F1ADEE125FF}"/>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DE113BF4-5307-69FE-21A6-F81DAB8F2640}"/>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AE62C660-BCB7-A4F9-C890-B75195C8A762}"/>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C744A2E4-A0A8-A887-C592-13C2B6D0B92A}"/>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7CC26B93-4D88-6480-F0CC-78F860B0843D}"/>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BAB6629C-33DD-1780-4711-7249A68779A9}"/>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61603C01-62F6-ABED-774C-003E764FDB7F}"/>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S12. Check in Rental unit">
            <a:extLst>
              <a:ext uri="{FF2B5EF4-FFF2-40B4-BE49-F238E27FC236}">
                <a16:creationId xmlns:a16="http://schemas.microsoft.com/office/drawing/2014/main" id="{D32F2B5C-A4EE-8C83-4073-E0969E5C7CC6}"/>
              </a:ext>
            </a:extLst>
          </p:cNvPr>
          <p:cNvSpPr>
            <a:spLocks noGrp="1"/>
          </p:cNvSpPr>
          <p:nvPr>
            <p:ph type="title"/>
          </p:nvPr>
        </p:nvSpPr>
        <p:spPr>
          <a:xfrm>
            <a:off x="726132" y="122387"/>
            <a:ext cx="10515600" cy="399216"/>
          </a:xfrm>
        </p:spPr>
        <p:txBody>
          <a:bodyPr>
            <a:noAutofit/>
          </a:bodyPr>
          <a:lstStyle/>
          <a:p>
            <a:pPr algn="ctr"/>
            <a:r>
              <a:rPr lang="en-US" sz="1800" b="1" dirty="0"/>
              <a:t>S12. Check in Rental unit  - PPS Service Rental</a:t>
            </a:r>
          </a:p>
        </p:txBody>
      </p:sp>
    </p:spTree>
    <p:extLst>
      <p:ext uri="{BB962C8B-B14F-4D97-AF65-F5344CB8AC3E}">
        <p14:creationId xmlns:p14="http://schemas.microsoft.com/office/powerpoint/2010/main" val="25699753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640A0-A82A-9F12-D431-4E026CC1B1C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F5D033E-8B1B-6BFB-16BA-59457C8C76BC}"/>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A1F2B5D4-7CFF-49E4-BDDC-ACC3E4803A03}"/>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513D6EC5-CAA6-6DF0-13AC-1D54D68C3483}"/>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2502F5CE-3A13-25AA-87AC-124E0E3AB050}"/>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94B72AB8-85D5-D725-9300-D6EC2B5B318E}"/>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DA96F76D-DD53-BFEB-6396-77DEBC80F5A5}"/>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5ED05231-53F1-2AC6-5159-26C1DF255FD5}"/>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65A558CC-DE9D-A846-E76E-0C7ED9EF68F3}"/>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E2022030-4757-20B0-3D36-4700AF41B20A}"/>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D6FAAEDB-8B1E-0C5B-1967-BA86F41F17E7}"/>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77554B75-21E6-A059-560E-3E6F45B92AF9}"/>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5610A280-8DCC-694F-768B-D36463201D34}"/>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24E797C4-D511-98FB-DF33-ED1BFD540BFF}"/>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6A5CC875-14B9-1E31-021B-DF516E1830B0}"/>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36593D87-C392-C089-ADD9-B1A7715BD7A8}"/>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0A5726DB-E17F-0439-05D1-98C23AE4D8A4}"/>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140CB1F1-8547-16E2-E6EB-1CC268486353}"/>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AE311DED-3E82-F14A-7F22-869AF4D0E9C4}"/>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10E121D4-F5E6-E5D8-C40F-C9FA36229CD0}"/>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37888554-431E-E6BA-2AED-BB08FB7EBA6D}"/>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42620309-4EE5-CDC4-BB75-42A79E2B821A}"/>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76DA923E-A3DC-FE47-0BD3-A789674F7559}"/>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D9EE1A77-545C-D84D-CDCC-55D66C10E7D9}"/>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63490BBD-3105-650C-B779-6A511219CD6A}"/>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C82545D4-79E0-417B-BBB5-BF97061B4E0A}"/>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22FE9F0C-2D8D-99C7-9FBE-06D1CECDE971}"/>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1EEA6266-3478-859A-2A03-9CF3CF83471D}"/>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94CCA5FF-CC11-C0F7-C5A2-9A3E16F7ECEB}"/>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54C9C12C-8F6A-BC9B-8596-FBE2E71CD8C5}"/>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4D7646F6-1602-6253-AA74-842D44699514}"/>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0038F676-11EA-A450-CE6B-4A71A6323503}"/>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C71838A1-6821-F523-123A-9D5C1D5395E5}"/>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87FA6079-8237-480A-B85E-50F90FEA5C64}"/>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0A657520-DBEC-9ABE-ED43-75503B4A21CA}"/>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4B068347-F1C5-9585-D2E7-AF44697D5E01}"/>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D63F4F18-6D55-F46D-0FC3-1DF329FEA27B}"/>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A2B79CBF-67EA-D0D4-A68F-6B390239E228}"/>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17158D0-BE03-DF4D-F280-D4C4B1B3F420}"/>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7E16E89-AC1C-A0E1-75E0-0C482954E5BD}"/>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ABD0DF33-D45F-5C29-A301-06F64C179D08}"/>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678792EE-40F1-9B50-05A3-C2171666F45B}"/>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DBB7372C-1DDB-69F7-31CA-BFD34AB1AC48}"/>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053380E1-5D2D-16F5-BF90-3D6C1A16D847}"/>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3857307-0F85-7F95-FBE7-E1EEBCBD9566}"/>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4F71FF0A-0E5C-4768-16D6-C2E4DBC3291E}"/>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42854C96-E4C3-D88E-D44E-B2F305C14000}"/>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22796F4-6775-9C84-6C03-CF8DEAD38730}"/>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8CD9ACF7-9B94-1DEA-135F-050FF670D2AF}"/>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103A582B-7BA7-F28A-9ADD-77CE14CF285C}"/>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912C353D-2B78-53C0-A065-A41C26F26E7D}"/>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4486231A-C3FE-C28F-F039-4E624722BB5B}"/>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9429D05F-CC9F-F2DB-55FC-6A20C0D9BFA9}"/>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E8A14EB0-576C-C17C-C897-9B63CACF1D03}"/>
              </a:ext>
            </a:extLst>
          </p:cNvPr>
          <p:cNvSpPr/>
          <p:nvPr/>
        </p:nvSpPr>
        <p:spPr>
          <a:xfrm>
            <a:off x="3767895" y="4880694"/>
            <a:ext cx="1756297" cy="1116989"/>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BB8B9DE0-EB84-FE5C-7586-70A386CC619A}"/>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66E73E0-6085-8AEE-46E8-25D3B614C0BF}"/>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CC5AA66B-AD5A-CC0F-4E35-7C028DA91AD8}"/>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82B557F6-16E3-24CC-50CF-5B426D12F202}"/>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73178AD3-3197-599D-3FD5-10EF48D55F83}"/>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4640E3E9-DB40-7E25-9CE0-5B59120F6F02}"/>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C2F30721-A52D-7C9E-247C-AA49DA271F43}"/>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D287C6ED-334C-DCAC-45D1-F5FEF25F607A}"/>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D3. Is this a Re-Rent unit">
            <a:extLst>
              <a:ext uri="{FF2B5EF4-FFF2-40B4-BE49-F238E27FC236}">
                <a16:creationId xmlns:a16="http://schemas.microsoft.com/office/drawing/2014/main" id="{80709C46-D1F6-F6A3-BCDA-7215303FF311}"/>
              </a:ext>
            </a:extLst>
          </p:cNvPr>
          <p:cNvSpPr>
            <a:spLocks noGrp="1"/>
          </p:cNvSpPr>
          <p:nvPr>
            <p:ph type="title"/>
          </p:nvPr>
        </p:nvSpPr>
        <p:spPr>
          <a:xfrm>
            <a:off x="726132" y="122387"/>
            <a:ext cx="10515600" cy="399216"/>
          </a:xfrm>
        </p:spPr>
        <p:txBody>
          <a:bodyPr>
            <a:noAutofit/>
          </a:bodyPr>
          <a:lstStyle/>
          <a:p>
            <a:pPr algn="ctr"/>
            <a:r>
              <a:rPr lang="en-US" sz="1800" b="1" dirty="0"/>
              <a:t>D3. Is this a Re-Rent unit - PPS Service Rental</a:t>
            </a:r>
          </a:p>
        </p:txBody>
      </p:sp>
    </p:spTree>
    <p:extLst>
      <p:ext uri="{BB962C8B-B14F-4D97-AF65-F5344CB8AC3E}">
        <p14:creationId xmlns:p14="http://schemas.microsoft.com/office/powerpoint/2010/main" val="2231053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29C3F-4907-B9EA-5F89-5023F81BE55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C2EE5EB-2BE7-4AF7-BD4D-77C900CFCA27}"/>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82B9ECBA-8C21-B5E9-A2ED-83EB8E319CB7}"/>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661B35AA-1D04-DF1E-6E2C-4A7520FEDB9A}"/>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0488458C-861B-EA59-692F-1861F16E274E}"/>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E835C37C-919C-E6D4-51BD-5CF926D6231B}"/>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9879A20E-79C2-0372-7425-F3CAB890B19F}"/>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FD2E503C-0856-8C5B-DD0B-0EC8CADB7B9C}"/>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BF50B93F-10C1-5DAD-46B3-277B0ED95F3C}"/>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B5A3C9D6-EC62-CAB6-75AF-27ECFC21F1B1}"/>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CDDA46B8-ED9D-AE01-D2C5-FC5D8304DF15}"/>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0887134D-E961-94D3-E60C-5CA8FC5A13A7}"/>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A6E2F5D1-630C-4393-715D-94446D415472}"/>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BA1BF80A-8DD5-628D-0D72-51ECA3AECE95}"/>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0B15E327-9CD2-9403-34C2-0B33E2F3CCB1}"/>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72B0F6EF-3574-9E3E-0C83-E8FBFB3CE7B9}"/>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B8B476D-214C-FB30-3025-7FDA7BE981A8}"/>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39D36927-837F-4ACC-09A2-3803BEE40448}"/>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4CA353CA-5C82-1308-F477-1189E3E69D3D}"/>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80A08925-FF14-F206-F3EF-27AF28E7E7C8}"/>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F5326EF3-BE8A-A30C-A921-9330E9D40644}"/>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D2095A9F-7C87-2261-253B-EA04E8DF916C}"/>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007AFAD9-7C20-817F-52AC-878EB98EDFF5}"/>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8BC4733F-EF44-E792-9934-5CC15C00E709}"/>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EF27B49E-012C-E6E7-3E5E-3B8CB00C4BB5}"/>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1E6081B7-94B8-574F-4470-743202A8A293}"/>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E82F073C-1F93-D235-2A01-AE5E0A32C4DA}"/>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99652606-4833-9FF7-7E40-D81C3FEBE71C}"/>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A2EEAC5A-F322-1791-FC0F-1A725595BA4B}"/>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EF0D8AD6-5E7D-24A3-EACB-E105B06F5994}"/>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37C3ED5D-2EAA-330D-C31A-4582E9B2B566}"/>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2B5D7842-4FC3-749A-F818-2B44BDC8554B}"/>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CC24FD9F-DA0C-9C21-FC4B-A13652490222}"/>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BFA26FA8-1CC0-42C1-7DA0-3C28148249E6}"/>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16F1AB9B-70BD-5E4C-AF0E-837E642461EE}"/>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055FA3FA-54C7-4CD2-B191-2FE76566A8D3}"/>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682B97A9-2DDE-220E-50A2-ADEEA3E69830}"/>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BD4D55B8-9C3D-CBFC-E0EE-9B160E591E16}"/>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B4FF399-4634-0898-D72D-A721E44BA24F}"/>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7EE1B6E-5009-CDF5-FD2C-9C44F8BB7ECB}"/>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331B7865-9E1D-AC50-36AF-0060ED06BE7F}"/>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F12095CF-11D4-C89A-54DF-2378694CB4D3}"/>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FAE8F3B4-7847-CE1B-C369-14448B2A48F1}"/>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E899019-1D33-409A-BA84-2A47FA66E9A4}"/>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CF33E93-F0B6-AE7E-B226-06E271920F32}"/>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3D07C66B-27CE-64A1-0B51-97FFC70F5102}"/>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89CAF0D-970E-689A-F5BF-F488972ACE41}"/>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17B949B-E4DA-3B38-EB74-599169B64AA0}"/>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AF075F8B-4304-2ABC-F00A-D11B410365C8}"/>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FB35C1D6-3D80-D9EB-9F6B-8520594301DE}"/>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C0564634-E520-1550-833B-2D530D39B218}"/>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DE5946C9-C7F0-A28E-CCD4-769653D5C1DC}"/>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06633667-D5A0-1BC0-CE12-8C34DF8BEDE4}"/>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D3FACD3A-F2C1-4408-A29B-962EEFB3CE39}"/>
              </a:ext>
            </a:extLst>
          </p:cNvPr>
          <p:cNvSpPr/>
          <p:nvPr/>
        </p:nvSpPr>
        <p:spPr>
          <a:xfrm>
            <a:off x="4234265" y="4353459"/>
            <a:ext cx="1756297" cy="735882"/>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FADE44C9-5CC8-5FC6-1C44-AE047495639A}"/>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3F34AD7-F227-CEC8-DFDF-1991914EFAD7}"/>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B023505A-8FAD-9E4E-00D7-2CA8166BCFDA}"/>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0BB0EF0C-1F45-80E0-C1BE-B9759AE4AD65}"/>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E6830F2E-1AA2-46CE-6725-53B1D99895CB}"/>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CF0C5F2A-B11B-202B-4DF5-BE65E8F2EA85}"/>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CE57FD11-3444-3F25-637D-B36400150EC2}"/>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F2D8E310-A7E9-A1B6-086E-924D7550A232}"/>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Y3. Yes  this is a Re-Rent unit">
            <a:extLst>
              <a:ext uri="{FF2B5EF4-FFF2-40B4-BE49-F238E27FC236}">
                <a16:creationId xmlns:a16="http://schemas.microsoft.com/office/drawing/2014/main" id="{21B64158-377D-6583-1D62-59EF059B1F3A}"/>
              </a:ext>
            </a:extLst>
          </p:cNvPr>
          <p:cNvSpPr>
            <a:spLocks noGrp="1"/>
          </p:cNvSpPr>
          <p:nvPr>
            <p:ph type="title"/>
          </p:nvPr>
        </p:nvSpPr>
        <p:spPr>
          <a:xfrm>
            <a:off x="726132" y="122387"/>
            <a:ext cx="10515600" cy="399216"/>
          </a:xfrm>
        </p:spPr>
        <p:txBody>
          <a:bodyPr>
            <a:noAutofit/>
          </a:bodyPr>
          <a:lstStyle/>
          <a:p>
            <a:pPr algn="ctr"/>
            <a:r>
              <a:rPr lang="en-US" sz="1800" b="1" dirty="0"/>
              <a:t>Y3. Yes  this is a Re-Rent unit - PPS Service Rental</a:t>
            </a:r>
          </a:p>
        </p:txBody>
      </p:sp>
    </p:spTree>
    <p:extLst>
      <p:ext uri="{BB962C8B-B14F-4D97-AF65-F5344CB8AC3E}">
        <p14:creationId xmlns:p14="http://schemas.microsoft.com/office/powerpoint/2010/main" val="296604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8DE99-0E9C-CAE4-E7F6-642A6176CE4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43EC886-D551-EC5B-40D7-BC77C2D556A3}"/>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E5D5D893-A3D9-3D21-19B5-BFD03A15F79C}"/>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3DBF77B4-AE43-A022-8331-39282BC4D891}"/>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AECAB703-3E19-2331-6460-782739F27459}"/>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47FD04D3-6749-56F3-C27A-4711402067D1}"/>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061B0A66-707F-69A9-2FB8-2B1AAC473C81}"/>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DADE33A5-AA2B-D81D-C5EB-CD896E15385D}"/>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2FCA4F62-7ED3-7DC6-4380-E377241BD99B}"/>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0FE3EE9E-C11D-D7FE-7556-7F4FC9EE4F64}"/>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362C8AF2-69D8-3FF6-71EB-33A0997B61AA}"/>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012AD418-0F13-73DC-C4F2-EA80A73DE1D9}"/>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630A1918-21FA-28B4-7C47-34D9C002B530}"/>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73FBDA89-D371-F5C7-FEC5-F4DE4BB98EF5}"/>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239962AA-06FB-C52D-356F-2FC5854E1970}"/>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BD2B0AD9-C1DC-D775-DBED-A734824BFA11}"/>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85EE7DE1-11AA-3A21-02BE-7F27FECF1F6B}"/>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E1FBC9C8-C021-EE43-29C2-66096607D020}"/>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EAD039B3-1F3C-9085-B536-CC41A1B67425}"/>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41B54F17-DA49-67DD-B1DB-7AD7BE750F9B}"/>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D46CFCB3-B603-8257-4142-A449703949B8}"/>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C3EDDA00-F61F-DE1D-2B64-DCCCBF814199}"/>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52A4D5D3-EADA-87F7-3DB8-3AB64A391A75}"/>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4B8A2A99-F968-9151-ADC4-20CCD81AAD91}"/>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C0C25030-3E32-301C-4242-AB5EA429203E}"/>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89C9DE44-D881-74C0-A4A0-5819F0F75271}"/>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74B5EA72-82E8-79C6-404D-D46BC0DD75E9}"/>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0A0DF749-187A-990F-114A-964872E95A6D}"/>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6F30EE28-C749-0D93-E361-28BD039D6E75}"/>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3506BDEF-5F52-DF4F-E749-B892F506CFD2}"/>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123ACF68-4892-0804-9718-6E05EBE10127}"/>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78B341FC-3A38-4164-7F83-B29946E0378E}"/>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8E98C790-0895-D170-912E-A90F8B697372}"/>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D8D81CFE-3FE0-2B38-0761-BCA3FB7480FD}"/>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78FC8B69-4BF6-3CEF-FB13-50237358801A}"/>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71253830-C754-11E6-F63F-20B013430001}"/>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6DAD118E-A08C-B149-E744-189EB7A100A9}"/>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291C9643-C286-0ACE-6398-B305393BA335}"/>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6C23A70-A21D-7821-F073-643827711592}"/>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61EF962-8B60-67AB-35BA-2ED194AFFDA7}"/>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B8EB3F54-E274-596F-0C8B-04B5598126A8}"/>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CF5FB329-E2BE-8C9A-5C6E-B69C697A8698}"/>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88EBC44C-3754-76E9-1DA2-AD149E787E37}"/>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DD1B20FB-9472-3EDB-088E-A686B4EE2E27}"/>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AB487424-9876-C8C4-7063-FF2C2E7442FA}"/>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4500A168-7C72-164C-4F96-2406EF119A72}"/>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FB0CA2A-48F1-73B5-0AA7-EA16C9C4A80D}"/>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893B66DF-4845-85EC-30AC-B1F729FC7179}"/>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073C2AC0-8D37-9D92-5D7B-5C6B202AFE9C}"/>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EF208D13-68FA-2570-0D45-453E421F8042}"/>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0AA8D47F-AAB4-2DD2-2166-6C1D625B33B2}"/>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3D3AB93F-CA43-0202-9E96-516C2CB53580}"/>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A31A73E5-D755-8791-25AE-E34AF76A25D0}"/>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D89E9B22-44ED-4792-39EB-ADB58A52D330}"/>
              </a:ext>
            </a:extLst>
          </p:cNvPr>
          <p:cNvSpPr/>
          <p:nvPr/>
        </p:nvSpPr>
        <p:spPr>
          <a:xfrm>
            <a:off x="5322346" y="4826999"/>
            <a:ext cx="2702634" cy="835739"/>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33FFF924-3D74-B276-D6B1-418F10E0160F}"/>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02CD0FB-0CD5-03D8-8033-B54025C60182}"/>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D4787F5F-7477-6578-BF9D-3C6D10378F5B}"/>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8EE8F40C-7CFF-08E9-FCAC-285D061E422C}"/>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79855A37-E3AE-47D4-CA4C-0A095CA7CFF8}"/>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392484C9-3DFA-D88E-EF09-41592BA0E491}"/>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EBB97878-7D32-6204-7FCD-3AB6AFED3A74}"/>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1BCB3B95-EDF4-0974-308D-0B2290E42F38}"/>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 S13. Print Return Merchandise PO">
            <a:extLst>
              <a:ext uri="{FF2B5EF4-FFF2-40B4-BE49-F238E27FC236}">
                <a16:creationId xmlns:a16="http://schemas.microsoft.com/office/drawing/2014/main" id="{3E7B168C-F5F5-4EF0-D5E1-062DDA5F7517}"/>
              </a:ext>
            </a:extLst>
          </p:cNvPr>
          <p:cNvSpPr>
            <a:spLocks noGrp="1"/>
          </p:cNvSpPr>
          <p:nvPr>
            <p:ph type="title"/>
          </p:nvPr>
        </p:nvSpPr>
        <p:spPr>
          <a:xfrm>
            <a:off x="726132" y="122387"/>
            <a:ext cx="10515600" cy="399216"/>
          </a:xfrm>
        </p:spPr>
        <p:txBody>
          <a:bodyPr>
            <a:noAutofit/>
          </a:bodyPr>
          <a:lstStyle/>
          <a:p>
            <a:pPr algn="ctr"/>
            <a:r>
              <a:rPr lang="en-US" sz="1800" b="1" dirty="0"/>
              <a:t>S13. Print Return Merchandise PO - PPS Service Rental</a:t>
            </a:r>
          </a:p>
        </p:txBody>
      </p:sp>
    </p:spTree>
    <p:extLst>
      <p:ext uri="{BB962C8B-B14F-4D97-AF65-F5344CB8AC3E}">
        <p14:creationId xmlns:p14="http://schemas.microsoft.com/office/powerpoint/2010/main" val="16516564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EE10E-4418-4B60-82E9-356851A6483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95C7B9-7726-1601-32CF-139943E1AC7B}"/>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CD26E4AC-6680-9915-ADFC-A7D0185C63C2}"/>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87B4AECC-4A5E-26C2-F3D5-BCC470D63BF1}"/>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14E01902-A252-C659-2A80-F862886625DC}"/>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336E2862-7B14-15C9-67A2-D578DC06543F}"/>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08F9BA4A-7930-3661-3A7B-527F54D4D5F9}"/>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269D14B2-975A-0C9C-29EF-D7BEE616F9B8}"/>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5013DA73-F0CE-D9B8-FDA3-146127AB3593}"/>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8D5BC4A6-B3A5-46EB-76C6-ECCC70DFB14C}"/>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501E9F47-B692-0896-9486-CAC5778D8F47}"/>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2D09136B-B71B-8B1B-BAEE-CF5A6F9C3115}"/>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A4B14827-21DF-1068-492E-0CBD3EFC9867}"/>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BAA0A5DB-9A49-7FF6-952E-A644C9BBC85C}"/>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8252F5E6-27CC-BE69-77FC-E1049D427104}"/>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35A287B5-2DD2-62EB-5D33-23CEEA63252F}"/>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99420C16-190D-A409-3096-9EFA4F56B021}"/>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18E856D6-2C5F-5DBE-DB04-65CE04D2AD1D}"/>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253AEABD-228F-D2FE-335B-E73B6560D24D}"/>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0F9432AD-65D8-9155-659F-47E6031E83EE}"/>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DFDEBEF0-DB23-ED35-7668-AD0DE945440F}"/>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789947BF-807A-B1F3-FEFB-AC3B68C811C1}"/>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9557980D-712D-56CF-B548-8436CACFE59A}"/>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176EC57C-E37D-21E9-3513-8BD3EF26F777}"/>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03A3ECED-9117-4597-6ECA-9E9339829DCE}"/>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DA13D8A6-AEE3-EC0A-850E-92488CDEA78A}"/>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D7B6E8A8-7DD1-A7C3-C666-DB3F6672EB1A}"/>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AA8D7E92-240E-1FE2-C2E9-5BE49BCBA5BC}"/>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8DA2DC14-CB87-83BF-6276-FCC2EB2C5646}"/>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E1966A5F-2C66-BDB8-B425-7AAA24972DC5}"/>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6FE56253-CC3A-5D93-807D-17A7951B22C2}"/>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02CDAFD1-0796-9B6B-A3C9-97DAB3C4842F}"/>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B8EF23DA-5C41-A207-D988-235549256C0E}"/>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ECD1A9FC-4F8F-AC9F-B470-47206B10773F}"/>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34EDCE48-2ED4-39F0-C2EE-143062E7B068}"/>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B6CD3E37-40B9-CBC6-8773-77C45917C11A}"/>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ABACB36E-A1DD-BDF6-3112-78587B18CE48}"/>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725BF08E-9B66-633E-CE7F-F2E2A12FB9DE}"/>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D87D895-74DA-5DF9-7407-3B58F94061CD}"/>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BF419591-BEF9-4A91-116C-307B3B9A3125}"/>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03EB0192-DBC8-7FEA-1C42-40BD65C98AE0}"/>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EA3C33C3-D78F-96D5-AF55-D71240FC03DA}"/>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DA0F3A7-8FF5-CB0B-3CDD-F2A593C175BB}"/>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7CD45797-246C-9FBE-6FB5-A220727F7F48}"/>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AA9B0AC-13C1-C6F7-E865-D29634875C7C}"/>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18AB77D7-99CF-2C80-AAC6-9ED888AB2274}"/>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549CA6B4-3FEE-2932-1870-1580BB1542B6}"/>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8D77B8A-6ADB-8155-3F82-260992259ACA}"/>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33B27299-B593-0D7C-E7B0-AE5FE3721311}"/>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631CE820-3D5B-693A-57BF-F2A625F98B83}"/>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8FFD8D4A-4488-0D02-3300-4F2FF83C28CC}"/>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45F8A5E1-9149-1564-27EF-B61100AECB3D}"/>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A1FF00F0-4CD8-2282-B3E7-FAAA10A6015A}"/>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335C0D76-5BB6-C7A2-2C02-7D7880722DF0}"/>
              </a:ext>
            </a:extLst>
          </p:cNvPr>
          <p:cNvSpPr/>
          <p:nvPr/>
        </p:nvSpPr>
        <p:spPr>
          <a:xfrm>
            <a:off x="8458259" y="4880248"/>
            <a:ext cx="2702634" cy="835739"/>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E0F79631-D6FE-A6D0-BD06-717F1B091641}"/>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67A192F-10DA-7A39-BB1C-98B209518739}"/>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25C3D290-56D8-7696-9423-477EE0B29FB8}"/>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A1673AEF-D144-77A1-F481-F09DC046E1A5}"/>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4090FCC3-C275-ECAD-2090-61209B767133}"/>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2E845172-B60E-DEC8-23FE-385ED30EC909}"/>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BCFB98C8-8822-24EF-67E3-B02F3A11944F}"/>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4642BEA4-0D46-C7FD-5ECD-F65CBE9B75CA}"/>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 S14. Receive Vendor Return Merchandise PO">
            <a:extLst>
              <a:ext uri="{FF2B5EF4-FFF2-40B4-BE49-F238E27FC236}">
                <a16:creationId xmlns:a16="http://schemas.microsoft.com/office/drawing/2014/main" id="{77C243E2-F54B-2194-2E27-27E6D9A6C828}"/>
              </a:ext>
            </a:extLst>
          </p:cNvPr>
          <p:cNvSpPr>
            <a:spLocks noGrp="1"/>
          </p:cNvSpPr>
          <p:nvPr>
            <p:ph type="title"/>
          </p:nvPr>
        </p:nvSpPr>
        <p:spPr>
          <a:xfrm>
            <a:off x="726132" y="122387"/>
            <a:ext cx="10515600" cy="399216"/>
          </a:xfrm>
        </p:spPr>
        <p:txBody>
          <a:bodyPr>
            <a:noAutofit/>
          </a:bodyPr>
          <a:lstStyle/>
          <a:p>
            <a:pPr algn="ctr"/>
            <a:r>
              <a:rPr lang="en-US" sz="1800" b="1" dirty="0"/>
              <a:t>S14. Receive Vendor Return Merchandise PO - PPS Service Rental</a:t>
            </a:r>
          </a:p>
        </p:txBody>
      </p:sp>
    </p:spTree>
    <p:extLst>
      <p:ext uri="{BB962C8B-B14F-4D97-AF65-F5344CB8AC3E}">
        <p14:creationId xmlns:p14="http://schemas.microsoft.com/office/powerpoint/2010/main" val="367138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D658E-DB85-D055-3502-090E96A8EE2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4825C88-4AAA-D626-3AB5-BB057E47B219}"/>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5A60B7BB-C20D-5181-0665-0D7791D09A70}"/>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35C2391E-7659-82CA-143F-475A2C5BBCB3}"/>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0E239F91-C449-C38F-D426-C20C62939D85}"/>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DA61EC92-D793-7FDB-CE9B-CC7533BA7124}"/>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B92A1C5F-AD17-5958-B3DE-E7DBC54714F9}"/>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E088AFB7-BCB6-AA2B-092A-315E2F01623A}"/>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EBE43EF7-9218-4783-8E35-E4A344ECF4E5}"/>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534A0384-6E22-F8A3-637B-7A87EBBA1C36}"/>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5596DC63-376B-207E-B450-7689DFB9B349}"/>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D04A72AB-EC02-5C73-5467-38DD020F3460}"/>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9C37F835-F0ED-BA21-1870-2F409581F038}"/>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6573AAE5-3120-0722-70BD-D898772FE8CE}"/>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E46F9EA9-4293-740E-286E-1EEE9A6F3078}"/>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72A82E42-D88A-B095-503D-4F4158CEC1EC}"/>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056BED7E-29FB-B3F4-D40F-1688E4AFAC6E}"/>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A03B353F-786E-3A79-6E38-7F17603E50E6}"/>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988F0A58-9C27-B005-47E9-E9125ACEB843}"/>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795ED4B6-640A-AF48-5D7A-C84562889BD9}"/>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4591BD9E-D038-A718-2F05-71304C433B69}"/>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6E32447A-44FD-BD5B-CF74-70ABF77BBABA}"/>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E1D5FE87-426C-DD8E-B559-84359DC90B13}"/>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42003989-8E48-9532-B0D1-32535B97D97D}"/>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F7214599-26AC-19B2-7C13-09DE728634A5}"/>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77673080-6F8B-A605-B88F-B20C52DF21F2}"/>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F3FC4C96-161E-ABA2-AFEE-117ADDB12C9E}"/>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64F94943-ACD8-F04A-2DD1-987FAA060E28}"/>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484C7FBA-2DB2-0C80-1E3A-0E00955C78AC}"/>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4C215C28-3DF7-F8BA-48A5-96BD35989E3B}"/>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CCF70935-DF59-2230-17C7-2C07303B18A0}"/>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DE3904E8-B7B2-0153-7AD2-A1FE08E97B2D}"/>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3AB660A0-D2F4-D581-0356-71AD40FE14F8}"/>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B304E982-C94E-47EA-8BB1-68DC98C01F0C}"/>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4EF82B16-C53F-DDDE-0163-9529CC5A0149}"/>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C1827FC8-4437-3524-D1F1-3E3686BDE653}"/>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293D212D-95B3-8468-D7CC-7A65EF014DEB}"/>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C3F5F5C8-CC12-4A2F-4CD7-6F7B914449E4}"/>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6412C9B-5194-9AD0-E65A-3BF61A6C1845}"/>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098C413-9D70-388E-AFC8-2EDEC302A609}"/>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DAD22E57-3412-6888-A942-22810A8024AE}"/>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8A680953-3FF9-C127-E3B2-DBDB291AF002}"/>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AAD750F-B313-BBF2-3310-9E92F8A50097}"/>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2BB40916-78A2-D996-966C-04EF359148E7}"/>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FBA1559D-F341-69D6-23BE-971F7D1AE24F}"/>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5F62D08F-BAAC-541B-3A33-6BC9C2CE844A}"/>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4E3A6994-5EFC-EA21-B849-C8FA8F1C2685}"/>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7EFAE0B-CF6F-B0AE-BC85-7219FBD2BEDF}"/>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5C0342F4-5C90-DE9C-E570-91F1881B8B6A}"/>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2088B47A-C12C-6DFE-2082-429FA88690B0}"/>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1B62083C-65A8-E2A8-A751-681FCD1D7BB6}"/>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9E7031A3-5EF0-BC27-2085-E088D1049BDE}"/>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C6C9BB96-1053-A89D-2C85-324AFBB6ACFC}"/>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24283DC8-32FD-8060-DEA9-F52E6A2B653B}"/>
              </a:ext>
            </a:extLst>
          </p:cNvPr>
          <p:cNvSpPr/>
          <p:nvPr/>
        </p:nvSpPr>
        <p:spPr>
          <a:xfrm>
            <a:off x="6865801" y="5658281"/>
            <a:ext cx="2702634" cy="835739"/>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F29775E9-681A-1F41-2B25-63812A93E3C8}"/>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8F3B633-25A5-DF95-82AE-1F948C99651E}"/>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69B90BC5-F8EC-2CB2-83F6-CCFA72CE3760}"/>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3E05B540-DF6B-90C8-5D00-AFD37823F84F}"/>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36B52118-2C81-A934-9956-38509517BEB4}"/>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39835FE2-96C7-E9CD-5E42-DCE91D21D075}"/>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AEBC6E57-295F-4C41-5B96-16D2BBC6C58F}"/>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9795D462-E84A-0A86-5A0A-9538E5F507E7}"/>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 S15. Close rental Contract">
            <a:extLst>
              <a:ext uri="{FF2B5EF4-FFF2-40B4-BE49-F238E27FC236}">
                <a16:creationId xmlns:a16="http://schemas.microsoft.com/office/drawing/2014/main" id="{3B945C92-D748-0B16-3867-B53E8855D112}"/>
              </a:ext>
            </a:extLst>
          </p:cNvPr>
          <p:cNvSpPr>
            <a:spLocks noGrp="1"/>
          </p:cNvSpPr>
          <p:nvPr>
            <p:ph type="title"/>
          </p:nvPr>
        </p:nvSpPr>
        <p:spPr>
          <a:xfrm>
            <a:off x="726132" y="122387"/>
            <a:ext cx="10515600" cy="399216"/>
          </a:xfrm>
        </p:spPr>
        <p:txBody>
          <a:bodyPr>
            <a:noAutofit/>
          </a:bodyPr>
          <a:lstStyle/>
          <a:p>
            <a:pPr algn="ctr"/>
            <a:r>
              <a:rPr lang="en-US" sz="1800" b="1" dirty="0"/>
              <a:t>S15. Close rental Contract  - PPS Service Rental</a:t>
            </a:r>
          </a:p>
        </p:txBody>
      </p:sp>
    </p:spTree>
    <p:extLst>
      <p:ext uri="{BB962C8B-B14F-4D97-AF65-F5344CB8AC3E}">
        <p14:creationId xmlns:p14="http://schemas.microsoft.com/office/powerpoint/2010/main" val="2477097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C546B-D0E7-51A6-59B0-54278CC9A38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523EA44-9953-28BE-C364-51BB7B3CD40B}"/>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A5C1A32A-A907-9354-C6ED-5DD785175B87}"/>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52D1BFC3-596B-3276-4E4B-18F75A381BC9}"/>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58009DC5-A387-4F4A-3922-A27059E73A52}"/>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9729CB42-2551-99E2-58A9-77D0587975E6}"/>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8B5CBABE-2379-350B-A9BF-4A8B99822588}"/>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12F8446C-30B0-5C14-CFD5-A40D83FE8120}"/>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FBB36CE7-8D67-2BB0-62D1-6217193CAF2D}"/>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74473659-ADBA-C328-4734-F954C17A7D1B}"/>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239C6E52-9A86-690F-0D0B-6D63B6A6929A}"/>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CF62ACDB-A084-F4FB-7B38-59630A0E2928}"/>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F380056E-5381-8AF8-4927-AC46F4C9B527}"/>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72045079-3578-9D19-C0FC-2E0B0577EF8C}"/>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484AAF3B-FA0F-7E91-E3AE-3C340A14FD8A}"/>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3E3EA0A4-F952-3A28-1C8C-3B3E5EF8254F}"/>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17090140-4CE6-BAB5-CB94-0BADB987C118}"/>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8E622B20-41EF-716B-554E-861406DDA402}"/>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30A20A52-60B2-2A70-F5FF-8CE5668167DC}"/>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C470BED3-8817-0503-881D-EB3DB95EA66E}"/>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C3F10D91-CA1D-735F-3A42-4E27A3D4CB54}"/>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6051D115-010C-A11B-5559-66FE0009573E}"/>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65F77A47-B459-5BCC-66C6-220652286573}"/>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E605048E-A540-009B-D1E1-5DCE4053A1FA}"/>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1A08707F-C6BE-C38A-DB38-D7AF78E2ACB3}"/>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B0D27F7F-3F4A-34F9-50DA-5AD40102F9FE}"/>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4A0BFAB4-CC63-1B8F-16AD-6D25F696E079}"/>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58329AF2-1272-EF78-D5F2-3F1B10494709}"/>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10672EBD-6C60-ADDD-2839-D3741770CB10}"/>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55B81847-94E8-7BD3-C527-56942A6E91AE}"/>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CF955774-8690-8758-5CBB-656B73D3DA52}"/>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9048C855-3991-61D6-9EC8-3D1A57CE39F6}"/>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E8E4A864-76C3-2788-5062-596C824AEDE3}"/>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40E0F201-9F52-B45C-9566-B40C9C8F1444}"/>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DB4A82F9-6538-FA3D-0FF3-D018DC069F35}"/>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EAEF301F-4B57-7130-9AC3-66DF6AE9D2F4}"/>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3D4F3DA3-FB3A-0379-B158-88ED61CAD5AD}"/>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F0A7A8C2-D272-58CB-7E49-ED4F93EA1FBB}"/>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B3888C6E-FEA2-D22D-8A6A-4F5626B0A9DC}"/>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0363944-A411-3CF7-0AFE-C6C5E78C25F9}"/>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DE50A92D-0680-5E87-FBEC-594D1A5F23BE}"/>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E25631F7-A772-6588-6AC5-231C45625E17}"/>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74AB915-07F7-36CA-5ABA-67D99352947E}"/>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19ECEF64-2450-5F1E-7652-A4E69C2595B5}"/>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C55352B5-5FE2-2812-58A3-BFD362073A0E}"/>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9402B65A-0AC0-E0EA-46D8-86E61053BB49}"/>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2C3DFE16-98F4-77E8-E906-F8656B4C74EF}"/>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15C99782-4B81-1C31-F0B8-7BED748B25F0}"/>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E389B099-7894-44F8-32E2-FC5B5343A5C5}"/>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B0F30D3B-A060-107B-38F8-BF84B2BA98DA}"/>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DF7F6D15-819F-7578-6CAC-81A2BE800EEA}"/>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90A19A15-398C-6BD2-F72C-39498E19994B}"/>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1F9E1A38-DC09-B3E8-8635-9691E4613FB1}"/>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88B28134-1A54-5A05-6989-83ECC16BD3EF}"/>
              </a:ext>
            </a:extLst>
          </p:cNvPr>
          <p:cNvSpPr/>
          <p:nvPr/>
        </p:nvSpPr>
        <p:spPr>
          <a:xfrm>
            <a:off x="6865801" y="5658281"/>
            <a:ext cx="2702634" cy="835739"/>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EE27A340-282A-0A07-440E-8A3E20C415AE}"/>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EA25A64-5A1C-4A6E-5CEB-FDA885432D8D}"/>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70C76280-9E0C-8763-506A-747F2AB0E765}"/>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C471682C-F466-B742-9719-1954FCD3FECD}"/>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865BC4FE-E301-547E-DEC6-141FD5898B1D}"/>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D2590A8C-44EB-B7EA-9D4A-40F57633521D}"/>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10F2D620-45DF-8151-0CB6-350CF542B25F}"/>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063E9149-FAB0-B980-EF81-B0C2F638D229}"/>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 S15. Close rental Contract">
            <a:extLst>
              <a:ext uri="{FF2B5EF4-FFF2-40B4-BE49-F238E27FC236}">
                <a16:creationId xmlns:a16="http://schemas.microsoft.com/office/drawing/2014/main" id="{2FCBDC1C-95C5-B02C-5DF7-BB63533C39A3}"/>
              </a:ext>
            </a:extLst>
          </p:cNvPr>
          <p:cNvSpPr>
            <a:spLocks noGrp="1"/>
          </p:cNvSpPr>
          <p:nvPr>
            <p:ph type="title"/>
          </p:nvPr>
        </p:nvSpPr>
        <p:spPr>
          <a:xfrm>
            <a:off x="726132" y="122387"/>
            <a:ext cx="10515600" cy="399216"/>
          </a:xfrm>
        </p:spPr>
        <p:txBody>
          <a:bodyPr>
            <a:noAutofit/>
          </a:bodyPr>
          <a:lstStyle/>
          <a:p>
            <a:pPr algn="ctr"/>
            <a:r>
              <a:rPr lang="en-US" sz="1800" b="1" dirty="0"/>
              <a:t>S15. Close rental Contract  - PPS Service Rental</a:t>
            </a:r>
          </a:p>
        </p:txBody>
      </p:sp>
    </p:spTree>
    <p:extLst>
      <p:ext uri="{BB962C8B-B14F-4D97-AF65-F5344CB8AC3E}">
        <p14:creationId xmlns:p14="http://schemas.microsoft.com/office/powerpoint/2010/main" val="10097260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07A2F-EAF6-709D-FA4B-3CFB3F783FC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64B58A7-A80B-8345-D227-76D4F9D158F7}"/>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D335C691-A8A7-C01E-F6F1-D467DB3A2DCA}"/>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3C49FC48-D697-B712-2359-4DC793E68801}"/>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1170DD13-3CA6-EA3E-2DD5-BEE97B3C19F5}"/>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76848CC1-18AA-699E-94A3-09392D1111AD}"/>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5443A2F4-7A1D-E2B7-7096-BB31FE39F33D}"/>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EB6645C2-DAFA-1637-4E54-C5006002009C}"/>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444F30BC-21D7-E57A-79B3-7C7E94FF3832}"/>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93BFCC05-2E35-1010-D386-7F6BFDF66AE4}"/>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C1160ADA-7354-59F0-16F3-07C51D36A721}"/>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66003AF3-EDFA-6A7B-6E7D-3F5415197070}"/>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571D787D-0C91-BD44-EBCA-E849976AB3B7}"/>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C3BB3078-4DE5-5A78-A5ED-D26FBB015396}"/>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99CB7C5D-125A-340E-8A4C-D5576D085D80}"/>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1CC95284-190C-BE4A-99BF-13F563B36DAB}"/>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426A1918-32D8-4FA7-77CC-59712C510468}"/>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6C9FC377-612F-31E2-FD3D-9C9B147DE880}"/>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6B361F0F-DA1E-1B2D-43F6-9CE044B603A8}"/>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5B5A87E5-48F2-181F-E741-A728B21B8072}"/>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78135266-13A9-D384-0CF7-04793B5351AE}"/>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D9F17286-E5B2-F5BD-6A84-40717CC9303C}"/>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12B430D1-87AB-D0CF-7530-DAF77332D81B}"/>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7A34FA8F-84F7-8F49-49FF-AAF94E16BE03}"/>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4F5B2383-AAC6-FF43-09CF-D281FBBA9A0A}"/>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C40CDC71-0EB8-6CAB-61C1-54AF91D47701}"/>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41C638F3-9AE0-7198-0EE6-0387AD24D0B0}"/>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37C9D21A-7121-F342-A2EF-9CFE187E8C5E}"/>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697B5ACD-5BEF-DC99-D2C9-E0DDD5B5BE8C}"/>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4607D64F-E4AD-78A6-C9AF-9C29275466C8}"/>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25C880EA-1AAD-E838-DB90-51045105EF0C}"/>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318E3BBB-E820-8B2F-40BD-1E5EC879C51C}"/>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4A0C6B32-F3BE-85C7-CA67-80B97AE4E79C}"/>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CBAF130E-4923-B640-7D63-EE768C890208}"/>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097149C9-0C6F-A46B-BE49-1919467DC68A}"/>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B9E11D68-64EC-4E1F-464C-6D42E4274E27}"/>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41E05FDD-ADD4-E1EB-EF38-BA104E425897}"/>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41688715-367F-C201-F5BC-A41057DCC93C}"/>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CD06EA2-7FD4-35E4-FA9E-E1A810D6431F}"/>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A8F4046-BA7C-000F-DB8F-9BF4F83C844E}"/>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658CA49B-E123-1D99-2A29-0303AAA6C621}"/>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030F9B5C-33D6-E700-A640-BA0BD7284739}"/>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401D1E0-AA98-EF5D-2D5B-A3C27D3FC988}"/>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AA29922-8170-8882-2BD2-9D72D8A33417}"/>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809421C-7394-5ED9-5418-3221754546EF}"/>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BF8D2A4E-0D10-4366-D7AF-7AFB8E34EAAF}"/>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509B7999-B1A1-3D8C-60AC-B0C871D8A8BD}"/>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3F123D5-25B6-6202-33B2-3CC0EC277A67}"/>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11F0BC24-3C25-B1C2-3E40-4B901E911ABE}"/>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A4B8EC57-0034-3A5F-0E7E-8A6A868478C1}"/>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98FC8BA0-DD7B-FFE9-1668-996A9CF34CB4}"/>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BCD5EB26-B32F-0DB7-BEE4-14F608B1693B}"/>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10EB0B36-B8B2-E065-9E43-F955FAA60E05}"/>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8F8C7859-402B-A319-5B45-C9784A052F6F}"/>
              </a:ext>
            </a:extLst>
          </p:cNvPr>
          <p:cNvSpPr/>
          <p:nvPr/>
        </p:nvSpPr>
        <p:spPr>
          <a:xfrm>
            <a:off x="4038797" y="1324024"/>
            <a:ext cx="1207428" cy="108824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F0C740EF-B08E-B0DE-4D57-C9606D417785}"/>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BB35B091-6EE5-A556-85B8-1E5B8313204C}"/>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FCB423C2-84C3-DC3C-E572-F71C4D089F63}"/>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18AAB276-8C38-6D98-1472-63C81DE3A952}"/>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749BE7DD-1AB6-D82D-875F-A9FB87B2249B}"/>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2592699E-0252-C511-3C59-BF92C1D10E34}"/>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B704DD2F-E341-46E9-F798-4D779AC4FC81}"/>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F1F2F7FC-C1F7-109A-B855-1859CF9DF982}"/>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 N1. No we do not have one of our fleet generator available">
            <a:extLst>
              <a:ext uri="{FF2B5EF4-FFF2-40B4-BE49-F238E27FC236}">
                <a16:creationId xmlns:a16="http://schemas.microsoft.com/office/drawing/2014/main" id="{9B6F1B75-C5EA-4BE8-A3A9-0C2C2E591C0D}"/>
              </a:ext>
            </a:extLst>
          </p:cNvPr>
          <p:cNvSpPr>
            <a:spLocks noGrp="1"/>
          </p:cNvSpPr>
          <p:nvPr>
            <p:ph type="title"/>
          </p:nvPr>
        </p:nvSpPr>
        <p:spPr>
          <a:xfrm>
            <a:off x="726132" y="122387"/>
            <a:ext cx="10515600" cy="399216"/>
          </a:xfrm>
        </p:spPr>
        <p:txBody>
          <a:bodyPr>
            <a:noAutofit/>
          </a:bodyPr>
          <a:lstStyle/>
          <a:p>
            <a:pPr algn="ctr"/>
            <a:r>
              <a:rPr lang="en-US" sz="1800" b="1" dirty="0"/>
              <a:t>N1. No we do not have one of our fleet generator available  - PPS Service Rental</a:t>
            </a:r>
          </a:p>
        </p:txBody>
      </p:sp>
    </p:spTree>
    <p:extLst>
      <p:ext uri="{BB962C8B-B14F-4D97-AF65-F5344CB8AC3E}">
        <p14:creationId xmlns:p14="http://schemas.microsoft.com/office/powerpoint/2010/main" val="2142719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1B3B2-1934-D599-A3E4-6BCF9452E06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C174CDE-E7A5-CD1B-77CA-EE64C0615A4D}"/>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C551BD58-1F2F-8E00-73C3-1CC64EEAE5B9}"/>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37CBFF78-B946-A5AD-BDC8-73CAAA6DCE77}"/>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6EB80A82-5C8B-A745-5D89-AFAA27D80C46}"/>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F27548EE-6134-A565-79EF-9799D95E0AAC}"/>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28C762B3-C8B5-5D2C-24A5-B9F72AC941BE}"/>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5402E59E-D0CB-1748-44EF-B4A60C125FB0}"/>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96663CEC-97C3-D5F3-2DAF-5197388669B1}"/>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37C7801F-1CC9-1398-E55D-A1C7239DFC64}"/>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AEAF88C1-0C03-1F55-C479-342590519D3D}"/>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FF522C92-4C63-0BC0-664C-1BC564A40667}"/>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6A05294D-9357-CD73-EAE0-350EFD263699}"/>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0C96B55B-5CA0-D311-A029-C0413F87B314}"/>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225377C2-9CA0-2E8B-8A5F-6F669FB15B2C}"/>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BAE15E5C-CFB8-4064-635F-3FE9CBA16C04}"/>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F19E6F1B-FA57-9E3A-5D85-DDA13E21D6EC}"/>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E5F911BF-A961-6E9D-A420-43FD1A3968FB}"/>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AD0B2028-AB91-FF8D-3420-D9C6B22833D8}"/>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153239A0-2926-4A25-A5A9-B1DE91C58BB3}"/>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FFE00D48-42E3-878C-D2DA-66EF69F3EAD8}"/>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9DAB498A-002F-EB10-20BB-8183C643B725}"/>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86420640-B878-A012-E2CD-E7C4C00659C9}"/>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B8ECDDB2-8DD0-D33B-EC28-76C249CD80F7}"/>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5F1C95C9-48E6-5713-7860-A9A2DA51E10C}"/>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AEC3FB15-77D5-9299-C5C4-9BAD3FEC4E8E}"/>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E316AA8A-32C0-163A-23C6-81461689B02D}"/>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12A1EBE1-E52C-E3E1-CFCB-0714509DBE6B}"/>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B57C65B0-B251-411C-34FE-84F3351A3B22}"/>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6691C633-8AAD-8CD0-F349-BD68074B4E1B}"/>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9E0AB5F5-535C-69AD-81E2-535E36EB949F}"/>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8E106A05-E524-DFE0-6661-4F148943854F}"/>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31159641-71DB-2317-4487-F19CB038EC8B}"/>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F9E85E69-52E1-FF73-A982-C77D1F787EBC}"/>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3D8F3647-D339-8232-9F2F-BB8D57E0EC40}"/>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B65DA9E1-5948-12C9-1C73-331891D106FA}"/>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556BF451-3065-B195-3AA0-F098B5B3E60D}"/>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E70E48FC-3AD9-C660-834C-FE5FBA06A720}"/>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C709B15-E61C-5393-0A91-4550A4349265}"/>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DD2EDAE-6A6B-CDA4-0B90-448DE617E3BA}"/>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AC4A3CB2-6B2C-7ABA-3134-5D9C7DBA1C4B}"/>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1506E493-9EC4-3B94-6C64-82688A74FEE0}"/>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D8263B36-9577-348B-B46C-1755892CCB03}"/>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F58B3290-BD58-2526-836C-729F3A5E1908}"/>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4A13F3C7-D3E0-CF36-B534-E993CAEFF81F}"/>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60675395-322B-4197-33ED-93AD542D1122}"/>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91ECC82F-D37E-292B-EA56-9BAE25BB5FE1}"/>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E02FB90-91FD-F62A-9B29-62276084A01F}"/>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E9040832-98D2-AF79-D52D-37D6180E5440}"/>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A0A05C46-2163-267D-000B-0B88DAB0DBD3}"/>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A9BF6F41-A286-4A7F-6A2C-0DFCBD0B1FC3}"/>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DF2C55EB-291A-8CAE-3AD4-787D6669A125}"/>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34F09CBE-AD7E-38E1-F6BD-2A0269B0D9F4}"/>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03AD5E84-D3B8-65D2-2FFE-33D004ADD881}"/>
              </a:ext>
            </a:extLst>
          </p:cNvPr>
          <p:cNvSpPr/>
          <p:nvPr/>
        </p:nvSpPr>
        <p:spPr>
          <a:xfrm>
            <a:off x="5228271" y="1309164"/>
            <a:ext cx="2718123" cy="74305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FC622858-9D96-C91B-8ADD-F6A408695047}"/>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9BCC9187-5EAA-19AA-FF76-E2A17FD985F7}"/>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EE7CB0FE-B3F1-BA6D-3B7C-81B0F791230F}"/>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73517D80-7209-96BE-9FFA-8EF2B40F74F2}"/>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5F4010A0-AA49-5052-782F-1CF7DFAB49D2}"/>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B86BF850-D43F-D5E8-7837-2ADE49BF4A24}"/>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D9A4EA8A-DE00-D84D-4C27-69ED03786613}"/>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0F9692DB-AD16-2596-9FAC-F5C68AD66CEC}"/>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 S3. Add a Re-Rent Item">
            <a:extLst>
              <a:ext uri="{FF2B5EF4-FFF2-40B4-BE49-F238E27FC236}">
                <a16:creationId xmlns:a16="http://schemas.microsoft.com/office/drawing/2014/main" id="{694F1681-AB1F-B65A-999C-A82907C696CC}"/>
              </a:ext>
            </a:extLst>
          </p:cNvPr>
          <p:cNvSpPr>
            <a:spLocks noGrp="1"/>
          </p:cNvSpPr>
          <p:nvPr>
            <p:ph type="title"/>
          </p:nvPr>
        </p:nvSpPr>
        <p:spPr>
          <a:xfrm>
            <a:off x="726132" y="122387"/>
            <a:ext cx="10515600" cy="399216"/>
          </a:xfrm>
        </p:spPr>
        <p:txBody>
          <a:bodyPr>
            <a:noAutofit/>
          </a:bodyPr>
          <a:lstStyle/>
          <a:p>
            <a:pPr algn="ctr"/>
            <a:r>
              <a:rPr lang="en-US" sz="1800" b="1" dirty="0"/>
              <a:t>S3. Add a Re-Rent Item - PPS Service Rental</a:t>
            </a:r>
          </a:p>
        </p:txBody>
      </p:sp>
    </p:spTree>
    <p:extLst>
      <p:ext uri="{BB962C8B-B14F-4D97-AF65-F5344CB8AC3E}">
        <p14:creationId xmlns:p14="http://schemas.microsoft.com/office/powerpoint/2010/main" val="2118130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A51F2-828E-061E-FBC6-CE71CF9D0DC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A84A99E-DDF1-955D-46BE-91B49A9AECBC}"/>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9596D060-5186-555C-D5F3-D13350CF8861}"/>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24F2466E-571A-16CD-B4C4-5075BC33005B}"/>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46502E5F-6DFA-2E61-D1DD-2F0BD46EC809}"/>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368467E8-8AD9-7A43-8753-FD2F84FEA6C8}"/>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4F4800CB-FEF7-1736-3DAC-F2D6955ADA78}"/>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11442E9C-30D8-ECBA-ED1C-7B2C01F5B401}"/>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44F8A6D7-E193-8F1E-ACF9-8F729B25E3FC}"/>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7C06E3A9-5651-9559-5C1F-589151BE0D81}"/>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03947169-CFDC-02D4-A349-6AE1965103D6}"/>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33D576BE-5E2B-CF0D-2C9A-3644B4FE4097}"/>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54CADD0E-61A8-21AC-E005-B336A05B0D31}"/>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E40AEA8B-37C7-692B-0031-5AD879216C5B}"/>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F6670DBD-0EBC-6A32-0DCC-BA9468CACCBF}"/>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4D803032-1629-A3A1-B516-10D3CD408A30}"/>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63A9F309-1EF9-0DC1-C108-E28D26CCCEB0}"/>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6B42881A-4E6C-8327-E5EB-111ED28279A4}"/>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45E5C7CF-9034-1154-DBFB-A7AAE3FB239A}"/>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9FBC54D0-EBBB-62EA-BA97-6E308BE17114}"/>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9476531C-EA09-7DFE-4014-F32EDA051D4A}"/>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1EF92080-CD52-2A55-58AB-661DF8A00B68}"/>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33C16AD3-115F-2955-BF3F-A40A0D3E54E0}"/>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1A9059E2-E59E-11DD-E3BF-CE933EF59664}"/>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4ECB43FC-EBD9-58E9-DA5A-0DE41F51FD51}"/>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07725E5F-1F52-554F-6ED4-4148EFA61CB4}"/>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8282A58A-26E1-D7C7-78A3-EE3672811C8A}"/>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945C3590-701C-6922-84A6-FF515F4666D0}"/>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7C3DCC7C-4748-808C-F1E6-A924FE29529B}"/>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26AB8841-BCD5-B27C-0D04-565673DF5621}"/>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5F69BEBC-13F6-CA35-5170-1BC725FB8D9C}"/>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1713C9C7-21D0-2D48-4E02-4AFE731035A0}"/>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0AA0ED49-67B2-6C74-9905-EB2F9148C1F3}"/>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C48FDF83-150C-DE8A-E126-EBCA08113429}"/>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D90A68AB-7FF1-8323-543A-3E113C538484}"/>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0A8DED13-1231-38F2-561D-D9975CA95EE1}"/>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A623113C-C8E3-525E-E863-07A12A8A0A0D}"/>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F94D49D3-05E5-1AB1-5704-0DDAD714252A}"/>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2AC1C63-9A2F-810B-DD22-078F20700726}"/>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5D4D7D1E-A17D-FD45-0469-0B0A4D97FD20}"/>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FE0F381C-6B8F-A9B4-95F8-61AE24D35FFC}"/>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7A848C50-2912-C44A-D48D-E576C8ADF44B}"/>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0EC0B394-0121-A9F3-7CCC-4CD256C3B4AE}"/>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805FAF6D-5AD6-12A2-76B5-C867ED798CEA}"/>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3142F907-6E5E-5084-B2D5-460E1E8413FD}"/>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A45A0E8E-AD85-03C1-958E-971ECD4926EE}"/>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D6A043BA-47E7-6BC6-C5B2-3596B06E988D}"/>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2A57323-5D54-F1BB-B0F4-5DA3C52B0394}"/>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5AB8451C-2A7C-3165-D0AD-114F14567515}"/>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C91CF2EA-E0F8-E890-4C7C-0A6D627E9E3D}"/>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53642E77-6AF5-9C08-D14F-EC65A7DD2CC9}"/>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58594044-9AB1-128B-1198-289A6FC2D66A}"/>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50FF310B-C6A8-D2D5-DA5A-6CD4E8FD5F91}"/>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4B76F5AC-7139-B3B1-1E9E-11D4D727053A}"/>
              </a:ext>
            </a:extLst>
          </p:cNvPr>
          <p:cNvSpPr/>
          <p:nvPr/>
        </p:nvSpPr>
        <p:spPr>
          <a:xfrm>
            <a:off x="8344774" y="1274151"/>
            <a:ext cx="2842206" cy="743054"/>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821340D9-CD3F-5DD8-7F58-96A5C1F8ECC9}"/>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42C235D-D225-527B-15B0-A93C1DC4C012}"/>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48120DDB-9507-C97A-E81B-7EDE8CDEB320}"/>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176C324E-A93A-2887-A3F7-D971222F8C26}"/>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C73B9904-2B93-EFB3-042E-C134F5E2C96E}"/>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CEA2C7C3-0A7B-557D-5007-5B333AA43D37}"/>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5F3BBA4E-4F7A-51F9-3698-38A64EABBB56}"/>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FF00ADDC-BC80-44B3-47F7-AB541C61FBEC}"/>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 S5. Raise Re-Rent PO">
            <a:extLst>
              <a:ext uri="{FF2B5EF4-FFF2-40B4-BE49-F238E27FC236}">
                <a16:creationId xmlns:a16="http://schemas.microsoft.com/office/drawing/2014/main" id="{D416E82F-4A0A-9EDD-55FA-7ADAF35EFF47}"/>
              </a:ext>
            </a:extLst>
          </p:cNvPr>
          <p:cNvSpPr>
            <a:spLocks noGrp="1"/>
          </p:cNvSpPr>
          <p:nvPr>
            <p:ph type="title"/>
          </p:nvPr>
        </p:nvSpPr>
        <p:spPr>
          <a:xfrm>
            <a:off x="726132" y="122387"/>
            <a:ext cx="10515600" cy="399216"/>
          </a:xfrm>
        </p:spPr>
        <p:txBody>
          <a:bodyPr>
            <a:noAutofit/>
          </a:bodyPr>
          <a:lstStyle/>
          <a:p>
            <a:pPr algn="ctr"/>
            <a:r>
              <a:rPr lang="en-US" sz="1800" b="1" dirty="0"/>
              <a:t>S5. Raise Re-Rent PO - PPS Service Rental</a:t>
            </a:r>
          </a:p>
        </p:txBody>
      </p:sp>
    </p:spTree>
    <p:extLst>
      <p:ext uri="{BB962C8B-B14F-4D97-AF65-F5344CB8AC3E}">
        <p14:creationId xmlns:p14="http://schemas.microsoft.com/office/powerpoint/2010/main" val="1090487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A9BB9-9BC1-9FC2-024F-9D7751D511F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4E63E31-7CBE-E02E-7413-7C204DAB944D}"/>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BF2669D3-9ACF-F7E0-F7EF-48C86C986AD6}"/>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C7ECD8F6-9C12-8AD0-A832-4407C4BD36AD}"/>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B3E9B165-364C-5E28-29C6-17653AA4DDD3}"/>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CE2F0AF6-8722-4E8E-BC60-2BE7615CFB9A}"/>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B133DB99-4F7F-C5ED-4282-7D4C0A7FD5C8}"/>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D3A9D26E-3A33-F55C-E8EC-865926F8C7B6}"/>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EF0255FA-1FEF-9FAC-9EC7-63645437E161}"/>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18C3E164-02C3-2AE3-7A03-58D8BBFE34F8}"/>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6C7282D9-84BE-5DF7-014F-92159D2782D0}"/>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5E981AEB-78B9-3B28-53FB-9E84EDEAC1B6}"/>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3B036DE9-B682-457A-5629-09BE28309B17}"/>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B11DC70F-78E2-546A-3D36-94828F0ED7B6}"/>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A475A99D-2AE0-C3D0-E971-789B3A767F56}"/>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0F29A821-8005-F0F2-0495-FCD64C0B7693}"/>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0CE52CFE-732C-2F10-CB89-C4D8F5C4656E}"/>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C9D947E8-A55D-69E4-16B2-94CB96285816}"/>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4A11601B-A358-33CF-5B07-7A4FA54D53BB}"/>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B64E0EBB-36BE-F5AD-0983-DF5AEA836C0B}"/>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C3EF0614-CBE3-E50F-E99E-A6D61C3B1BB8}"/>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A9FAB6AB-ECC4-A799-F04F-4F05309F4FFC}"/>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2B54F2D7-91BA-5639-FB04-46A23D84EF3B}"/>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FC257159-BB84-A407-F80C-FCC71CE27A6A}"/>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7FD46186-8792-ADED-8997-C4E945036EC6}"/>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00032162-9D45-C7E8-A406-C408C5814F56}"/>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F303B7FE-1141-E85C-7E5E-173B48C60F2F}"/>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5DF48B3B-9121-4C75-DE3D-7FF0F55A794B}"/>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E34AC28E-84A7-F6EB-9463-3C2B1CE4853D}"/>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0575D7DE-3744-E70D-3B55-22A0BCEA144B}"/>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87706603-121E-EC3F-AEB5-09515AA88E3E}"/>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9141EF4F-A0F5-4D8E-D061-3F18F2BC9D3B}"/>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AF4B95CC-4F55-1980-A6BA-657DC4034459}"/>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71E9A2C9-4D2F-AAB4-E7C2-24325ACD8205}"/>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F6121946-41C6-E196-E382-F2AB263EB8FF}"/>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A8A4CDE2-2FCF-D5DC-E9F6-E92497DD6551}"/>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D12E8D77-FF76-4BAE-A523-4E5086BA3214}"/>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7DD3F621-1FF7-6EEE-6C32-065B876BFD74}"/>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1207330-8F33-8D6C-C7FC-46DEA105261A}"/>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6995B238-236E-FC07-C6AB-8B425B3B30F2}"/>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9D5BE260-2E0D-46F7-7CE1-CE7AC21AB121}"/>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3D700EBB-9D74-E228-4A81-1BDAD055191B}"/>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C59E253-3707-8F61-F4BA-320F19A27E8E}"/>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44657956-DC4B-DB19-0ECF-F95A75E380AD}"/>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2BD7392-ADD2-E751-F1CD-DC79AD04114C}"/>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D9FA87E1-C700-76EF-21DC-EFDA10066334}"/>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486150BB-7E9B-9FAB-C444-86AD1E2D174C}"/>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F5FA7340-7385-0EEE-E746-F5231B7DB4CA}"/>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888577EB-7868-6B0A-E1EF-BDE972D91316}"/>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F910F976-FF69-AA4D-92A4-130306271CDF}"/>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60511391-C2FC-CA9A-CD51-B4B4D2C8B57A}"/>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7E4E7F1F-57D4-DA6F-4D46-DF53190BCFB3}"/>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D9F3356A-4652-0F62-335B-6942BD7F198E}"/>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00BB368B-4D41-18E7-580A-5AF429964D4C}"/>
              </a:ext>
            </a:extLst>
          </p:cNvPr>
          <p:cNvSpPr/>
          <p:nvPr/>
        </p:nvSpPr>
        <p:spPr>
          <a:xfrm>
            <a:off x="95532" y="1975336"/>
            <a:ext cx="2031964" cy="889707"/>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AAD8D48E-2DD1-6EA3-5DA8-2931DBE0B2A6}"/>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6B15CC5-995A-7137-4C30-3FEBD9292FB5}"/>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A9AE0CDB-CE46-0678-3020-FD2BC9D96301}"/>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708BC937-C283-7DB1-2A9A-8B8D4DC9CF92}"/>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819D5474-268E-6459-FA20-FEFA48EB9495}"/>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16314FBD-B7B9-D307-0781-4F3B95F6D918}"/>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853E37B7-CE83-6FEF-A5BA-56DA24F9385F}"/>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2BA1093D-8C62-A053-E479-D05F5F7E7ECE}"/>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 S6. Print Re-Rent Purchase Order (PO)">
            <a:extLst>
              <a:ext uri="{FF2B5EF4-FFF2-40B4-BE49-F238E27FC236}">
                <a16:creationId xmlns:a16="http://schemas.microsoft.com/office/drawing/2014/main" id="{64BE9BF8-D32F-6369-6BE7-E7A388F6B88D}"/>
              </a:ext>
            </a:extLst>
          </p:cNvPr>
          <p:cNvSpPr>
            <a:spLocks noGrp="1"/>
          </p:cNvSpPr>
          <p:nvPr>
            <p:ph type="title"/>
          </p:nvPr>
        </p:nvSpPr>
        <p:spPr>
          <a:xfrm>
            <a:off x="726132" y="122387"/>
            <a:ext cx="10515600" cy="399216"/>
          </a:xfrm>
        </p:spPr>
        <p:txBody>
          <a:bodyPr>
            <a:noAutofit/>
          </a:bodyPr>
          <a:lstStyle/>
          <a:p>
            <a:pPr algn="ctr"/>
            <a:r>
              <a:rPr lang="en-US" sz="1800" b="1" dirty="0"/>
              <a:t>S6. Print Re-Rent Purchase Order (PO) - PPS Service Rental</a:t>
            </a:r>
          </a:p>
        </p:txBody>
      </p:sp>
    </p:spTree>
    <p:extLst>
      <p:ext uri="{BB962C8B-B14F-4D97-AF65-F5344CB8AC3E}">
        <p14:creationId xmlns:p14="http://schemas.microsoft.com/office/powerpoint/2010/main" val="14523458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2E0F3-B39B-5837-3B94-838416D06DB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36279F1-D828-EBA7-7CD9-5857C75BF3CD}"/>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301501F0-3AF8-9C57-9DA6-225BF2B1E572}"/>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1809F970-B96E-3CE0-691A-62B3EC064694}"/>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C3B14DED-E191-230B-2085-F5F6770173DD}"/>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9D9AC33B-EAC6-72F6-5D4E-02F134205551}"/>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F01AC13E-7010-39AA-93D4-8FACE537247F}"/>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A134AEAB-A14A-7529-CC60-E347978E9409}"/>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54DDB2E0-3F6C-4AE5-5EEA-B964A39F293D}"/>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7A002D92-4EE9-21A9-2263-806DF2A00DD4}"/>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061D50D0-2516-2FBA-F93E-D22ABFDB140F}"/>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289180CB-E297-963A-04F7-E2E950344C6A}"/>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1884900F-E16D-E695-4AB4-8182573A1E37}"/>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6D9662DE-61A1-D6BE-C29E-4667527D24F2}"/>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8E11A5BC-7753-3F9A-8D7B-B2C714B7DEAD}"/>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12C3AD32-6B36-8E65-565A-E32DFD18FAD3}"/>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A3CD79B1-8EBD-E00B-1941-14416DD6CDD3}"/>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BEB0C237-0B2F-EBAF-E41C-F80AF3416AFB}"/>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13DAA1FE-EB76-BD94-0CBE-4EBA9BCF9DB2}"/>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D515CB06-04B7-F1F8-59AE-5CEA3B244864}"/>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12E2B704-EDF7-72B2-084B-4AB6A1813D33}"/>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47E3A092-1B90-5A30-4F78-45FFF67A2ABA}"/>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BDC378EE-6967-A288-DC31-CD898268C699}"/>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EB0A28AF-143E-68B4-91E6-993FA8499C2D}"/>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B49DC62D-B39E-7AA1-3CE1-8C78A8121329}"/>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D06080E3-560E-5A2A-75F3-087BA5627FCB}"/>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7B8E8879-A666-CBF1-EA14-4E67FE229C2A}"/>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12D8D890-FCAD-C922-6C24-EAD34E5F016D}"/>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B64D39BF-6B75-2081-90E1-A2C0AC2A34C5}"/>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6B94B12E-4B42-3B80-E04D-318E8F8E1FDF}"/>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6164741F-B5F2-1D15-EF36-761B119D5679}"/>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79CA6837-8C6E-DBF8-6F79-25940B2B494C}"/>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11AD41B5-292C-39FD-33EC-B918FCBEA398}"/>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CD9A6DF5-2F7B-1F2A-9D1B-BDF57776E741}"/>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0B1DF809-AAF1-8230-42DA-7C7CD8B4B2FF}"/>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C1521276-73F5-E00E-D2AF-176174AF0E1E}"/>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A080B4C4-E0ED-3030-405E-F2D44ADC7C9B}"/>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E5FC719B-1F42-955A-68E6-CC5E5BD77F1A}"/>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3C463FB-92CC-BF2D-2E1B-8F3B93EA8583}"/>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BA053C1-1463-40C2-F7E2-3C2903F348CA}"/>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4032BE27-9621-C6DF-DBF5-5EAFF1AC079E}"/>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FB85A948-1932-38A7-2FAC-FAEAC301E961}"/>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8F026CF-B4F8-AF7A-303E-C3C048811465}"/>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9B94191A-F4F6-43AD-7E7E-B61B332351C4}"/>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C5A26E7-4832-A61F-D320-232A50F9D7D5}"/>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5441FB8F-22FF-70D3-21E0-88F9F1E53ACD}"/>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60152B2D-E163-5E0D-F393-B59DAE5F7C61}"/>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C377EA10-E3E0-2116-E376-CBC3F187D550}"/>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C6CDBD8C-DE77-EF87-32C3-8DDA0E1F3CD2}"/>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589E41EF-0E7D-E45D-C069-F6A6CEE36146}"/>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A19795FC-4CF8-7549-6C90-39656AA79A12}"/>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FB64770C-F5EF-C6EA-FAC6-958F01BA9342}"/>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F5F9F0DE-5185-13B7-37B1-8E7E8E0ECBFB}"/>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CC50722E-1BBF-EAE9-CD8D-7A466EDAC5FB}"/>
              </a:ext>
            </a:extLst>
          </p:cNvPr>
          <p:cNvSpPr/>
          <p:nvPr/>
        </p:nvSpPr>
        <p:spPr>
          <a:xfrm>
            <a:off x="1321529" y="2932790"/>
            <a:ext cx="2031964" cy="889707"/>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30CB7194-45CA-A786-4072-BF984FABFD0C}"/>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513C630-DBEC-BE4B-8AB6-01B2D76F5DFB}"/>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DAB45860-144D-EFB6-3074-4259E04931A5}"/>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BA04A6E1-6E6B-4EDA-BA57-DB2F5C369EED}"/>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72A1515B-7417-DC6D-174D-D3943640798F}"/>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5E520EA8-F6AD-F13C-86F5-3CD1D4A5377B}"/>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B8D62AC7-78C6-49F7-8CF2-E24163BC6FD1}"/>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5BA493D3-2397-331D-56C9-AD90A7FF9EAF}"/>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 S7. Receive Re-Rent  Purchase Order (PO)">
            <a:extLst>
              <a:ext uri="{FF2B5EF4-FFF2-40B4-BE49-F238E27FC236}">
                <a16:creationId xmlns:a16="http://schemas.microsoft.com/office/drawing/2014/main" id="{4B58AEC6-8699-E594-C747-46A575130424}"/>
              </a:ext>
            </a:extLst>
          </p:cNvPr>
          <p:cNvSpPr>
            <a:spLocks noGrp="1"/>
          </p:cNvSpPr>
          <p:nvPr>
            <p:ph type="title"/>
          </p:nvPr>
        </p:nvSpPr>
        <p:spPr>
          <a:xfrm>
            <a:off x="726132" y="122387"/>
            <a:ext cx="10515600" cy="399216"/>
          </a:xfrm>
        </p:spPr>
        <p:txBody>
          <a:bodyPr>
            <a:noAutofit/>
          </a:bodyPr>
          <a:lstStyle/>
          <a:p>
            <a:pPr algn="ctr"/>
            <a:r>
              <a:rPr lang="en-US" sz="1800" b="1" dirty="0"/>
              <a:t>S7. Receive Re-Rent  Purchase Order (PO) - PPS Service Rental</a:t>
            </a:r>
          </a:p>
        </p:txBody>
      </p:sp>
    </p:spTree>
    <p:extLst>
      <p:ext uri="{BB962C8B-B14F-4D97-AF65-F5344CB8AC3E}">
        <p14:creationId xmlns:p14="http://schemas.microsoft.com/office/powerpoint/2010/main" val="2593738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D7F34-1DA5-BA77-1150-E9E6842D47B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3F3B31A-FA41-E6D4-61E5-B57603122BF1}"/>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ADFB3540-DAE3-5112-99D4-2AD4FE0720E5}"/>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2A368307-AFFB-D69A-BB77-2C833BDF7ADC}"/>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7B1C1DBA-AB75-3212-A7ED-F5E60BE17AF7}"/>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4F4F381F-0283-8C3C-19B3-7907B94E4471}"/>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BA204681-5E5A-E6A6-B2D3-76FA6C59AD35}"/>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5D5AFA64-1B1F-7C2C-64EA-2FB0B6F1434A}"/>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A9D4A358-EA11-FE09-BA92-004D85450F28}"/>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21DC756E-9E06-5B33-FFDF-00223144DE2C}"/>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A664ADFC-A0AE-721C-4839-8ECCB360E544}"/>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BA3BE3CF-07A9-013B-653F-985E81095507}"/>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49C69E44-001D-74C8-CB8A-2A3EC4FC5B50}"/>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BE8FAE3D-6EFD-484C-3ADB-E5DF9E415C8E}"/>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6B5C681B-2458-5C6D-5161-820B2CF46E44}"/>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38139258-B7FB-2D85-6053-86E3E84BD2AF}"/>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7CE973F9-F228-7EF9-0E9C-E1D3152E516A}"/>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D5DFC0FD-72D0-B63D-FBB7-6F9D7AE5D478}"/>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5356D964-C562-6F66-A219-423F952F2235}"/>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51ABB6E1-12CA-0B7F-8B5C-3AA5AE3B235E}"/>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2F1DC30D-1843-A27D-3ABC-8A26C652BE15}"/>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172FA9BB-BC2E-741F-F630-90F401D9069F}"/>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216D895A-4DE4-8FFB-08FD-C5D4F798BC52}"/>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FCAA8615-DF02-DE48-481C-5AE835A91CA0}"/>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893961AF-F021-97DD-F83D-DDFE802863F4}"/>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BD3947C2-0F12-E580-3ECD-902463FD70D6}"/>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E4DC528E-C3E9-0870-A893-DB2CF23C481E}"/>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5555CFC8-EB63-FD45-7C25-377815213026}"/>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A584DF30-541F-ED04-21FE-001400BD7A17}"/>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682AE7E8-2A98-ED49-B478-E9104147EF26}"/>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C20D7B9B-763C-1F58-1A83-0EE1E8632F62}"/>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91538547-E736-CB44-EBCD-29B6E272651A}"/>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65FB7CC2-B167-D449-E267-FBCAFF52EF7D}"/>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6335251B-32AD-DA2B-F865-E67663F169F7}"/>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3559B02E-31D6-01F8-D5DE-C3D8BC3EDAD1}"/>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63939ADC-5722-95E7-5235-8AF51B8035B2}"/>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25D7B86D-008B-7B20-4450-81F947ED71FB}"/>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1997AE28-6F53-4191-957F-F11B6BA3C896}"/>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4591606-EC57-D87D-5CD1-04AFE1FB3F62}"/>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0770A82-993E-D8E6-D3E4-CAD68D135F1B}"/>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CDEB37D3-E442-DAC2-8CF4-F09846A932EE}"/>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5D7BA6FF-584D-A1B9-3F64-1D8558478779}"/>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51435DAB-F29E-BB64-18E6-83E5E90DB6E7}"/>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E80F4AC4-3F56-BD34-CFFA-CA43EE68955A}"/>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AF89962E-0AD5-24C8-6575-7EFBC1B74F75}"/>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CC8D99AD-818B-C55D-62DD-1D2CD0194477}"/>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9A19B97F-87E0-8E4E-E9F8-10A5A295C873}"/>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2258A01-32BD-5A91-CC6D-BB3B457A0DA6}"/>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A49797AC-41CF-8BE9-9768-6FDFEB184DCA}"/>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CB41C50E-408C-D3DE-10B2-7F42241EE316}"/>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E45F5222-ACA7-99F0-BE14-0EB083AC2A3B}"/>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0C957BB2-5B94-8BD2-9C1F-F1683BF4DB23}"/>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B16E23A7-693B-087C-03A0-65B08FE48A36}"/>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3AD7E6CA-7870-F3E4-0DA3-696BC9AC7708}"/>
              </a:ext>
            </a:extLst>
          </p:cNvPr>
          <p:cNvSpPr/>
          <p:nvPr/>
        </p:nvSpPr>
        <p:spPr>
          <a:xfrm>
            <a:off x="5960562" y="3418870"/>
            <a:ext cx="2031964" cy="889707"/>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D9D8A951-4E8C-2FE1-7083-3FD301F4B523}"/>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3418C34-C1B6-B8DA-21AB-18E6449835C5}"/>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1868AC57-D325-85E1-3E26-5BC8A7A45F9D}"/>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DC5B64C5-BE61-E579-F2AC-7EFFBA458F7F}"/>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E722BEF9-D81E-2B61-5815-66DEDF4D84A2}"/>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152691FC-C3D3-B46A-AB99-A092A8165E65}"/>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5274F26E-8B87-46CD-CEBD-FA55B498507A}"/>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CEBE7BA2-52B1-1061-B334-E18B3BAB9126}"/>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 N2. No we are not charging freight">
            <a:extLst>
              <a:ext uri="{FF2B5EF4-FFF2-40B4-BE49-F238E27FC236}">
                <a16:creationId xmlns:a16="http://schemas.microsoft.com/office/drawing/2014/main" id="{04ECBE3B-2013-3B32-B14A-D5A576FDF8C7}"/>
              </a:ext>
            </a:extLst>
          </p:cNvPr>
          <p:cNvSpPr>
            <a:spLocks noGrp="1"/>
          </p:cNvSpPr>
          <p:nvPr>
            <p:ph type="title"/>
          </p:nvPr>
        </p:nvSpPr>
        <p:spPr>
          <a:xfrm>
            <a:off x="726132" y="122387"/>
            <a:ext cx="10515600" cy="399216"/>
          </a:xfrm>
        </p:spPr>
        <p:txBody>
          <a:bodyPr>
            <a:noAutofit/>
          </a:bodyPr>
          <a:lstStyle/>
          <a:p>
            <a:pPr algn="ctr"/>
            <a:r>
              <a:rPr lang="en-US" sz="1800" b="1" dirty="0"/>
              <a:t>N2. No we are not charging freight  - PPS Service Rental</a:t>
            </a:r>
          </a:p>
        </p:txBody>
      </p:sp>
    </p:spTree>
    <p:extLst>
      <p:ext uri="{BB962C8B-B14F-4D97-AF65-F5344CB8AC3E}">
        <p14:creationId xmlns:p14="http://schemas.microsoft.com/office/powerpoint/2010/main" val="10867511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ED487-DE71-3AB3-E8F4-99B41C836EF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761F4B1-0EA1-F33B-E950-14FB381F4FEA}"/>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F0154737-9039-7F47-1B00-E308A0BBF9D0}"/>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E993AEC0-50D0-CE81-EC48-787AD9C29E5F}"/>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0C2ED8AB-9596-6B79-0001-0486F0EC03F9}"/>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4B6AE2A0-1154-C180-0595-5A889DB68A73}"/>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32740062-1CF7-8FF8-472E-04395144E429}"/>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64EB6C9E-70EF-AC00-AA70-CE3A6B71FE6C}"/>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91B6C20D-4FC2-FB43-F1AC-F69A0938D6FA}"/>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9E30037E-A0EB-AE00-B7B5-4975A866E607}"/>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8046A1A1-5747-CF5D-CF22-CEBB48D44204}"/>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0B03F8CE-5A0A-521F-DFFF-DED7A82451B6}"/>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83D5D742-AEB7-CED3-8E3D-18C28DD4AA22}"/>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F7ECF8B7-3C05-847F-C146-087621B60594}"/>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5C1C58DF-B3B7-E32F-B44A-D0892869F807}"/>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D6DFC18F-5D52-BE8B-D91F-C8C570E34961}"/>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4FCC6897-91E6-D3E0-B7AF-8AB83A412C51}"/>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8121700D-A6F3-D7F9-E0B4-1999E73386DD}"/>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31C7E36C-60F2-3A00-8A08-DF8E7838EBA6}"/>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692E250F-C732-561C-77E7-B330AE509840}"/>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014676A4-6B5B-CB56-BEB6-F253A2E7A433}"/>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366F4A37-266B-ACBD-9BE3-0B58B404F845}"/>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CBB00159-7CB9-4F3D-3AE7-2D50151B3B8E}"/>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A35BCFFE-A412-3532-CC37-3C7A5910265E}"/>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34CF74E9-2DA3-8B2A-BDA0-0A3B1402A04C}"/>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C604CDC9-73DA-F7BE-349C-F7101DA032F5}"/>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34B19BC5-89A8-CB48-313B-033DF72D7C13}"/>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DFF668DF-02F0-23DF-BA40-2C7ADE0EA2EE}"/>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BDFC4F57-2AA7-09F5-F594-AD5071C998DE}"/>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A82F43C1-3353-CF12-896A-2CDAA5368906}"/>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19466AE1-58B9-BDD6-D8DC-BC8B227A2B7B}"/>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58EB564B-BBE2-20E3-32F9-609641691CFD}"/>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852A94BF-90F2-D2E9-0CD7-FFBC9E34AF7B}"/>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EF1F2D8A-FA17-C75D-BCE2-75185D859133}"/>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A01B1ECF-4541-1C69-AFE0-C11073154B99}"/>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3CAE1825-FE60-898D-6772-DC3C1D30FA2F}"/>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0B529EF6-E37C-BB6A-28B4-D3ED739938BA}"/>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A735A472-1C68-393C-A658-F2771860D827}"/>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264DF05-8B4E-ED84-0090-EFAE93F77F89}"/>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EE244E6-B0CA-0B22-3A61-7291291BF70C}"/>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B8774ADC-7E2C-AE00-5037-35537EE54351}"/>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126E4E44-8FFD-F1A9-3706-237D9409767C}"/>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928AD1B-9FEA-0FD3-9CCC-9A8A2B9A9839}"/>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A8FB5D45-913D-77D4-CF5D-57DBC3B3B7A9}"/>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38243D28-37C0-A75D-0F24-51084A8C5CEC}"/>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C31580DD-9689-50CF-0671-AAA55EA139F4}"/>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619DA81-E1C9-56CB-9B3D-5F9906C6858C}"/>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1198B88-5D2B-E11D-BE06-0DB1D10334ED}"/>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F702C86D-EA9F-8DC0-3586-95939F3D14E1}"/>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FA4CF0AC-AF8B-AC4B-1E7D-9CFC52E380C8}"/>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8B5BC147-2C46-EFDF-0E18-4DACE19E397A}"/>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C3581287-350C-CA6B-0264-0082750FFA27}"/>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B1C727EA-8DB0-290E-AF09-FAB068B42B1D}"/>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3A3DE6D9-F2F1-A0E0-4150-EE81C5F70A9F}"/>
              </a:ext>
            </a:extLst>
          </p:cNvPr>
          <p:cNvSpPr/>
          <p:nvPr/>
        </p:nvSpPr>
        <p:spPr>
          <a:xfrm>
            <a:off x="8401229" y="3495893"/>
            <a:ext cx="2788468" cy="817281"/>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CDF7C17F-6317-D804-896B-655E905706B3}"/>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8799DDD-E19D-379A-256E-4A1FA6E31211}"/>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7D737D15-7DFE-4346-EC10-57742AD29B41}"/>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D72B0C1A-6B90-72B9-2A75-78DC8800831A}"/>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B3FAE31E-F7E3-850C-8868-EBE49FF4727C}"/>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7DF7906B-DC51-272B-E283-C7BFCFDE6205}"/>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44035E0E-3E87-B66E-103A-E77856BF47DA}"/>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F4AD9573-1765-E7C4-2040-F2915D803AC1}"/>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S10. Print Rental Agreement">
            <a:extLst>
              <a:ext uri="{FF2B5EF4-FFF2-40B4-BE49-F238E27FC236}">
                <a16:creationId xmlns:a16="http://schemas.microsoft.com/office/drawing/2014/main" id="{711F9BBD-8440-F3D8-F371-BC9FF75C5987}"/>
              </a:ext>
            </a:extLst>
          </p:cNvPr>
          <p:cNvSpPr>
            <a:spLocks noGrp="1"/>
          </p:cNvSpPr>
          <p:nvPr>
            <p:ph type="title"/>
          </p:nvPr>
        </p:nvSpPr>
        <p:spPr>
          <a:xfrm>
            <a:off x="726132" y="122387"/>
            <a:ext cx="10515600" cy="399216"/>
          </a:xfrm>
        </p:spPr>
        <p:txBody>
          <a:bodyPr>
            <a:noAutofit/>
          </a:bodyPr>
          <a:lstStyle/>
          <a:p>
            <a:pPr algn="ctr"/>
            <a:r>
              <a:rPr lang="en-US" sz="1800" b="1" dirty="0"/>
              <a:t>S10. Print Rental Agreement - PPS Service Rental</a:t>
            </a:r>
          </a:p>
        </p:txBody>
      </p:sp>
    </p:spTree>
    <p:extLst>
      <p:ext uri="{BB962C8B-B14F-4D97-AF65-F5344CB8AC3E}">
        <p14:creationId xmlns:p14="http://schemas.microsoft.com/office/powerpoint/2010/main" val="7063897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5355D-020A-DE43-FFEC-38145353CC5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24DBCD6-4CF5-D3FD-4953-C6BD360745C2}"/>
              </a:ext>
            </a:extLst>
          </p:cNvPr>
          <p:cNvSpPr txBox="1"/>
          <p:nvPr/>
        </p:nvSpPr>
        <p:spPr>
          <a:xfrm>
            <a:off x="135429" y="958960"/>
            <a:ext cx="1601641" cy="738664"/>
          </a:xfrm>
          <a:prstGeom prst="rect">
            <a:avLst/>
          </a:prstGeom>
          <a:noFill/>
          <a:ln>
            <a:solidFill>
              <a:schemeClr val="tx1"/>
            </a:solidFill>
          </a:ln>
        </p:spPr>
        <p:txBody>
          <a:bodyPr wrap="square" lIns="91440" tIns="45720" rIns="91440" bIns="45720" rtlCol="0" anchor="t">
            <a:spAutoFit/>
          </a:bodyPr>
          <a:lstStyle/>
          <a:p>
            <a:pPr algn="ctr"/>
            <a:r>
              <a:rPr lang="en-US" sz="1400" dirty="0">
                <a:ea typeface="Calibri"/>
                <a:cs typeface="Calibri"/>
              </a:rPr>
              <a:t>S1. Customer Places an Order for  a Rental Generator</a:t>
            </a:r>
          </a:p>
        </p:txBody>
      </p:sp>
      <p:sp>
        <p:nvSpPr>
          <p:cNvPr id="6" name="TextBox 5">
            <a:extLst>
              <a:ext uri="{FF2B5EF4-FFF2-40B4-BE49-F238E27FC236}">
                <a16:creationId xmlns:a16="http://schemas.microsoft.com/office/drawing/2014/main" id="{9E918231-CD9C-B80F-85F8-6BF28BAA1FB2}"/>
              </a:ext>
            </a:extLst>
          </p:cNvPr>
          <p:cNvSpPr txBox="1"/>
          <p:nvPr/>
        </p:nvSpPr>
        <p:spPr>
          <a:xfrm>
            <a:off x="2127496" y="960081"/>
            <a:ext cx="1520875" cy="738664"/>
          </a:xfrm>
          <a:prstGeom prst="flowChartPredefinedProcess">
            <a:avLst/>
          </a:prstGeom>
          <a:noFill/>
          <a:ln>
            <a:solidFill>
              <a:schemeClr val="tx1"/>
            </a:solidFill>
          </a:ln>
        </p:spPr>
        <p:txBody>
          <a:bodyPr wrap="square" rtlCol="0">
            <a:spAutoFit/>
          </a:bodyPr>
          <a:lstStyle/>
          <a:p>
            <a:pPr algn="ctr"/>
            <a:r>
              <a:rPr lang="en-US" sz="1400" dirty="0"/>
              <a:t>S2. Create Rental Contract</a:t>
            </a:r>
          </a:p>
        </p:txBody>
      </p:sp>
      <p:sp>
        <p:nvSpPr>
          <p:cNvPr id="8" name="Flowchart: Decision 7">
            <a:extLst>
              <a:ext uri="{FF2B5EF4-FFF2-40B4-BE49-F238E27FC236}">
                <a16:creationId xmlns:a16="http://schemas.microsoft.com/office/drawing/2014/main" id="{E844C7F6-ABBA-7A24-83EC-AC165A374248}"/>
              </a:ext>
            </a:extLst>
          </p:cNvPr>
          <p:cNvSpPr/>
          <p:nvPr/>
        </p:nvSpPr>
        <p:spPr>
          <a:xfrm>
            <a:off x="4496607" y="1129099"/>
            <a:ext cx="436059" cy="395268"/>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D1</a:t>
            </a:r>
          </a:p>
        </p:txBody>
      </p:sp>
      <p:sp>
        <p:nvSpPr>
          <p:cNvPr id="9" name="Flowchart: Process 8">
            <a:extLst>
              <a:ext uri="{FF2B5EF4-FFF2-40B4-BE49-F238E27FC236}">
                <a16:creationId xmlns:a16="http://schemas.microsoft.com/office/drawing/2014/main" id="{A17F1B27-D5A3-CFA3-9BB8-37C0FF8EE113}"/>
              </a:ext>
            </a:extLst>
          </p:cNvPr>
          <p:cNvSpPr/>
          <p:nvPr/>
        </p:nvSpPr>
        <p:spPr>
          <a:xfrm>
            <a:off x="5128067" y="905686"/>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Y1</a:t>
            </a:r>
          </a:p>
        </p:txBody>
      </p:sp>
      <p:sp>
        <p:nvSpPr>
          <p:cNvPr id="10" name="Flowchart: Process 9">
            <a:extLst>
              <a:ext uri="{FF2B5EF4-FFF2-40B4-BE49-F238E27FC236}">
                <a16:creationId xmlns:a16="http://schemas.microsoft.com/office/drawing/2014/main" id="{9D4DA841-D664-877C-3F0E-EC84CAEEC948}"/>
              </a:ext>
            </a:extLst>
          </p:cNvPr>
          <p:cNvSpPr/>
          <p:nvPr/>
        </p:nvSpPr>
        <p:spPr>
          <a:xfrm>
            <a:off x="4533183" y="1701222"/>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N1</a:t>
            </a:r>
          </a:p>
        </p:txBody>
      </p:sp>
      <p:sp>
        <p:nvSpPr>
          <p:cNvPr id="11" name="TextBox 10">
            <a:extLst>
              <a:ext uri="{FF2B5EF4-FFF2-40B4-BE49-F238E27FC236}">
                <a16:creationId xmlns:a16="http://schemas.microsoft.com/office/drawing/2014/main" id="{75DE495A-6C43-4FE7-F93F-6CC3AF841B3E}"/>
              </a:ext>
            </a:extLst>
          </p:cNvPr>
          <p:cNvSpPr txBox="1"/>
          <p:nvPr/>
        </p:nvSpPr>
        <p:spPr>
          <a:xfrm>
            <a:off x="3740270" y="788240"/>
            <a:ext cx="1038831" cy="507831"/>
          </a:xfrm>
          <a:prstGeom prst="rect">
            <a:avLst/>
          </a:prstGeom>
          <a:noFill/>
        </p:spPr>
        <p:txBody>
          <a:bodyPr wrap="square" rtlCol="0">
            <a:spAutoFit/>
          </a:bodyPr>
          <a:lstStyle/>
          <a:p>
            <a:r>
              <a:rPr lang="en-US" sz="900" dirty="0"/>
              <a:t>1. Is this a rental generator in our fleet?</a:t>
            </a:r>
          </a:p>
        </p:txBody>
      </p:sp>
      <p:sp>
        <p:nvSpPr>
          <p:cNvPr id="12" name="TextBox 11">
            <a:extLst>
              <a:ext uri="{FF2B5EF4-FFF2-40B4-BE49-F238E27FC236}">
                <a16:creationId xmlns:a16="http://schemas.microsoft.com/office/drawing/2014/main" id="{7555364E-20DC-CB2C-70B5-3F8591C4F7AF}"/>
              </a:ext>
            </a:extLst>
          </p:cNvPr>
          <p:cNvSpPr txBox="1"/>
          <p:nvPr/>
        </p:nvSpPr>
        <p:spPr>
          <a:xfrm>
            <a:off x="8388897" y="847669"/>
            <a:ext cx="2658120" cy="307777"/>
          </a:xfrm>
          <a:prstGeom prst="flowChartPredefinedProcess">
            <a:avLst/>
          </a:prstGeom>
          <a:noFill/>
          <a:ln>
            <a:solidFill>
              <a:schemeClr val="tx1"/>
            </a:solidFill>
          </a:ln>
        </p:spPr>
        <p:txBody>
          <a:bodyPr wrap="square" rtlCol="0">
            <a:spAutoFit/>
          </a:bodyPr>
          <a:lstStyle/>
          <a:p>
            <a:pPr algn="ctr"/>
            <a:r>
              <a:rPr lang="en-US" sz="1400" dirty="0"/>
              <a:t>S4 Add Rental Items</a:t>
            </a:r>
          </a:p>
        </p:txBody>
      </p:sp>
      <p:sp>
        <p:nvSpPr>
          <p:cNvPr id="13" name="TextBox 12">
            <a:extLst>
              <a:ext uri="{FF2B5EF4-FFF2-40B4-BE49-F238E27FC236}">
                <a16:creationId xmlns:a16="http://schemas.microsoft.com/office/drawing/2014/main" id="{E8308556-467F-A7E3-8776-B37240A2795C}"/>
              </a:ext>
            </a:extLst>
          </p:cNvPr>
          <p:cNvSpPr txBox="1"/>
          <p:nvPr/>
        </p:nvSpPr>
        <p:spPr>
          <a:xfrm>
            <a:off x="5410453" y="1610981"/>
            <a:ext cx="2448510" cy="307777"/>
          </a:xfrm>
          <a:prstGeom prst="flowChartPredefinedProcess">
            <a:avLst/>
          </a:prstGeom>
          <a:noFill/>
          <a:ln>
            <a:solidFill>
              <a:schemeClr val="tx1"/>
            </a:solidFill>
          </a:ln>
        </p:spPr>
        <p:txBody>
          <a:bodyPr wrap="square" rtlCol="0">
            <a:spAutoFit/>
          </a:bodyPr>
          <a:lstStyle/>
          <a:p>
            <a:pPr algn="ctr"/>
            <a:r>
              <a:rPr lang="en-US" sz="1400" dirty="0"/>
              <a:t>S3. Add Re Rent Items</a:t>
            </a:r>
          </a:p>
        </p:txBody>
      </p:sp>
      <p:sp>
        <p:nvSpPr>
          <p:cNvPr id="14" name="TextBox 13">
            <a:extLst>
              <a:ext uri="{FF2B5EF4-FFF2-40B4-BE49-F238E27FC236}">
                <a16:creationId xmlns:a16="http://schemas.microsoft.com/office/drawing/2014/main" id="{7755787A-BC25-9F01-15F5-486F9D87A542}"/>
              </a:ext>
            </a:extLst>
          </p:cNvPr>
          <p:cNvSpPr txBox="1"/>
          <p:nvPr/>
        </p:nvSpPr>
        <p:spPr>
          <a:xfrm>
            <a:off x="8434279" y="1613099"/>
            <a:ext cx="2644498" cy="307777"/>
          </a:xfrm>
          <a:prstGeom prst="flowChartPredefinedProcess">
            <a:avLst/>
          </a:prstGeom>
          <a:noFill/>
          <a:ln>
            <a:solidFill>
              <a:schemeClr val="tx1"/>
            </a:solidFill>
          </a:ln>
        </p:spPr>
        <p:txBody>
          <a:bodyPr wrap="square" rtlCol="0">
            <a:spAutoFit/>
          </a:bodyPr>
          <a:lstStyle/>
          <a:p>
            <a:pPr algn="ctr"/>
            <a:r>
              <a:rPr lang="en-US" sz="1400" dirty="0"/>
              <a:t>S5. Raise Re Rent PO</a:t>
            </a:r>
          </a:p>
        </p:txBody>
      </p:sp>
      <p:sp>
        <p:nvSpPr>
          <p:cNvPr id="15" name="TextBox 14">
            <a:extLst>
              <a:ext uri="{FF2B5EF4-FFF2-40B4-BE49-F238E27FC236}">
                <a16:creationId xmlns:a16="http://schemas.microsoft.com/office/drawing/2014/main" id="{A29DEDC8-50F6-E740-9B24-FA317ADA9735}"/>
              </a:ext>
            </a:extLst>
          </p:cNvPr>
          <p:cNvSpPr txBox="1"/>
          <p:nvPr/>
        </p:nvSpPr>
        <p:spPr>
          <a:xfrm>
            <a:off x="1401244" y="3051324"/>
            <a:ext cx="1815277" cy="523220"/>
          </a:xfrm>
          <a:prstGeom prst="flowChartPredefinedProcess">
            <a:avLst/>
          </a:prstGeom>
          <a:noFill/>
          <a:ln>
            <a:solidFill>
              <a:schemeClr val="tx1"/>
            </a:solidFill>
          </a:ln>
        </p:spPr>
        <p:txBody>
          <a:bodyPr wrap="square" rtlCol="0">
            <a:spAutoFit/>
          </a:bodyPr>
          <a:lstStyle/>
          <a:p>
            <a:pPr algn="ctr"/>
            <a:r>
              <a:rPr lang="en-US" sz="1400" dirty="0"/>
              <a:t>S7. Receive Re Rent PO</a:t>
            </a:r>
          </a:p>
        </p:txBody>
      </p:sp>
      <p:sp>
        <p:nvSpPr>
          <p:cNvPr id="16" name="TextBox 15">
            <a:extLst>
              <a:ext uri="{FF2B5EF4-FFF2-40B4-BE49-F238E27FC236}">
                <a16:creationId xmlns:a16="http://schemas.microsoft.com/office/drawing/2014/main" id="{BBFD99C8-F69B-0469-4419-D6B40566E21C}"/>
              </a:ext>
            </a:extLst>
          </p:cNvPr>
          <p:cNvSpPr txBox="1"/>
          <p:nvPr/>
        </p:nvSpPr>
        <p:spPr>
          <a:xfrm>
            <a:off x="266123" y="5203120"/>
            <a:ext cx="1584115" cy="523220"/>
          </a:xfrm>
          <a:prstGeom prst="flowChartPredefinedProcess">
            <a:avLst/>
          </a:prstGeom>
          <a:noFill/>
          <a:ln>
            <a:solidFill>
              <a:schemeClr val="tx1"/>
            </a:solidFill>
          </a:ln>
        </p:spPr>
        <p:txBody>
          <a:bodyPr wrap="square" rtlCol="0">
            <a:spAutoFit/>
          </a:bodyPr>
          <a:lstStyle/>
          <a:p>
            <a:pPr algn="ctr"/>
            <a:r>
              <a:rPr lang="en-US" sz="1400" dirty="0"/>
              <a:t>S11. Check Out Rental</a:t>
            </a:r>
          </a:p>
        </p:txBody>
      </p:sp>
      <p:sp>
        <p:nvSpPr>
          <p:cNvPr id="17" name="TextBox 16">
            <a:extLst>
              <a:ext uri="{FF2B5EF4-FFF2-40B4-BE49-F238E27FC236}">
                <a16:creationId xmlns:a16="http://schemas.microsoft.com/office/drawing/2014/main" id="{45DF1550-9BA7-6822-9B52-BAD69FAFF2BF}"/>
              </a:ext>
            </a:extLst>
          </p:cNvPr>
          <p:cNvSpPr txBox="1"/>
          <p:nvPr/>
        </p:nvSpPr>
        <p:spPr>
          <a:xfrm>
            <a:off x="8512149" y="2642284"/>
            <a:ext cx="2566628" cy="307777"/>
          </a:xfrm>
          <a:prstGeom prst="flowChartPredefinedProcess">
            <a:avLst/>
          </a:prstGeom>
          <a:noFill/>
          <a:ln>
            <a:solidFill>
              <a:schemeClr val="tx1"/>
            </a:solidFill>
          </a:ln>
        </p:spPr>
        <p:txBody>
          <a:bodyPr wrap="square" rtlCol="0">
            <a:spAutoFit/>
          </a:bodyPr>
          <a:lstStyle/>
          <a:p>
            <a:pPr algn="ctr"/>
            <a:r>
              <a:rPr lang="en-US" sz="1400" dirty="0"/>
              <a:t>S9. Add Freight</a:t>
            </a:r>
          </a:p>
        </p:txBody>
      </p:sp>
      <p:cxnSp>
        <p:nvCxnSpPr>
          <p:cNvPr id="32" name="Connector: Elbow 31">
            <a:extLst>
              <a:ext uri="{FF2B5EF4-FFF2-40B4-BE49-F238E27FC236}">
                <a16:creationId xmlns:a16="http://schemas.microsoft.com/office/drawing/2014/main" id="{BA113C65-21C7-2FD9-EA7C-A2CEF58B7FCE}"/>
              </a:ext>
            </a:extLst>
          </p:cNvPr>
          <p:cNvCxnSpPr>
            <a:cxnSpLocks/>
            <a:stCxn id="8" idx="0"/>
            <a:endCxn id="9" idx="1"/>
          </p:cNvCxnSpPr>
          <p:nvPr/>
        </p:nvCxnSpPr>
        <p:spPr>
          <a:xfrm rot="5400000" flipH="1" flipV="1">
            <a:off x="4855430" y="856462"/>
            <a:ext cx="131845" cy="413430"/>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68AAC05A-6F2D-5E92-32FA-8A411D58BD45}"/>
              </a:ext>
            </a:extLst>
          </p:cNvPr>
          <p:cNvCxnSpPr>
            <a:cxnSpLocks/>
            <a:stCxn id="14" idx="3"/>
            <a:endCxn id="105" idx="0"/>
          </p:cNvCxnSpPr>
          <p:nvPr/>
        </p:nvCxnSpPr>
        <p:spPr>
          <a:xfrm flipH="1">
            <a:off x="1129715" y="1766988"/>
            <a:ext cx="9949062" cy="538740"/>
          </a:xfrm>
          <a:prstGeom prst="bentConnector4">
            <a:avLst>
              <a:gd name="adj1" fmla="val -2298"/>
              <a:gd name="adj2" fmla="val 6428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71C7D781-8EB4-A920-C2EC-2E21B21EE6CC}"/>
              </a:ext>
            </a:extLst>
          </p:cNvPr>
          <p:cNvCxnSpPr>
            <a:cxnSpLocks/>
            <a:stCxn id="12" idx="3"/>
            <a:endCxn id="39" idx="0"/>
          </p:cNvCxnSpPr>
          <p:nvPr/>
        </p:nvCxnSpPr>
        <p:spPr>
          <a:xfrm flipH="1">
            <a:off x="3848473" y="1001558"/>
            <a:ext cx="7198544" cy="2220120"/>
          </a:xfrm>
          <a:prstGeom prst="bentConnector4">
            <a:avLst>
              <a:gd name="adj1" fmla="val -7680"/>
              <a:gd name="adj2" fmla="val 65073"/>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56C97E7E-2D1C-C12B-FA63-A84A8A5A2E9D}"/>
              </a:ext>
            </a:extLst>
          </p:cNvPr>
          <p:cNvSpPr txBox="1"/>
          <p:nvPr/>
        </p:nvSpPr>
        <p:spPr>
          <a:xfrm>
            <a:off x="4355257" y="3049884"/>
            <a:ext cx="2197358" cy="523220"/>
          </a:xfrm>
          <a:prstGeom prst="flowChartPredefinedProcess">
            <a:avLst/>
          </a:prstGeom>
          <a:noFill/>
          <a:ln>
            <a:solidFill>
              <a:schemeClr val="tx1"/>
            </a:solidFill>
          </a:ln>
        </p:spPr>
        <p:txBody>
          <a:bodyPr wrap="square" rtlCol="0">
            <a:spAutoFit/>
          </a:bodyPr>
          <a:lstStyle/>
          <a:p>
            <a:pPr algn="ctr"/>
            <a:r>
              <a:rPr lang="en-US" sz="1400" dirty="0"/>
              <a:t>S8. Change/Check Billing Details</a:t>
            </a:r>
          </a:p>
        </p:txBody>
      </p:sp>
      <p:sp>
        <p:nvSpPr>
          <p:cNvPr id="83" name="Flowchart: Decision 82">
            <a:extLst>
              <a:ext uri="{FF2B5EF4-FFF2-40B4-BE49-F238E27FC236}">
                <a16:creationId xmlns:a16="http://schemas.microsoft.com/office/drawing/2014/main" id="{EAA4742B-87EE-054A-F53E-C57165E0D504}"/>
              </a:ext>
            </a:extLst>
          </p:cNvPr>
          <p:cNvSpPr/>
          <p:nvPr/>
        </p:nvSpPr>
        <p:spPr>
          <a:xfrm>
            <a:off x="6887777" y="3101438"/>
            <a:ext cx="506784" cy="413073"/>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D2</a:t>
            </a:r>
          </a:p>
        </p:txBody>
      </p:sp>
      <p:sp>
        <p:nvSpPr>
          <p:cNvPr id="86" name="TextBox 85">
            <a:extLst>
              <a:ext uri="{FF2B5EF4-FFF2-40B4-BE49-F238E27FC236}">
                <a16:creationId xmlns:a16="http://schemas.microsoft.com/office/drawing/2014/main" id="{2A2337E6-4C7A-5CAC-236D-06A27C6089F2}"/>
              </a:ext>
            </a:extLst>
          </p:cNvPr>
          <p:cNvSpPr txBox="1"/>
          <p:nvPr/>
        </p:nvSpPr>
        <p:spPr>
          <a:xfrm>
            <a:off x="6531034" y="2666614"/>
            <a:ext cx="669535" cy="507831"/>
          </a:xfrm>
          <a:prstGeom prst="rect">
            <a:avLst/>
          </a:prstGeom>
          <a:noFill/>
        </p:spPr>
        <p:txBody>
          <a:bodyPr wrap="square" rtlCol="0">
            <a:spAutoFit/>
          </a:bodyPr>
          <a:lstStyle/>
          <a:p>
            <a:r>
              <a:rPr lang="en-US" sz="900" dirty="0"/>
              <a:t>2. Are we </a:t>
            </a:r>
          </a:p>
          <a:p>
            <a:r>
              <a:rPr lang="en-US" sz="900" dirty="0"/>
              <a:t>Charging</a:t>
            </a:r>
          </a:p>
          <a:p>
            <a:r>
              <a:rPr lang="en-US" sz="900" dirty="0"/>
              <a:t> freight? </a:t>
            </a:r>
          </a:p>
        </p:txBody>
      </p:sp>
      <p:cxnSp>
        <p:nvCxnSpPr>
          <p:cNvPr id="91" name="Connector: Elbow 90">
            <a:extLst>
              <a:ext uri="{FF2B5EF4-FFF2-40B4-BE49-F238E27FC236}">
                <a16:creationId xmlns:a16="http://schemas.microsoft.com/office/drawing/2014/main" id="{5E293C8F-2B05-C26F-6DF4-630336DA1805}"/>
              </a:ext>
            </a:extLst>
          </p:cNvPr>
          <p:cNvCxnSpPr>
            <a:cxnSpLocks/>
            <a:stCxn id="66" idx="3"/>
            <a:endCxn id="83" idx="1"/>
          </p:cNvCxnSpPr>
          <p:nvPr/>
        </p:nvCxnSpPr>
        <p:spPr>
          <a:xfrm flipV="1">
            <a:off x="6552615" y="3307975"/>
            <a:ext cx="335162" cy="3519"/>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94" name="Connector: Elbow 93">
            <a:extLst>
              <a:ext uri="{FF2B5EF4-FFF2-40B4-BE49-F238E27FC236}">
                <a16:creationId xmlns:a16="http://schemas.microsoft.com/office/drawing/2014/main" id="{F9A627C9-DD34-AD2A-20DE-B98940C6A03E}"/>
              </a:ext>
            </a:extLst>
          </p:cNvPr>
          <p:cNvCxnSpPr>
            <a:cxnSpLocks/>
            <a:stCxn id="83" idx="0"/>
            <a:endCxn id="33" idx="1"/>
          </p:cNvCxnSpPr>
          <p:nvPr/>
        </p:nvCxnSpPr>
        <p:spPr>
          <a:xfrm rot="5400000" flipH="1" flipV="1">
            <a:off x="7105204" y="2825797"/>
            <a:ext cx="311607" cy="23967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97" name="Connector: Elbow 96">
            <a:extLst>
              <a:ext uri="{FF2B5EF4-FFF2-40B4-BE49-F238E27FC236}">
                <a16:creationId xmlns:a16="http://schemas.microsoft.com/office/drawing/2014/main" id="{F0138157-C748-6A9D-DB70-38434E043659}"/>
              </a:ext>
            </a:extLst>
          </p:cNvPr>
          <p:cNvCxnSpPr>
            <a:cxnSpLocks/>
            <a:stCxn id="83" idx="2"/>
            <a:endCxn id="36" idx="0"/>
          </p:cNvCxnSpPr>
          <p:nvPr/>
        </p:nvCxnSpPr>
        <p:spPr>
          <a:xfrm>
            <a:off x="7141169" y="3514511"/>
            <a:ext cx="3312" cy="20354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or: Elbow 100">
            <a:extLst>
              <a:ext uri="{FF2B5EF4-FFF2-40B4-BE49-F238E27FC236}">
                <a16:creationId xmlns:a16="http://schemas.microsoft.com/office/drawing/2014/main" id="{D7EC08C2-D52F-59B7-7E37-6F6A659209AA}"/>
              </a:ext>
            </a:extLst>
          </p:cNvPr>
          <p:cNvCxnSpPr>
            <a:cxnSpLocks/>
            <a:stCxn id="17" idx="3"/>
            <a:endCxn id="7" idx="0"/>
          </p:cNvCxnSpPr>
          <p:nvPr/>
        </p:nvCxnSpPr>
        <p:spPr>
          <a:xfrm flipH="1">
            <a:off x="8038657" y="2796173"/>
            <a:ext cx="3040120" cy="892208"/>
          </a:xfrm>
          <a:prstGeom prst="bentConnector4">
            <a:avLst>
              <a:gd name="adj1" fmla="val -7519"/>
              <a:gd name="adj2" fmla="val 58624"/>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105" name="TextBox 104">
            <a:extLst>
              <a:ext uri="{FF2B5EF4-FFF2-40B4-BE49-F238E27FC236}">
                <a16:creationId xmlns:a16="http://schemas.microsoft.com/office/drawing/2014/main" id="{B89DC15F-80DF-44DA-2D29-6E00FA1E969C}"/>
              </a:ext>
            </a:extLst>
          </p:cNvPr>
          <p:cNvSpPr txBox="1"/>
          <p:nvPr/>
        </p:nvSpPr>
        <p:spPr>
          <a:xfrm>
            <a:off x="222076" y="2305728"/>
            <a:ext cx="1815277" cy="523220"/>
          </a:xfrm>
          <a:prstGeom prst="flowChartPredefinedProcess">
            <a:avLst/>
          </a:prstGeom>
          <a:noFill/>
          <a:ln>
            <a:solidFill>
              <a:schemeClr val="tx1"/>
            </a:solidFill>
          </a:ln>
        </p:spPr>
        <p:txBody>
          <a:bodyPr wrap="square" rtlCol="0">
            <a:spAutoFit/>
          </a:bodyPr>
          <a:lstStyle/>
          <a:p>
            <a:pPr algn="ctr"/>
            <a:r>
              <a:rPr lang="en-US" sz="1400" dirty="0"/>
              <a:t>S6. Print Re Rent PO</a:t>
            </a:r>
          </a:p>
        </p:txBody>
      </p:sp>
      <p:cxnSp>
        <p:nvCxnSpPr>
          <p:cNvPr id="108" name="Connector: Elbow 107">
            <a:extLst>
              <a:ext uri="{FF2B5EF4-FFF2-40B4-BE49-F238E27FC236}">
                <a16:creationId xmlns:a16="http://schemas.microsoft.com/office/drawing/2014/main" id="{0AB9EDCB-0895-6FCC-363C-546E753F9F84}"/>
              </a:ext>
            </a:extLst>
          </p:cNvPr>
          <p:cNvCxnSpPr>
            <a:cxnSpLocks/>
            <a:stCxn id="105" idx="2"/>
            <a:endCxn id="15" idx="1"/>
          </p:cNvCxnSpPr>
          <p:nvPr/>
        </p:nvCxnSpPr>
        <p:spPr>
          <a:xfrm rot="16200000" flipH="1">
            <a:off x="1023486" y="2935176"/>
            <a:ext cx="483986" cy="271529"/>
          </a:xfrm>
          <a:prstGeom prst="bentConnector2">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ADFC183B-5A93-798F-9BB0-5DFE54023475}"/>
              </a:ext>
            </a:extLst>
          </p:cNvPr>
          <p:cNvSpPr txBox="1"/>
          <p:nvPr/>
        </p:nvSpPr>
        <p:spPr>
          <a:xfrm>
            <a:off x="8544064" y="3530613"/>
            <a:ext cx="2566628" cy="523220"/>
          </a:xfrm>
          <a:prstGeom prst="flowChartPredefinedProcess">
            <a:avLst/>
          </a:prstGeom>
          <a:noFill/>
          <a:ln>
            <a:solidFill>
              <a:schemeClr val="tx1"/>
            </a:solidFill>
          </a:ln>
        </p:spPr>
        <p:txBody>
          <a:bodyPr wrap="square" rtlCol="0">
            <a:spAutoFit/>
          </a:bodyPr>
          <a:lstStyle/>
          <a:p>
            <a:pPr algn="ctr"/>
            <a:r>
              <a:rPr lang="en-US" sz="1400" dirty="0"/>
              <a:t>S10. Print Rental Agreement</a:t>
            </a:r>
          </a:p>
        </p:txBody>
      </p:sp>
      <p:cxnSp>
        <p:nvCxnSpPr>
          <p:cNvPr id="129" name="Connector: Elbow 128">
            <a:extLst>
              <a:ext uri="{FF2B5EF4-FFF2-40B4-BE49-F238E27FC236}">
                <a16:creationId xmlns:a16="http://schemas.microsoft.com/office/drawing/2014/main" id="{BE570166-90A4-CF2A-ACA8-61385AC58D68}"/>
              </a:ext>
            </a:extLst>
          </p:cNvPr>
          <p:cNvCxnSpPr>
            <a:cxnSpLocks/>
            <a:stCxn id="121" idx="3"/>
            <a:endCxn id="16" idx="0"/>
          </p:cNvCxnSpPr>
          <p:nvPr/>
        </p:nvCxnSpPr>
        <p:spPr>
          <a:xfrm flipH="1">
            <a:off x="1058181" y="3792223"/>
            <a:ext cx="10052511" cy="1410897"/>
          </a:xfrm>
          <a:prstGeom prst="bentConnector4">
            <a:avLst>
              <a:gd name="adj1" fmla="val -2274"/>
              <a:gd name="adj2" fmla="val 43717"/>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0BC92F1D-D5DE-EE9B-4600-4DE7E2567AB3}"/>
              </a:ext>
            </a:extLst>
          </p:cNvPr>
          <p:cNvSpPr txBox="1"/>
          <p:nvPr/>
        </p:nvSpPr>
        <p:spPr>
          <a:xfrm>
            <a:off x="2293240" y="5199722"/>
            <a:ext cx="1584115" cy="523220"/>
          </a:xfrm>
          <a:prstGeom prst="flowChartPredefinedProcess">
            <a:avLst/>
          </a:prstGeom>
          <a:noFill/>
          <a:ln>
            <a:solidFill>
              <a:schemeClr val="tx1"/>
            </a:solidFill>
          </a:ln>
        </p:spPr>
        <p:txBody>
          <a:bodyPr wrap="square" rtlCol="0">
            <a:spAutoFit/>
          </a:bodyPr>
          <a:lstStyle/>
          <a:p>
            <a:pPr algn="ctr"/>
            <a:r>
              <a:rPr lang="en-US" sz="1400" dirty="0"/>
              <a:t>S12. Check In Rental</a:t>
            </a:r>
          </a:p>
        </p:txBody>
      </p:sp>
      <p:sp>
        <p:nvSpPr>
          <p:cNvPr id="139" name="Flowchart: Decision 138">
            <a:extLst>
              <a:ext uri="{FF2B5EF4-FFF2-40B4-BE49-F238E27FC236}">
                <a16:creationId xmlns:a16="http://schemas.microsoft.com/office/drawing/2014/main" id="{7C19AA3B-1BD2-6872-908F-8B8AD5AC8388}"/>
              </a:ext>
            </a:extLst>
          </p:cNvPr>
          <p:cNvSpPr/>
          <p:nvPr/>
        </p:nvSpPr>
        <p:spPr>
          <a:xfrm>
            <a:off x="4390904" y="5258646"/>
            <a:ext cx="491992" cy="399635"/>
          </a:xfrm>
          <a:prstGeom prst="flowChartDecision">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D3</a:t>
            </a:r>
          </a:p>
        </p:txBody>
      </p:sp>
      <p:sp>
        <p:nvSpPr>
          <p:cNvPr id="143" name="TextBox 142">
            <a:extLst>
              <a:ext uri="{FF2B5EF4-FFF2-40B4-BE49-F238E27FC236}">
                <a16:creationId xmlns:a16="http://schemas.microsoft.com/office/drawing/2014/main" id="{8A6BF917-DAA7-CAC4-22AE-593D52083EF5}"/>
              </a:ext>
            </a:extLst>
          </p:cNvPr>
          <p:cNvSpPr txBox="1"/>
          <p:nvPr/>
        </p:nvSpPr>
        <p:spPr>
          <a:xfrm>
            <a:off x="3872860" y="5011934"/>
            <a:ext cx="884409" cy="369332"/>
          </a:xfrm>
          <a:prstGeom prst="rect">
            <a:avLst/>
          </a:prstGeom>
          <a:noFill/>
        </p:spPr>
        <p:txBody>
          <a:bodyPr wrap="square" rtlCol="0">
            <a:spAutoFit/>
          </a:bodyPr>
          <a:lstStyle/>
          <a:p>
            <a:r>
              <a:rPr lang="en-US" sz="900" dirty="0"/>
              <a:t>3. Is this a </a:t>
            </a:r>
          </a:p>
          <a:p>
            <a:r>
              <a:rPr lang="en-US" sz="900" dirty="0"/>
              <a:t>Re-Rent? </a:t>
            </a:r>
          </a:p>
        </p:txBody>
      </p:sp>
      <p:sp>
        <p:nvSpPr>
          <p:cNvPr id="148" name="TextBox 147">
            <a:extLst>
              <a:ext uri="{FF2B5EF4-FFF2-40B4-BE49-F238E27FC236}">
                <a16:creationId xmlns:a16="http://schemas.microsoft.com/office/drawing/2014/main" id="{38E6384E-CAB7-4355-9846-26B21F9D98A1}"/>
              </a:ext>
            </a:extLst>
          </p:cNvPr>
          <p:cNvSpPr txBox="1"/>
          <p:nvPr/>
        </p:nvSpPr>
        <p:spPr>
          <a:xfrm>
            <a:off x="5410454" y="5108515"/>
            <a:ext cx="2448510" cy="523220"/>
          </a:xfrm>
          <a:prstGeom prst="flowChartPredefinedProcess">
            <a:avLst/>
          </a:prstGeom>
          <a:noFill/>
          <a:ln>
            <a:solidFill>
              <a:schemeClr val="tx1"/>
            </a:solidFill>
          </a:ln>
        </p:spPr>
        <p:txBody>
          <a:bodyPr wrap="square" rtlCol="0">
            <a:spAutoFit/>
          </a:bodyPr>
          <a:lstStyle/>
          <a:p>
            <a:pPr algn="ctr"/>
            <a:r>
              <a:rPr lang="en-US" sz="1400" dirty="0"/>
              <a:t>S13. Print Return Merchandise PO</a:t>
            </a:r>
          </a:p>
        </p:txBody>
      </p:sp>
      <p:sp>
        <p:nvSpPr>
          <p:cNvPr id="149" name="TextBox 148">
            <a:extLst>
              <a:ext uri="{FF2B5EF4-FFF2-40B4-BE49-F238E27FC236}">
                <a16:creationId xmlns:a16="http://schemas.microsoft.com/office/drawing/2014/main" id="{1A86EA0B-747F-6C7E-64A7-E75B706F8AE2}"/>
              </a:ext>
            </a:extLst>
          </p:cNvPr>
          <p:cNvSpPr txBox="1"/>
          <p:nvPr/>
        </p:nvSpPr>
        <p:spPr>
          <a:xfrm>
            <a:off x="8512149" y="5107629"/>
            <a:ext cx="2567357" cy="523220"/>
          </a:xfrm>
          <a:prstGeom prst="flowChartPredefinedProcess">
            <a:avLst/>
          </a:prstGeom>
          <a:noFill/>
          <a:ln>
            <a:solidFill>
              <a:schemeClr val="tx1"/>
            </a:solidFill>
          </a:ln>
        </p:spPr>
        <p:txBody>
          <a:bodyPr wrap="square" rtlCol="0">
            <a:spAutoFit/>
          </a:bodyPr>
          <a:lstStyle/>
          <a:p>
            <a:pPr algn="ctr"/>
            <a:r>
              <a:rPr lang="en-US" sz="1400" dirty="0"/>
              <a:t>S14. Receive Vendor Return Merchandise PO</a:t>
            </a:r>
          </a:p>
        </p:txBody>
      </p:sp>
      <p:sp>
        <p:nvSpPr>
          <p:cNvPr id="150" name="TextBox 149">
            <a:extLst>
              <a:ext uri="{FF2B5EF4-FFF2-40B4-BE49-F238E27FC236}">
                <a16:creationId xmlns:a16="http://schemas.microsoft.com/office/drawing/2014/main" id="{65B7D821-E709-1796-645B-85E60CF72A11}"/>
              </a:ext>
            </a:extLst>
          </p:cNvPr>
          <p:cNvSpPr txBox="1"/>
          <p:nvPr/>
        </p:nvSpPr>
        <p:spPr>
          <a:xfrm>
            <a:off x="7246619" y="5948457"/>
            <a:ext cx="2002616" cy="307777"/>
          </a:xfrm>
          <a:prstGeom prst="flowChartPredefinedProcess">
            <a:avLst/>
          </a:prstGeom>
          <a:noFill/>
          <a:ln>
            <a:solidFill>
              <a:schemeClr val="tx1"/>
            </a:solidFill>
          </a:ln>
        </p:spPr>
        <p:txBody>
          <a:bodyPr wrap="square" rtlCol="0">
            <a:spAutoFit/>
          </a:bodyPr>
          <a:lstStyle/>
          <a:p>
            <a:pPr algn="ctr"/>
            <a:r>
              <a:rPr lang="en-US" sz="1400" dirty="0"/>
              <a:t>S15. Close Rental</a:t>
            </a:r>
          </a:p>
        </p:txBody>
      </p:sp>
      <p:cxnSp>
        <p:nvCxnSpPr>
          <p:cNvPr id="151" name="Connector: Elbow 150">
            <a:extLst>
              <a:ext uri="{FF2B5EF4-FFF2-40B4-BE49-F238E27FC236}">
                <a16:creationId xmlns:a16="http://schemas.microsoft.com/office/drawing/2014/main" id="{E72EBE4C-B79E-2141-1A73-56D63C6D9F57}"/>
              </a:ext>
            </a:extLst>
          </p:cNvPr>
          <p:cNvCxnSpPr>
            <a:cxnSpLocks/>
            <a:stCxn id="139" idx="2"/>
            <a:endCxn id="37" idx="0"/>
          </p:cNvCxnSpPr>
          <p:nvPr/>
        </p:nvCxnSpPr>
        <p:spPr>
          <a:xfrm>
            <a:off x="4636900" y="5658281"/>
            <a:ext cx="9144" cy="380374"/>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Connector: Elbow 157">
            <a:extLst>
              <a:ext uri="{FF2B5EF4-FFF2-40B4-BE49-F238E27FC236}">
                <a16:creationId xmlns:a16="http://schemas.microsoft.com/office/drawing/2014/main" id="{EDF3C1F3-E313-0979-5F72-79D5F3C89244}"/>
              </a:ext>
            </a:extLst>
          </p:cNvPr>
          <p:cNvCxnSpPr>
            <a:cxnSpLocks/>
            <a:stCxn id="149" idx="3"/>
            <a:endCxn id="150" idx="3"/>
          </p:cNvCxnSpPr>
          <p:nvPr/>
        </p:nvCxnSpPr>
        <p:spPr>
          <a:xfrm flipH="1">
            <a:off x="9249235" y="5369239"/>
            <a:ext cx="1830271" cy="733107"/>
          </a:xfrm>
          <a:prstGeom prst="bentConnector3">
            <a:avLst>
              <a:gd name="adj1" fmla="val -12490"/>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163" name="Connector: Elbow 162">
            <a:extLst>
              <a:ext uri="{FF2B5EF4-FFF2-40B4-BE49-F238E27FC236}">
                <a16:creationId xmlns:a16="http://schemas.microsoft.com/office/drawing/2014/main" id="{5B3E65DF-C0A3-997D-78C6-967A748EE196}"/>
              </a:ext>
            </a:extLst>
          </p:cNvPr>
          <p:cNvCxnSpPr>
            <a:cxnSpLocks/>
            <a:stCxn id="139" idx="0"/>
            <a:endCxn id="34" idx="1"/>
          </p:cNvCxnSpPr>
          <p:nvPr/>
        </p:nvCxnSpPr>
        <p:spPr>
          <a:xfrm rot="5400000" flipH="1" flipV="1">
            <a:off x="4573306" y="4931746"/>
            <a:ext cx="390494" cy="263307"/>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7" name="Flowchart: Or 6">
            <a:extLst>
              <a:ext uri="{FF2B5EF4-FFF2-40B4-BE49-F238E27FC236}">
                <a16:creationId xmlns:a16="http://schemas.microsoft.com/office/drawing/2014/main" id="{18D4C277-2867-B5CF-B960-E08F5C37FEB0}"/>
              </a:ext>
            </a:extLst>
          </p:cNvPr>
          <p:cNvSpPr/>
          <p:nvPr/>
        </p:nvSpPr>
        <p:spPr>
          <a:xfrm>
            <a:off x="7946394" y="3688381"/>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21" name="Straight Arrow Connector 20">
            <a:extLst>
              <a:ext uri="{FF2B5EF4-FFF2-40B4-BE49-F238E27FC236}">
                <a16:creationId xmlns:a16="http://schemas.microsoft.com/office/drawing/2014/main" id="{E3CE4AC3-792D-335A-ED3C-190ABD325F9E}"/>
              </a:ext>
            </a:extLst>
          </p:cNvPr>
          <p:cNvCxnSpPr>
            <a:cxnSpLocks/>
            <a:stCxn id="7" idx="6"/>
            <a:endCxn id="121" idx="1"/>
          </p:cNvCxnSpPr>
          <p:nvPr/>
        </p:nvCxnSpPr>
        <p:spPr>
          <a:xfrm>
            <a:off x="8130920" y="3778197"/>
            <a:ext cx="413144" cy="14026"/>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385E63C-573D-6510-4FE0-0D37F503EF77}"/>
              </a:ext>
            </a:extLst>
          </p:cNvPr>
          <p:cNvCxnSpPr>
            <a:cxnSpLocks/>
            <a:stCxn id="16" idx="3"/>
            <a:endCxn id="133" idx="1"/>
          </p:cNvCxnSpPr>
          <p:nvPr/>
        </p:nvCxnSpPr>
        <p:spPr>
          <a:xfrm flipV="1">
            <a:off x="1850238" y="5461332"/>
            <a:ext cx="443002" cy="339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DC8D5160-197D-8FE8-FE9C-EA9CCD7AD821}"/>
              </a:ext>
            </a:extLst>
          </p:cNvPr>
          <p:cNvCxnSpPr>
            <a:cxnSpLocks/>
            <a:stCxn id="133" idx="3"/>
            <a:endCxn id="139" idx="1"/>
          </p:cNvCxnSpPr>
          <p:nvPr/>
        </p:nvCxnSpPr>
        <p:spPr>
          <a:xfrm flipV="1">
            <a:off x="3877355" y="5458464"/>
            <a:ext cx="513549" cy="2868"/>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Or 38">
            <a:extLst>
              <a:ext uri="{FF2B5EF4-FFF2-40B4-BE49-F238E27FC236}">
                <a16:creationId xmlns:a16="http://schemas.microsoft.com/office/drawing/2014/main" id="{39A0C5C4-FDD8-61BE-39A7-851F7435D11A}"/>
              </a:ext>
            </a:extLst>
          </p:cNvPr>
          <p:cNvSpPr/>
          <p:nvPr/>
        </p:nvSpPr>
        <p:spPr>
          <a:xfrm>
            <a:off x="3756210" y="3221678"/>
            <a:ext cx="184526" cy="179632"/>
          </a:xfrm>
          <a:prstGeom prst="flowChartOr">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solidFill>
                <a:schemeClr val="tx1"/>
              </a:solidFill>
            </a:endParaRPr>
          </a:p>
        </p:txBody>
      </p:sp>
      <p:cxnSp>
        <p:nvCxnSpPr>
          <p:cNvPr id="40" name="Straight Arrow Connector 39">
            <a:extLst>
              <a:ext uri="{FF2B5EF4-FFF2-40B4-BE49-F238E27FC236}">
                <a16:creationId xmlns:a16="http://schemas.microsoft.com/office/drawing/2014/main" id="{510DEE65-B0DE-73B5-9E06-6E4F9F3D1BF9}"/>
              </a:ext>
            </a:extLst>
          </p:cNvPr>
          <p:cNvCxnSpPr>
            <a:cxnSpLocks/>
            <a:stCxn id="39" idx="6"/>
            <a:endCxn id="66" idx="1"/>
          </p:cNvCxnSpPr>
          <p:nvPr/>
        </p:nvCxnSpPr>
        <p:spPr>
          <a:xfrm>
            <a:off x="3940736" y="3311494"/>
            <a:ext cx="414521" cy="0"/>
          </a:xfrm>
          <a:prstGeom prst="straightConnector1">
            <a:avLst/>
          </a:prstGeom>
          <a:ln w="25400" cmpd="dbl">
            <a:solidFill>
              <a:srgbClr val="A82FD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25DED0D-A5C2-3F43-623D-2AE1CA077F7C}"/>
              </a:ext>
            </a:extLst>
          </p:cNvPr>
          <p:cNvCxnSpPr>
            <a:cxnSpLocks/>
            <a:stCxn id="15" idx="3"/>
            <a:endCxn id="39" idx="2"/>
          </p:cNvCxnSpPr>
          <p:nvPr/>
        </p:nvCxnSpPr>
        <p:spPr>
          <a:xfrm flipV="1">
            <a:off x="3216521" y="3311494"/>
            <a:ext cx="539689" cy="1440"/>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B67A3382-8F0B-F8E9-12ED-6474C03E8B43}"/>
              </a:ext>
            </a:extLst>
          </p:cNvPr>
          <p:cNvCxnSpPr>
            <a:cxnSpLocks/>
            <a:stCxn id="5" idx="3"/>
            <a:endCxn id="6" idx="1"/>
          </p:cNvCxnSpPr>
          <p:nvPr/>
        </p:nvCxnSpPr>
        <p:spPr>
          <a:xfrm>
            <a:off x="1737070" y="1328292"/>
            <a:ext cx="390426" cy="1121"/>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5A9E1EA4-5C76-B45F-02F3-7C6E573333BA}"/>
              </a:ext>
            </a:extLst>
          </p:cNvPr>
          <p:cNvCxnSpPr>
            <a:cxnSpLocks/>
            <a:stCxn id="6" idx="3"/>
            <a:endCxn id="8" idx="1"/>
          </p:cNvCxnSpPr>
          <p:nvPr/>
        </p:nvCxnSpPr>
        <p:spPr>
          <a:xfrm flipV="1">
            <a:off x="3648371" y="1326733"/>
            <a:ext cx="848236" cy="2680"/>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03DF15DB-A567-030B-EE97-381B32B0EC7B}"/>
              </a:ext>
            </a:extLst>
          </p:cNvPr>
          <p:cNvCxnSpPr>
            <a:cxnSpLocks/>
            <a:stCxn id="148" idx="3"/>
            <a:endCxn id="149" idx="1"/>
          </p:cNvCxnSpPr>
          <p:nvPr/>
        </p:nvCxnSpPr>
        <p:spPr>
          <a:xfrm flipV="1">
            <a:off x="7858964" y="5369239"/>
            <a:ext cx="653185" cy="886"/>
          </a:xfrm>
          <a:prstGeom prst="straightConnector1">
            <a:avLst/>
          </a:prstGeom>
          <a:ln w="25400" cmpd="dbl">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B7267268-5C5A-F677-CC6A-61F05B8C830E}"/>
              </a:ext>
            </a:extLst>
          </p:cNvPr>
          <p:cNvCxnSpPr>
            <a:cxnSpLocks/>
            <a:stCxn id="13" idx="3"/>
            <a:endCxn id="14" idx="1"/>
          </p:cNvCxnSpPr>
          <p:nvPr/>
        </p:nvCxnSpPr>
        <p:spPr>
          <a:xfrm>
            <a:off x="7858963" y="1764870"/>
            <a:ext cx="575316" cy="2118"/>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76CBD90-0BEC-1182-2D8B-6F49BE329770}"/>
              </a:ext>
            </a:extLst>
          </p:cNvPr>
          <p:cNvSpPr txBox="1"/>
          <p:nvPr/>
        </p:nvSpPr>
        <p:spPr>
          <a:xfrm>
            <a:off x="135429" y="5872043"/>
            <a:ext cx="994285" cy="461665"/>
          </a:xfrm>
          <a:prstGeom prst="rect">
            <a:avLst/>
          </a:prstGeom>
          <a:noFill/>
        </p:spPr>
        <p:txBody>
          <a:bodyPr wrap="square" rtlCol="0">
            <a:spAutoFit/>
          </a:bodyPr>
          <a:lstStyle/>
          <a:p>
            <a:r>
              <a:rPr lang="en-US" sz="800" dirty="0"/>
              <a:t>Base Created by TS VM TSD KC and BW  06 09 2025 </a:t>
            </a:r>
          </a:p>
        </p:txBody>
      </p:sp>
      <p:sp>
        <p:nvSpPr>
          <p:cNvPr id="23" name="TextBox 22">
            <a:extLst>
              <a:ext uri="{FF2B5EF4-FFF2-40B4-BE49-F238E27FC236}">
                <a16:creationId xmlns:a16="http://schemas.microsoft.com/office/drawing/2014/main" id="{BCC735B3-7B76-67A1-7DF4-E58A63DF4CFB}"/>
              </a:ext>
            </a:extLst>
          </p:cNvPr>
          <p:cNvSpPr txBox="1"/>
          <p:nvPr/>
        </p:nvSpPr>
        <p:spPr>
          <a:xfrm>
            <a:off x="124769" y="6361250"/>
            <a:ext cx="994285" cy="461665"/>
          </a:xfrm>
          <a:prstGeom prst="rect">
            <a:avLst/>
          </a:prstGeom>
          <a:noFill/>
        </p:spPr>
        <p:txBody>
          <a:bodyPr wrap="square" rtlCol="0">
            <a:spAutoFit/>
          </a:bodyPr>
          <a:lstStyle/>
          <a:p>
            <a:r>
              <a:rPr lang="en-US" sz="800" dirty="0"/>
              <a:t>Train Slide updated by TS VM SR TD MS</a:t>
            </a:r>
          </a:p>
          <a:p>
            <a:r>
              <a:rPr lang="en-US" sz="800" dirty="0"/>
              <a:t> 25 12 21 08 43</a:t>
            </a:r>
          </a:p>
        </p:txBody>
      </p:sp>
      <p:sp>
        <p:nvSpPr>
          <p:cNvPr id="33" name="Flowchart: Process 32">
            <a:extLst>
              <a:ext uri="{FF2B5EF4-FFF2-40B4-BE49-F238E27FC236}">
                <a16:creationId xmlns:a16="http://schemas.microsoft.com/office/drawing/2014/main" id="{70871BD5-32AD-DB2B-7BF0-FEDF5C157F5C}"/>
              </a:ext>
            </a:extLst>
          </p:cNvPr>
          <p:cNvSpPr/>
          <p:nvPr/>
        </p:nvSpPr>
        <p:spPr>
          <a:xfrm>
            <a:off x="7380846" y="2698263"/>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Y2</a:t>
            </a:r>
          </a:p>
        </p:txBody>
      </p:sp>
      <p:sp>
        <p:nvSpPr>
          <p:cNvPr id="34" name="Flowchart: Process 33">
            <a:extLst>
              <a:ext uri="{FF2B5EF4-FFF2-40B4-BE49-F238E27FC236}">
                <a16:creationId xmlns:a16="http://schemas.microsoft.com/office/drawing/2014/main" id="{80430272-2F59-E83C-12B9-2A08109DAE14}"/>
              </a:ext>
            </a:extLst>
          </p:cNvPr>
          <p:cNvSpPr/>
          <p:nvPr/>
        </p:nvSpPr>
        <p:spPr>
          <a:xfrm>
            <a:off x="4900207" y="4776584"/>
            <a:ext cx="325869" cy="183135"/>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Y3</a:t>
            </a:r>
          </a:p>
        </p:txBody>
      </p:sp>
      <p:sp>
        <p:nvSpPr>
          <p:cNvPr id="36" name="Flowchart: Process 35">
            <a:extLst>
              <a:ext uri="{FF2B5EF4-FFF2-40B4-BE49-F238E27FC236}">
                <a16:creationId xmlns:a16="http://schemas.microsoft.com/office/drawing/2014/main" id="{D4101430-6CF6-2983-CF28-98D61526E46E}"/>
              </a:ext>
            </a:extLst>
          </p:cNvPr>
          <p:cNvSpPr/>
          <p:nvPr/>
        </p:nvSpPr>
        <p:spPr>
          <a:xfrm>
            <a:off x="6960969" y="3718056"/>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N2</a:t>
            </a:r>
          </a:p>
        </p:txBody>
      </p:sp>
      <p:sp>
        <p:nvSpPr>
          <p:cNvPr id="37" name="Flowchart: Process 36">
            <a:extLst>
              <a:ext uri="{FF2B5EF4-FFF2-40B4-BE49-F238E27FC236}">
                <a16:creationId xmlns:a16="http://schemas.microsoft.com/office/drawing/2014/main" id="{810384F7-16AD-C9BE-50EC-32AD2AA018F7}"/>
              </a:ext>
            </a:extLst>
          </p:cNvPr>
          <p:cNvSpPr/>
          <p:nvPr/>
        </p:nvSpPr>
        <p:spPr>
          <a:xfrm>
            <a:off x="4462532" y="6038655"/>
            <a:ext cx="367024" cy="145668"/>
          </a:xfrm>
          <a:prstGeom prst="flowChartProcess">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N3</a:t>
            </a:r>
          </a:p>
        </p:txBody>
      </p:sp>
      <p:sp>
        <p:nvSpPr>
          <p:cNvPr id="38" name="Rectangle 37">
            <a:extLst>
              <a:ext uri="{FF2B5EF4-FFF2-40B4-BE49-F238E27FC236}">
                <a16:creationId xmlns:a16="http://schemas.microsoft.com/office/drawing/2014/main" id="{B776F1D0-C3EE-5DD1-2E8D-22B8ACF61801}"/>
              </a:ext>
            </a:extLst>
          </p:cNvPr>
          <p:cNvSpPr/>
          <p:nvPr/>
        </p:nvSpPr>
        <p:spPr>
          <a:xfrm>
            <a:off x="3866914" y="5784102"/>
            <a:ext cx="2031964" cy="658073"/>
          </a:xfrm>
          <a:prstGeom prst="rect">
            <a:avLst/>
          </a:prstGeom>
          <a:solidFill>
            <a:schemeClr val="accent4">
              <a:lumMod val="20000"/>
              <a:lumOff val="80000"/>
              <a:alpha val="3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r>
              <a:rPr lang="en-US" sz="1400" b="1" dirty="0">
                <a:solidFill>
                  <a:schemeClr val="accent1">
                    <a:lumMod val="50000"/>
                  </a:schemeClr>
                </a:solidFill>
              </a:rPr>
              <a:t>Process Being Presented</a:t>
            </a:r>
          </a:p>
        </p:txBody>
      </p:sp>
      <p:cxnSp>
        <p:nvCxnSpPr>
          <p:cNvPr id="19" name="Straight Arrow Connector 18">
            <a:extLst>
              <a:ext uri="{FF2B5EF4-FFF2-40B4-BE49-F238E27FC236}">
                <a16:creationId xmlns:a16="http://schemas.microsoft.com/office/drawing/2014/main" id="{72C86C39-C267-3393-8A9E-6A28254A0BBF}"/>
              </a:ext>
            </a:extLst>
          </p:cNvPr>
          <p:cNvCxnSpPr>
            <a:cxnSpLocks/>
            <a:stCxn id="8" idx="2"/>
            <a:endCxn id="10" idx="0"/>
          </p:cNvCxnSpPr>
          <p:nvPr/>
        </p:nvCxnSpPr>
        <p:spPr>
          <a:xfrm>
            <a:off x="4714637" y="1524367"/>
            <a:ext cx="2058" cy="176855"/>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2A7C0309-FEC3-BA50-1051-7D673B130575}"/>
              </a:ext>
            </a:extLst>
          </p:cNvPr>
          <p:cNvCxnSpPr>
            <a:cxnSpLocks/>
            <a:stCxn id="10" idx="3"/>
            <a:endCxn id="13" idx="1"/>
          </p:cNvCxnSpPr>
          <p:nvPr/>
        </p:nvCxnSpPr>
        <p:spPr>
          <a:xfrm flipV="1">
            <a:off x="4900207" y="1764870"/>
            <a:ext cx="510246" cy="9186"/>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76010977-589F-0B0D-5D0F-BEC1714DA6B6}"/>
              </a:ext>
            </a:extLst>
          </p:cNvPr>
          <p:cNvCxnSpPr>
            <a:cxnSpLocks/>
            <a:stCxn id="9" idx="3"/>
            <a:endCxn id="12" idx="1"/>
          </p:cNvCxnSpPr>
          <p:nvPr/>
        </p:nvCxnSpPr>
        <p:spPr>
          <a:xfrm>
            <a:off x="5453936" y="997254"/>
            <a:ext cx="2934961" cy="4304"/>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21CCAE5D-927E-377D-4B24-1B418614B21D}"/>
              </a:ext>
            </a:extLst>
          </p:cNvPr>
          <p:cNvCxnSpPr>
            <a:cxnSpLocks/>
            <a:stCxn id="33" idx="3"/>
            <a:endCxn id="17" idx="1"/>
          </p:cNvCxnSpPr>
          <p:nvPr/>
        </p:nvCxnSpPr>
        <p:spPr>
          <a:xfrm>
            <a:off x="7706715" y="2789831"/>
            <a:ext cx="805434" cy="6342"/>
          </a:xfrm>
          <a:prstGeom prst="straightConnector1">
            <a:avLst/>
          </a:prstGeom>
          <a:ln w="25400" cmpd="db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96">
            <a:extLst>
              <a:ext uri="{FF2B5EF4-FFF2-40B4-BE49-F238E27FC236}">
                <a16:creationId xmlns:a16="http://schemas.microsoft.com/office/drawing/2014/main" id="{27EB34CF-9A63-7B08-CF91-17B880F0F9D4}"/>
              </a:ext>
            </a:extLst>
          </p:cNvPr>
          <p:cNvCxnSpPr>
            <a:cxnSpLocks/>
            <a:stCxn id="36" idx="3"/>
            <a:endCxn id="7" idx="2"/>
          </p:cNvCxnSpPr>
          <p:nvPr/>
        </p:nvCxnSpPr>
        <p:spPr>
          <a:xfrm flipV="1">
            <a:off x="7327993" y="3778197"/>
            <a:ext cx="618401" cy="1269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Parlance">
            <a:extLst>
              <a:ext uri="{FF2B5EF4-FFF2-40B4-BE49-F238E27FC236}">
                <a16:creationId xmlns:a16="http://schemas.microsoft.com/office/drawing/2014/main" id="{ECADEB11-4909-C212-8544-6EDB8D3B4D3B}"/>
              </a:ext>
            </a:extLst>
          </p:cNvPr>
          <p:cNvSpPr txBox="1"/>
          <p:nvPr/>
        </p:nvSpPr>
        <p:spPr>
          <a:xfrm>
            <a:off x="1401244" y="629044"/>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cxnSp>
        <p:nvCxnSpPr>
          <p:cNvPr id="64" name="Connector: Elbow 150">
            <a:extLst>
              <a:ext uri="{FF2B5EF4-FFF2-40B4-BE49-F238E27FC236}">
                <a16:creationId xmlns:a16="http://schemas.microsoft.com/office/drawing/2014/main" id="{AA1E5C94-E574-76AA-8E34-59CCAB7CFF09}"/>
              </a:ext>
            </a:extLst>
          </p:cNvPr>
          <p:cNvCxnSpPr>
            <a:cxnSpLocks/>
            <a:stCxn id="37" idx="3"/>
            <a:endCxn id="150" idx="1"/>
          </p:cNvCxnSpPr>
          <p:nvPr/>
        </p:nvCxnSpPr>
        <p:spPr>
          <a:xfrm flipV="1">
            <a:off x="4829556" y="6102346"/>
            <a:ext cx="2417063" cy="9143"/>
          </a:xfrm>
          <a:prstGeom prst="straightConnector1">
            <a:avLst/>
          </a:prstGeom>
          <a:ln w="25400" cmpd="dbl">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B2FBAE3D-C548-14A6-AE38-A37C37BA0839}"/>
              </a:ext>
            </a:extLst>
          </p:cNvPr>
          <p:cNvCxnSpPr>
            <a:cxnSpLocks/>
            <a:stCxn id="34" idx="3"/>
            <a:endCxn id="148" idx="0"/>
          </p:cNvCxnSpPr>
          <p:nvPr/>
        </p:nvCxnSpPr>
        <p:spPr>
          <a:xfrm>
            <a:off x="5226076" y="4868152"/>
            <a:ext cx="1408633" cy="240363"/>
          </a:xfrm>
          <a:prstGeom prst="bentConnector2">
            <a:avLst/>
          </a:prstGeom>
          <a:ln w="25400" cmpd="dbl">
            <a:tailEnd type="triangle"/>
          </a:ln>
        </p:spPr>
        <p:style>
          <a:lnRef idx="1">
            <a:schemeClr val="accent1"/>
          </a:lnRef>
          <a:fillRef idx="0">
            <a:schemeClr val="accent1"/>
          </a:fillRef>
          <a:effectRef idx="0">
            <a:schemeClr val="accent1"/>
          </a:effectRef>
          <a:fontRef idx="minor">
            <a:schemeClr val="tx1"/>
          </a:fontRef>
        </p:style>
      </p:cxnSp>
      <p:sp>
        <p:nvSpPr>
          <p:cNvPr id="2" name="-N3.  No this is not a re-rent but one of ours">
            <a:extLst>
              <a:ext uri="{FF2B5EF4-FFF2-40B4-BE49-F238E27FC236}">
                <a16:creationId xmlns:a16="http://schemas.microsoft.com/office/drawing/2014/main" id="{9E64EB7C-BC38-9DF1-05DE-1275E6857973}"/>
              </a:ext>
            </a:extLst>
          </p:cNvPr>
          <p:cNvSpPr>
            <a:spLocks noGrp="1"/>
          </p:cNvSpPr>
          <p:nvPr>
            <p:ph type="title"/>
          </p:nvPr>
        </p:nvSpPr>
        <p:spPr>
          <a:xfrm>
            <a:off x="726132" y="122387"/>
            <a:ext cx="10515600" cy="399216"/>
          </a:xfrm>
        </p:spPr>
        <p:txBody>
          <a:bodyPr>
            <a:noAutofit/>
          </a:bodyPr>
          <a:lstStyle/>
          <a:p>
            <a:pPr algn="ctr"/>
            <a:r>
              <a:rPr lang="en-US" sz="1800" b="1" dirty="0"/>
              <a:t>N3.  No this is not a re-rent but one of ours- PPS Service Rental</a:t>
            </a:r>
          </a:p>
        </p:txBody>
      </p:sp>
    </p:spTree>
    <p:extLst>
      <p:ext uri="{BB962C8B-B14F-4D97-AF65-F5344CB8AC3E}">
        <p14:creationId xmlns:p14="http://schemas.microsoft.com/office/powerpoint/2010/main" val="5892442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4A257-4F47-E545-C0CF-8BBA4C1B51B2}"/>
            </a:ext>
          </a:extLst>
        </p:cNvPr>
        <p:cNvGrpSpPr/>
        <p:nvPr/>
      </p:nvGrpSpPr>
      <p:grpSpPr>
        <a:xfrm>
          <a:off x="0" y="0"/>
          <a:ext cx="0" cy="0"/>
          <a:chOff x="0" y="0"/>
          <a:chExt cx="0" cy="0"/>
        </a:xfrm>
      </p:grpSpPr>
      <p:sp>
        <p:nvSpPr>
          <p:cNvPr id="62" name="TextBox 61">
            <a:extLst>
              <a:ext uri="{FF2B5EF4-FFF2-40B4-BE49-F238E27FC236}">
                <a16:creationId xmlns:a16="http://schemas.microsoft.com/office/drawing/2014/main" id="{51CD4E5E-4352-6F84-8C6D-B62A73288C96}"/>
              </a:ext>
            </a:extLst>
          </p:cNvPr>
          <p:cNvSpPr txBox="1"/>
          <p:nvPr/>
        </p:nvSpPr>
        <p:spPr>
          <a:xfrm>
            <a:off x="10660" y="5873315"/>
            <a:ext cx="994285" cy="461665"/>
          </a:xfrm>
          <a:prstGeom prst="rect">
            <a:avLst/>
          </a:prstGeom>
          <a:noFill/>
        </p:spPr>
        <p:txBody>
          <a:bodyPr wrap="square" rtlCol="0">
            <a:spAutoFit/>
          </a:bodyPr>
          <a:lstStyle/>
          <a:p>
            <a:r>
              <a:rPr lang="en-US" sz="800" dirty="0"/>
              <a:t>Base Created by TS VM TSD KC and BW  06 09 2025 </a:t>
            </a:r>
          </a:p>
        </p:txBody>
      </p:sp>
      <p:sp>
        <p:nvSpPr>
          <p:cNvPr id="66" name="TextBox 65">
            <a:extLst>
              <a:ext uri="{FF2B5EF4-FFF2-40B4-BE49-F238E27FC236}">
                <a16:creationId xmlns:a16="http://schemas.microsoft.com/office/drawing/2014/main" id="{88D007BA-343E-E732-982C-A0C0DA96A6D7}"/>
              </a:ext>
            </a:extLst>
          </p:cNvPr>
          <p:cNvSpPr txBox="1"/>
          <p:nvPr/>
        </p:nvSpPr>
        <p:spPr>
          <a:xfrm>
            <a:off x="1252978" y="5986802"/>
            <a:ext cx="1135581" cy="655216"/>
          </a:xfrm>
          <a:prstGeom prst="flowChartInternalStorage">
            <a:avLst/>
          </a:prstGeom>
          <a:solidFill>
            <a:srgbClr val="FFFF00"/>
          </a:solidFill>
          <a:ln>
            <a:solidFill>
              <a:schemeClr val="tx1"/>
            </a:solidFill>
          </a:ln>
        </p:spPr>
        <p:txBody>
          <a:bodyPr wrap="square" rtlCol="0">
            <a:spAutoFit/>
          </a:bodyPr>
          <a:lstStyle/>
          <a:p>
            <a:pPr algn="ctr"/>
            <a:r>
              <a:rPr lang="en-US" sz="1050" dirty="0"/>
              <a:t>Note this Indicates a Sub SOP </a:t>
            </a:r>
          </a:p>
        </p:txBody>
      </p:sp>
      <p:sp>
        <p:nvSpPr>
          <p:cNvPr id="64" name="TextBox 63">
            <a:extLst>
              <a:ext uri="{FF2B5EF4-FFF2-40B4-BE49-F238E27FC236}">
                <a16:creationId xmlns:a16="http://schemas.microsoft.com/office/drawing/2014/main" id="{386322DA-883D-6B46-E03D-882FB52936EF}"/>
              </a:ext>
            </a:extLst>
          </p:cNvPr>
          <p:cNvSpPr txBox="1"/>
          <p:nvPr/>
        </p:nvSpPr>
        <p:spPr>
          <a:xfrm>
            <a:off x="0" y="6362522"/>
            <a:ext cx="994285" cy="338554"/>
          </a:xfrm>
          <a:prstGeom prst="rect">
            <a:avLst/>
          </a:prstGeom>
          <a:noFill/>
        </p:spPr>
        <p:txBody>
          <a:bodyPr wrap="square" rtlCol="0">
            <a:spAutoFit/>
          </a:bodyPr>
          <a:lstStyle/>
          <a:p>
            <a:r>
              <a:rPr lang="en-US" sz="800" dirty="0"/>
              <a:t>Updated for WDZ SR 09 29 2025 1614</a:t>
            </a:r>
          </a:p>
        </p:txBody>
      </p:sp>
      <p:sp>
        <p:nvSpPr>
          <p:cNvPr id="22" name="TextBox 21">
            <a:extLst>
              <a:ext uri="{FF2B5EF4-FFF2-40B4-BE49-F238E27FC236}">
                <a16:creationId xmlns:a16="http://schemas.microsoft.com/office/drawing/2014/main" id="{3F16D31F-0A1B-F43C-B4D3-86D84C583CC4}"/>
              </a:ext>
            </a:extLst>
          </p:cNvPr>
          <p:cNvSpPr txBox="1"/>
          <p:nvPr/>
        </p:nvSpPr>
        <p:spPr>
          <a:xfrm>
            <a:off x="2896280" y="4594528"/>
            <a:ext cx="6009141" cy="938719"/>
          </a:xfrm>
          <a:prstGeom prst="rect">
            <a:avLst/>
          </a:prstGeom>
          <a:noFill/>
        </p:spPr>
        <p:txBody>
          <a:bodyPr wrap="square" rtlCol="0">
            <a:spAutoFit/>
          </a:bodyPr>
          <a:lstStyle/>
          <a:p>
            <a:pPr algn="ctr"/>
            <a:r>
              <a:rPr lang="en-US" sz="1100" b="1" dirty="0"/>
              <a:t>Ever heard the phrase “Practice makes perfect ? – if you had not then now you have !</a:t>
            </a:r>
          </a:p>
          <a:p>
            <a:pPr algn="ctr"/>
            <a:endParaRPr lang="en-US" sz="1100" b="1" dirty="0"/>
          </a:p>
          <a:p>
            <a:pPr algn="ctr"/>
            <a:r>
              <a:rPr lang="en-US" sz="1100" b="1" dirty="0"/>
              <a:t>The Management and your project team would like you to practice this and other processes so that the Go live is smooth or if your new to the company or are new to the role you can get proficient in the training environment </a:t>
            </a:r>
          </a:p>
        </p:txBody>
      </p:sp>
      <p:sp>
        <p:nvSpPr>
          <p:cNvPr id="3" name="-S99. Exit at the end of each path you followed">
            <a:extLst>
              <a:ext uri="{FF2B5EF4-FFF2-40B4-BE49-F238E27FC236}">
                <a16:creationId xmlns:a16="http://schemas.microsoft.com/office/drawing/2014/main" id="{4330C9FE-53DB-B9E7-338B-E44730DBD34A}"/>
              </a:ext>
            </a:extLst>
          </p:cNvPr>
          <p:cNvSpPr txBox="1">
            <a:spLocks noGrp="1"/>
          </p:cNvSpPr>
          <p:nvPr>
            <p:ph type="title"/>
          </p:nvPr>
        </p:nvSpPr>
        <p:spPr>
          <a:xfrm>
            <a:off x="833197" y="234503"/>
            <a:ext cx="10515600" cy="369332"/>
          </a:xfrm>
          <a:prstGeom prst="rect">
            <a:avLst/>
          </a:prstGeom>
          <a:noFill/>
        </p:spPr>
        <p:txBody>
          <a:bodyPr wrap="square" rtlCol="0">
            <a:spAutoFit/>
          </a:bodyPr>
          <a:lstStyle/>
          <a:p>
            <a:pPr algn="ctr"/>
            <a:r>
              <a:rPr lang="en-US" sz="2000" b="1" dirty="0"/>
              <a:t>S998. Exit – You have come to the end of the path selected in the – Rental Process</a:t>
            </a:r>
          </a:p>
        </p:txBody>
      </p:sp>
      <p:pic>
        <p:nvPicPr>
          <p:cNvPr id="5" name="Picture 4" descr="A diagram of a computer program&#10;&#10;AI-generated content may be incorrect.">
            <a:extLst>
              <a:ext uri="{FF2B5EF4-FFF2-40B4-BE49-F238E27FC236}">
                <a16:creationId xmlns:a16="http://schemas.microsoft.com/office/drawing/2014/main" id="{5BFC158D-E8CC-7176-D1E4-AC91B1D21C6C}"/>
              </a:ext>
            </a:extLst>
          </p:cNvPr>
          <p:cNvPicPr>
            <a:picLocks noChangeAspect="1"/>
          </p:cNvPicPr>
          <p:nvPr/>
        </p:nvPicPr>
        <p:blipFill>
          <a:blip r:embed="rId3"/>
          <a:stretch>
            <a:fillRect/>
          </a:stretch>
        </p:blipFill>
        <p:spPr>
          <a:xfrm>
            <a:off x="2896280" y="628667"/>
            <a:ext cx="6389433" cy="3588586"/>
          </a:xfrm>
          <a:prstGeom prst="rect">
            <a:avLst/>
          </a:prstGeom>
        </p:spPr>
      </p:pic>
    </p:spTree>
    <p:extLst>
      <p:ext uri="{BB962C8B-B14F-4D97-AF65-F5344CB8AC3E}">
        <p14:creationId xmlns:p14="http://schemas.microsoft.com/office/powerpoint/2010/main" val="1404145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6BE03-F932-51DA-3A05-B579CB4669E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8D62D53-A217-E9BA-F0C5-A41E384C0E58}"/>
              </a:ext>
            </a:extLst>
          </p:cNvPr>
          <p:cNvSpPr txBox="1"/>
          <p:nvPr/>
        </p:nvSpPr>
        <p:spPr>
          <a:xfrm>
            <a:off x="2300789" y="4053725"/>
            <a:ext cx="8050924" cy="2492990"/>
          </a:xfrm>
          <a:prstGeom prst="rect">
            <a:avLst/>
          </a:prstGeom>
          <a:noFill/>
        </p:spPr>
        <p:txBody>
          <a:bodyPr wrap="square" rtlCol="0">
            <a:spAutoFit/>
          </a:bodyPr>
          <a:lstStyle/>
          <a:p>
            <a:r>
              <a:rPr lang="en-US" sz="1200" b="1" dirty="0"/>
              <a:t>Thank you for completing this module on Service Request Order (Break Fix) SOP .</a:t>
            </a:r>
            <a:r>
              <a:rPr lang="en-US" sz="1200" dirty="0"/>
              <a:t> The ERP Project Team and Training Group appreciate your time, attention, and commitment to learning our new systems and processes.</a:t>
            </a:r>
          </a:p>
          <a:p>
            <a:endParaRPr lang="en-US" sz="1200" dirty="0"/>
          </a:p>
          <a:p>
            <a:r>
              <a:rPr lang="en-US" sz="1200" dirty="0"/>
              <a:t>To be confident in your day-to-day work—and to avoid surprises at Go Live or when you move into a new role—please set aside time to </a:t>
            </a:r>
            <a:r>
              <a:rPr lang="en-US" sz="1200" b="1" dirty="0"/>
              <a:t>practice this SOP in the training environment</a:t>
            </a:r>
            <a:r>
              <a:rPr lang="en-US" sz="1200" dirty="0"/>
              <a:t>. Working through realistic examples several times will help you:</a:t>
            </a:r>
            <a:br>
              <a:rPr lang="en-US" sz="1200" dirty="0"/>
            </a:br>
            <a:r>
              <a:rPr lang="en-US" sz="1200" dirty="0"/>
              <a:t>• Follow the steps in the correct sequence</a:t>
            </a:r>
            <a:br>
              <a:rPr lang="en-US" sz="1200" dirty="0"/>
            </a:br>
            <a:r>
              <a:rPr lang="en-US" sz="1200" dirty="0"/>
              <a:t>• Understand what the key fields and options do</a:t>
            </a:r>
            <a:br>
              <a:rPr lang="en-US" sz="1200" dirty="0"/>
            </a:br>
            <a:r>
              <a:rPr lang="en-US" sz="1200" dirty="0"/>
              <a:t>• Reduce errors when you work in the live system</a:t>
            </a:r>
            <a:br>
              <a:rPr lang="en-US" sz="1200" dirty="0"/>
            </a:br>
            <a:r>
              <a:rPr lang="en-US" sz="1200" dirty="0"/>
              <a:t>• Handle real customer and business situations with confidence</a:t>
            </a:r>
          </a:p>
          <a:p>
            <a:endParaRPr lang="en-US" sz="1200" dirty="0"/>
          </a:p>
          <a:p>
            <a:r>
              <a:rPr lang="en-US" sz="1200" dirty="0"/>
              <a:t>The </a:t>
            </a:r>
            <a:r>
              <a:rPr lang="en-US" sz="1200" b="1" dirty="0"/>
              <a:t>training environment is the safest place to practice</a:t>
            </a:r>
            <a:r>
              <a:rPr lang="en-US" sz="1200" dirty="0"/>
              <a:t>, ask questions, and learn from mistakes—before they affect real orders, inventory, equipment, or customers. The more you use the training environment now, the smoother your work will be later in the live system.</a:t>
            </a:r>
          </a:p>
        </p:txBody>
      </p:sp>
      <p:sp>
        <p:nvSpPr>
          <p:cNvPr id="9" name="Parlance">
            <a:extLst>
              <a:ext uri="{FF2B5EF4-FFF2-40B4-BE49-F238E27FC236}">
                <a16:creationId xmlns:a16="http://schemas.microsoft.com/office/drawing/2014/main" id="{225CD0B5-A601-6D52-53A1-DD7EF8B4FF01}"/>
              </a:ext>
            </a:extLst>
          </p:cNvPr>
          <p:cNvSpPr txBox="1"/>
          <p:nvPr/>
        </p:nvSpPr>
        <p:spPr>
          <a:xfrm>
            <a:off x="1253231" y="714232"/>
            <a:ext cx="8906605" cy="246221"/>
          </a:xfrm>
          <a:prstGeom prst="rect">
            <a:avLst/>
          </a:prstGeom>
          <a:noFill/>
        </p:spPr>
        <p:txBody>
          <a:bodyPr wrap="none" rtlCol="0">
            <a:spAutoFit/>
          </a:bodyPr>
          <a:lstStyle/>
          <a:p>
            <a:r>
              <a:rPr lang="en-US" sz="1000" dirty="0">
                <a:solidFill>
                  <a:schemeClr val="bg1"/>
                </a:solidFill>
              </a:rPr>
              <a:t>The creator of this slide  appreciates the Infor System’s  Process Intelligence which became the basis for process creation and verification and finally the training System</a:t>
            </a:r>
          </a:p>
        </p:txBody>
      </p:sp>
      <p:sp>
        <p:nvSpPr>
          <p:cNvPr id="3" name="-S999. You have successfully completed this SOP">
            <a:extLst>
              <a:ext uri="{FF2B5EF4-FFF2-40B4-BE49-F238E27FC236}">
                <a16:creationId xmlns:a16="http://schemas.microsoft.com/office/drawing/2014/main" id="{F8D84980-CBA2-BEF8-AB8B-0A9E6DBA426A}"/>
              </a:ext>
            </a:extLst>
          </p:cNvPr>
          <p:cNvSpPr txBox="1">
            <a:spLocks/>
          </p:cNvSpPr>
          <p:nvPr/>
        </p:nvSpPr>
        <p:spPr>
          <a:xfrm>
            <a:off x="838198" y="162630"/>
            <a:ext cx="10515600" cy="261407"/>
          </a:xfrm>
          <a:prstGeom prst="rect">
            <a:avLst/>
          </a:prstGeom>
        </p:spPr>
        <p:txBody>
          <a:bodyPr>
            <a:noAutofit/>
          </a:bodyPr>
          <a:lstStyle>
            <a:lvl1pPr algn="l" defTabSz="914400" rtl="0" eaLnBrk="1" latinLnBrk="0" hangingPunct="1">
              <a:lnSpc>
                <a:spcPct val="90000"/>
              </a:lnSpc>
              <a:spcBef>
                <a:spcPct val="0"/>
              </a:spcBef>
              <a:buNone/>
              <a:defRPr sz="2400" kern="1200">
                <a:solidFill>
                  <a:schemeClr val="tx1"/>
                </a:solidFill>
                <a:latin typeface="+mj-lt"/>
                <a:ea typeface="+mj-ea"/>
                <a:cs typeface="+mj-cs"/>
              </a:defRPr>
            </a:lvl1pPr>
          </a:lstStyle>
          <a:p>
            <a:pPr algn="ctr"/>
            <a:r>
              <a:rPr lang="en-US" sz="1400" b="1" dirty="0"/>
              <a:t>S999. You have successfully completed this SOP </a:t>
            </a:r>
          </a:p>
        </p:txBody>
      </p:sp>
      <p:pic>
        <p:nvPicPr>
          <p:cNvPr id="4" name="Picture 3">
            <a:extLst>
              <a:ext uri="{FF2B5EF4-FFF2-40B4-BE49-F238E27FC236}">
                <a16:creationId xmlns:a16="http://schemas.microsoft.com/office/drawing/2014/main" id="{FF23E3C1-1002-86B7-3F33-D92777F6767B}"/>
              </a:ext>
            </a:extLst>
          </p:cNvPr>
          <p:cNvPicPr>
            <a:picLocks noChangeAspect="1"/>
          </p:cNvPicPr>
          <p:nvPr/>
        </p:nvPicPr>
        <p:blipFill>
          <a:blip r:embed="rId3"/>
          <a:stretch>
            <a:fillRect/>
          </a:stretch>
        </p:blipFill>
        <p:spPr>
          <a:xfrm>
            <a:off x="2956706" y="424037"/>
            <a:ext cx="6102233" cy="3429594"/>
          </a:xfrm>
          <a:prstGeom prst="rect">
            <a:avLst/>
          </a:prstGeom>
        </p:spPr>
      </p:pic>
    </p:spTree>
    <p:extLst>
      <p:ext uri="{BB962C8B-B14F-4D97-AF65-F5344CB8AC3E}">
        <p14:creationId xmlns:p14="http://schemas.microsoft.com/office/powerpoint/2010/main" val="7874569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ubi template for Process etc" id="{BF4A0D7B-CA68-4AFE-9D83-A41674BFC30D}" vid="{A1D45B32-9E08-4E92-AC68-322278330F18}"/>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ubi template for Process etc" id="{BF4A0D7B-CA68-4AFE-9D83-A41674BFC30D}" vid="{65D0A2C0-6B61-4A40-BDFF-355584D2D2D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Subi template for Process etc</Template>
  <TotalTime>1570</TotalTime>
  <Words>10467</Words>
  <Application>Microsoft Office PowerPoint</Application>
  <PresentationFormat>Widescreen</PresentationFormat>
  <Paragraphs>1464</Paragraphs>
  <Slides>33</Slides>
  <Notes>31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33</vt:i4>
      </vt:variant>
    </vt:vector>
  </HeadingPairs>
  <TitlesOfParts>
    <vt:vector size="38" baseType="lpstr">
      <vt:lpstr>Arial</vt:lpstr>
      <vt:lpstr>Calibri</vt:lpstr>
      <vt:lpstr>Calibri Light</vt:lpstr>
      <vt:lpstr>Office Theme</vt:lpstr>
      <vt:lpstr>1_Office Theme</vt:lpstr>
      <vt:lpstr>PowerPoint Presentation</vt:lpstr>
      <vt:lpstr> S001. About Palco Power Systems and Scott Electric  and  a Welcome to Training</vt:lpstr>
      <vt:lpstr>PowerPoint Presentation</vt:lpstr>
      <vt:lpstr>PowerPoint Presentation</vt:lpstr>
      <vt:lpstr>M1. Rental SOP  - PPS Service Rental</vt:lpstr>
      <vt:lpstr>S1. Customer Places an order for a Rental Unit - PPS Service Rental</vt:lpstr>
      <vt:lpstr>S2. Create Rental Contract - PPS Service Rental</vt:lpstr>
      <vt:lpstr>D1. Decision Is a unit in Our Fleet available - PPS Service Rental</vt:lpstr>
      <vt:lpstr>Y1. Yes, Our Fleet unit is available - PPS Service Rental</vt:lpstr>
      <vt:lpstr>S4. Add the Owned unit to the contract- PPS Service Rental</vt:lpstr>
      <vt:lpstr>S8. Change or Check Billing details - PPS Service Rental</vt:lpstr>
      <vt:lpstr>D2. Decision Are we Charging freight  - PPS Service Rental</vt:lpstr>
      <vt:lpstr>Y2. Yes we are Charging freight  - PPS Service Rental</vt:lpstr>
      <vt:lpstr>S9. Add Freight to contract  - PPS Service Rental</vt:lpstr>
      <vt:lpstr>S10. Print Rental Agreement - PPS Service Rental</vt:lpstr>
      <vt:lpstr>S11. Check out Rental unit - PPS Service Rental</vt:lpstr>
      <vt:lpstr>S12. Check in Rental unit  - PPS Service Rental</vt:lpstr>
      <vt:lpstr>D3. Is this a Re-Rent unit - PPS Service Rental</vt:lpstr>
      <vt:lpstr>Y3. Yes  this is a Re-Rent unit - PPS Service Rental</vt:lpstr>
      <vt:lpstr>S13. Print Return Merchandise PO - PPS Service Rental</vt:lpstr>
      <vt:lpstr>S14. Receive Vendor Return Merchandise PO - PPS Service Rental</vt:lpstr>
      <vt:lpstr>S15. Close rental Contract  - PPS Service Rental</vt:lpstr>
      <vt:lpstr>S15. Close rental Contract  - PPS Service Rental</vt:lpstr>
      <vt:lpstr>N1. No we do not have one of our fleet generator available  - PPS Service Rental</vt:lpstr>
      <vt:lpstr>S3. Add a Re-Rent Item - PPS Service Rental</vt:lpstr>
      <vt:lpstr>S5. Raise Re-Rent PO - PPS Service Rental</vt:lpstr>
      <vt:lpstr>S6. Print Re-Rent Purchase Order (PO) - PPS Service Rental</vt:lpstr>
      <vt:lpstr>S7. Receive Re-Rent  Purchase Order (PO) - PPS Service Rental</vt:lpstr>
      <vt:lpstr>N2. No we are not charging freight  - PPS Service Rental</vt:lpstr>
      <vt:lpstr>S10. Print Rental Agreement - PPS Service Rental</vt:lpstr>
      <vt:lpstr>N3.  No this is not a re-rent but one of ours- PPS Service Rental</vt:lpstr>
      <vt:lpstr>S998. Exit – You have come to the end of the path selected in the – Rental Process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Subi Rajagopalan</dc:creator>
  <cp:lastModifiedBy>Subi R</cp:lastModifiedBy>
  <cp:revision>13</cp:revision>
  <dcterms:created xsi:type="dcterms:W3CDTF">2025-06-03T13:31:39Z</dcterms:created>
  <dcterms:modified xsi:type="dcterms:W3CDTF">2025-12-21T16:28:27Z</dcterms:modified>
</cp:coreProperties>
</file>