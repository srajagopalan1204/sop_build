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"/>
  </p:notesMasterIdLst>
  <p:sldIdLst>
    <p:sldId id="57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5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F2812B-38D3-4B49-B99D-BAAF95AC82AF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D03784-C198-49B1-BBEF-9EB2D7F83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724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45930-401B-E1EF-94E9-27A210BF2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C1E343-3315-5B46-0578-0866FFF1F2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DDB688-BAC7-8E4E-44E9-7529EA99B7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92EF6-D14C-935B-399E-C7277EDF66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2EF15-161C-458A-BBAC-40A3953D9DA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560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645C8-50CF-415A-F008-0541068DA1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7D5AEA-3323-48FA-BD11-1ADBDDE77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A9AA9-C036-BFD9-A6BA-FB090DC12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D8AE-1B8B-4D2F-BD23-DE7C5E143A5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F9165-C9B7-6890-911F-5E9B60317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FB95A-E7F1-5CEF-9017-D6370EFE1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287B-8D1C-4A7C-9DA1-7D5302A44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7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F8C69-0836-D57F-A1D1-0AD128EE6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1639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17BDA-76E6-BB3E-B3E1-151E3CCFA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6073"/>
            <a:ext cx="10515600" cy="50408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1672A-7349-F091-635B-C81F4457E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D8AE-1B8B-4D2F-BD23-DE7C5E143A5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155B3-0013-6CB3-3C52-AA819CD7B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0BAB0-7EE3-7141-51D1-831FE4DDE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99ECAC-965E-4A1B-8C35-92C0E7A8F938}" type="slidenum">
              <a:rPr lang="en-US" smtClean="0"/>
              <a:pPr/>
              <a:t>‹#›</a:t>
            </a:fld>
            <a:fld id="{85065064-5DB3-4099-8DC9-1EBF0BFFFD0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639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C1B5A-36F5-0561-8044-B15742660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D5348-FD4B-EC5A-395C-4EAA5808D3B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Om Gurubhyo Namaha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95131-E548-8CA2-4BC6-CA6C7C581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D8AE-1B8B-4D2F-BD23-DE7C5E143A5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555FE-F203-B760-6BC5-637F0B00D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21015-E66D-15A8-078C-D8605B10E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287B-8D1C-4A7C-9DA1-7D5302A44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407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1BA64-C5EF-5A2A-D2F9-AA9982D75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011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971D1-B7FF-2430-A0EE-1FF7DD10A3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99127"/>
            <a:ext cx="5181600" cy="50778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A7C53B-A6C5-3F9C-C349-65D4DBD732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04623"/>
            <a:ext cx="5181600" cy="49723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E7017F-B782-A90A-0FFA-E5265B52B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D8AE-1B8B-4D2F-BD23-DE7C5E143A5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4C2B15-8DFF-1DE6-6A7C-FF0A144E8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BC1BC-C419-38F2-7D1A-A20AC606E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287B-8D1C-4A7C-9DA1-7D5302A44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205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41A86-2FAC-2FF8-C3D3-180CCFDF8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800"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DC75F-12A6-F58E-99C0-0CF118438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D06EF7-7BAE-BB9D-7AB7-7F0F5BD77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440FC7-08A4-AE46-8C95-E996A7A09E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67CFAB-7D5B-B1DF-79BE-BF0035F9FE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B629BA-9088-21C7-B39F-6887B00FF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D8AE-1B8B-4D2F-BD23-DE7C5E143A5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DEA092-026A-7CF8-47E4-3DE1BD3D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890D-168E-4CD5-6766-DF6D944AA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287B-8D1C-4A7C-9DA1-7D5302A44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4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28478-E4BB-F911-B561-AEAFA0CFC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393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800"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9B5571-61EB-9992-AD52-82D2C10C2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D8AE-1B8B-4D2F-BD23-DE7C5E143A5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361BD8-C049-6E41-BF02-8629DBFFE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5FA10D-2130-2EEB-F88A-6FB28F7B4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287B-8D1C-4A7C-9DA1-7D5302A44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739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17C35C-2F83-9112-3D05-5D79D98A7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D8AE-1B8B-4D2F-BD23-DE7C5E143A5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92D01F-2FBC-F3CF-2CDE-F3792EBA1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33B84-88E9-F70F-96B2-2E989B558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287B-8D1C-4A7C-9DA1-7D5302A44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21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4BC4D-52EC-C1E3-353A-C54658AC4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42485-065D-E13E-0BCE-15FC989A0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A0DA83-20BF-C343-1644-A3DFCA41F7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DCEB9-B60E-4C38-CB6C-3AC8E00A1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D8AE-1B8B-4D2F-BD23-DE7C5E143A5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AA4633-70FB-7CE5-CE9E-4DEB2B7AC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371AF-944F-586D-BE5A-6BCFCFF73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287B-8D1C-4A7C-9DA1-7D5302A44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21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7206D-FAD5-741A-D949-1550EBB6A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111A9A-0F52-650A-D7FA-2AA795CF57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9386B6-83F8-C5EB-C9EE-B00DCA4CCB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DEDE3-14CF-04CD-19C2-EA856223F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D8AE-1B8B-4D2F-BD23-DE7C5E143A5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472B4D-2904-9AA9-FEA0-6502A85BD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315FCF-52CE-48CA-9004-E3C9DA090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287B-8D1C-4A7C-9DA1-7D5302A44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069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B3659-7E4A-C6A9-E0BE-966BF3F04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00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800"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F577EF-EF7C-B0E1-B78D-8E86EC5DE4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302327"/>
            <a:ext cx="10515600" cy="487463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53754-6FEB-1368-094C-D3C7E08A2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D8AE-1B8B-4D2F-BD23-DE7C5E143A5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1C6AF-F657-77DA-7BBA-66686DCB0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ED93A-DD25-5B55-758E-117717D6F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287B-8D1C-4A7C-9DA1-7D5302A44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50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C90E42-68AF-C485-0EC1-318D5A8E73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50400" y="365125"/>
            <a:ext cx="1803400" cy="58118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800"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74279A-D88C-37A8-DA7E-A4D0FE362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7122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1AAF4-F208-5074-690E-8B10AFC9E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D8AE-1B8B-4D2F-BD23-DE7C5E143A5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C460B-1688-0DE9-9D5C-5D9DAF1FF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75034-F447-EE34-3299-88C8BC402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287B-8D1C-4A7C-9DA1-7D5302A44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638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26A0F-D80C-CCE3-AB15-4783AD923E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9EB6E9-CD61-61D0-8A2A-827A5B94CD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B8389-146C-96C2-C745-C1D493ABD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2DE7D-D2CB-4B16-9AC8-54D9C54416BF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D1293-2D74-169C-9E53-694A5B789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ACD38-B4E5-EE42-4884-723589B25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03B-08E9-4E47-AE19-F54F98104A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9477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5C9CA-3F53-F2FD-F8D9-39864F70C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6247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F1BE9-4D6F-913B-9039-67062033B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5800"/>
            <a:ext cx="10515600" cy="4951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8B3D8-762E-7074-723D-97BF15F1C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2DE7D-D2CB-4B16-9AC8-54D9C54416BF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D5FC8-6DF0-00F7-2160-0E5A6D5E8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882BD-A8A2-BFC3-A911-A4EF600C1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03B-08E9-4E47-AE19-F54F98104A8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EBAB159C-2028-2BD0-2BF1-70269BBB08E2}"/>
              </a:ext>
            </a:extLst>
          </p:cNvPr>
          <p:cNvCxnSpPr>
            <a:cxnSpLocks/>
          </p:cNvCxnSpPr>
          <p:nvPr userDrawn="1"/>
        </p:nvCxnSpPr>
        <p:spPr>
          <a:xfrm>
            <a:off x="9792218" y="2232504"/>
            <a:ext cx="643655" cy="368710"/>
          </a:xfrm>
          <a:prstGeom prst="bentConnector3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4739026-2AB4-B8E9-D9E1-0B1FE103E04A}"/>
              </a:ext>
            </a:extLst>
          </p:cNvPr>
          <p:cNvCxnSpPr>
            <a:cxnSpLocks/>
          </p:cNvCxnSpPr>
          <p:nvPr userDrawn="1"/>
        </p:nvCxnSpPr>
        <p:spPr>
          <a:xfrm>
            <a:off x="9724766" y="2099829"/>
            <a:ext cx="658761" cy="0"/>
          </a:xfrm>
          <a:prstGeom prst="straightConnector1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A7FC00BF-29D0-616C-736D-09D0003D8650}"/>
              </a:ext>
            </a:extLst>
          </p:cNvPr>
          <p:cNvSpPr/>
          <p:nvPr userDrawn="1"/>
        </p:nvSpPr>
        <p:spPr>
          <a:xfrm>
            <a:off x="9792218" y="3377190"/>
            <a:ext cx="818714" cy="59976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0" name="Flowchart: Predefined Process 9">
            <a:extLst>
              <a:ext uri="{FF2B5EF4-FFF2-40B4-BE49-F238E27FC236}">
                <a16:creationId xmlns:a16="http://schemas.microsoft.com/office/drawing/2014/main" id="{DD210F9B-5A58-AECF-3AF9-AF74DA2186B5}"/>
              </a:ext>
            </a:extLst>
          </p:cNvPr>
          <p:cNvSpPr/>
          <p:nvPr userDrawn="1"/>
        </p:nvSpPr>
        <p:spPr>
          <a:xfrm>
            <a:off x="9791277" y="2687733"/>
            <a:ext cx="818714" cy="599764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test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2EF29D5-D592-F4EF-C0F8-0D0068B61D92}"/>
              </a:ext>
            </a:extLst>
          </p:cNvPr>
          <p:cNvGrpSpPr/>
          <p:nvPr userDrawn="1"/>
        </p:nvGrpSpPr>
        <p:grpSpPr>
          <a:xfrm>
            <a:off x="9836105" y="4029532"/>
            <a:ext cx="619432" cy="643638"/>
            <a:chOff x="5063613" y="1984029"/>
            <a:chExt cx="619432" cy="643638"/>
          </a:xfrm>
        </p:grpSpPr>
        <p:sp>
          <p:nvSpPr>
            <p:cNvPr id="12" name="Flowchart: Decision 11">
              <a:extLst>
                <a:ext uri="{FF2B5EF4-FFF2-40B4-BE49-F238E27FC236}">
                  <a16:creationId xmlns:a16="http://schemas.microsoft.com/office/drawing/2014/main" id="{24AA1AEC-072C-4C3C-3ED2-3B61B79707B6}"/>
                </a:ext>
              </a:extLst>
            </p:cNvPr>
            <p:cNvSpPr/>
            <p:nvPr/>
          </p:nvSpPr>
          <p:spPr>
            <a:xfrm>
              <a:off x="5073445" y="2064771"/>
              <a:ext cx="599768" cy="501448"/>
            </a:xfrm>
            <a:prstGeom prst="flowChartDecisi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3" name="Flowchart: Process 12">
              <a:extLst>
                <a:ext uri="{FF2B5EF4-FFF2-40B4-BE49-F238E27FC236}">
                  <a16:creationId xmlns:a16="http://schemas.microsoft.com/office/drawing/2014/main" id="{B76CDF6D-0209-CA35-7049-C9462C72B20F}"/>
                </a:ext>
              </a:extLst>
            </p:cNvPr>
            <p:cNvSpPr/>
            <p:nvPr/>
          </p:nvSpPr>
          <p:spPr>
            <a:xfrm>
              <a:off x="5447071" y="1984029"/>
              <a:ext cx="235974" cy="246222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Y</a:t>
              </a:r>
            </a:p>
          </p:txBody>
        </p:sp>
        <p:sp>
          <p:nvSpPr>
            <p:cNvPr id="14" name="Flowchart: Process 13">
              <a:extLst>
                <a:ext uri="{FF2B5EF4-FFF2-40B4-BE49-F238E27FC236}">
                  <a16:creationId xmlns:a16="http://schemas.microsoft.com/office/drawing/2014/main" id="{E63BCD9C-3431-5832-089E-34005BEF9947}"/>
                </a:ext>
              </a:extLst>
            </p:cNvPr>
            <p:cNvSpPr/>
            <p:nvPr/>
          </p:nvSpPr>
          <p:spPr>
            <a:xfrm>
              <a:off x="5063613" y="2381445"/>
              <a:ext cx="235974" cy="246222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N</a:t>
              </a:r>
            </a:p>
          </p:txBody>
        </p:sp>
      </p:grpSp>
      <p:sp>
        <p:nvSpPr>
          <p:cNvPr id="15" name="Flowchart: Terminator 14">
            <a:extLst>
              <a:ext uri="{FF2B5EF4-FFF2-40B4-BE49-F238E27FC236}">
                <a16:creationId xmlns:a16="http://schemas.microsoft.com/office/drawing/2014/main" id="{88899EA2-6BCB-9DE8-F25D-BA3A48FAB970}"/>
              </a:ext>
            </a:extLst>
          </p:cNvPr>
          <p:cNvSpPr/>
          <p:nvPr userDrawn="1"/>
        </p:nvSpPr>
        <p:spPr>
          <a:xfrm>
            <a:off x="10137310" y="4975692"/>
            <a:ext cx="285137" cy="179632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6" name="Flowchart: Or 15">
            <a:extLst>
              <a:ext uri="{FF2B5EF4-FFF2-40B4-BE49-F238E27FC236}">
                <a16:creationId xmlns:a16="http://schemas.microsoft.com/office/drawing/2014/main" id="{5DC37016-2D9B-2B62-07CD-D8B0914498C5}"/>
              </a:ext>
            </a:extLst>
          </p:cNvPr>
          <p:cNvSpPr/>
          <p:nvPr userDrawn="1"/>
        </p:nvSpPr>
        <p:spPr>
          <a:xfrm>
            <a:off x="10153373" y="5385978"/>
            <a:ext cx="265471" cy="246222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63C889-7A6E-8DF1-CCEC-0F3C05C946AF}"/>
              </a:ext>
            </a:extLst>
          </p:cNvPr>
          <p:cNvSpPr txBox="1"/>
          <p:nvPr userDrawn="1"/>
        </p:nvSpPr>
        <p:spPr>
          <a:xfrm>
            <a:off x="9954092" y="5862854"/>
            <a:ext cx="501445" cy="246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tx1"/>
                </a:solidFill>
                <a:hlinkClick r:id="" action="ppaction://noaction"/>
              </a:rPr>
              <a:t>Link 1</a:t>
            </a:r>
            <a:endParaRPr 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22324704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D9770-E023-9410-C871-143F43C43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41C4A-E66E-D2AE-35D0-92AE7D4E1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759C4-BE68-F12A-CDDE-9751ED86F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2DE7D-D2CB-4B16-9AC8-54D9C54416BF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72BB6-FD27-E76C-46F3-895569689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1350A-9626-1197-4373-D23781373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03B-08E9-4E47-AE19-F54F98104A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1680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3A45F-F35C-647A-26D9-003C83037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6496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0E324-C87F-0589-C891-E1DDAF7560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88111"/>
            <a:ext cx="5181600" cy="48888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1F60C7-D973-AFC7-A0F5-CE7C8F2C8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88111"/>
            <a:ext cx="5181600" cy="48888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2E4289-FEA8-BF2C-99D6-0BF68C2B9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2DE7D-D2CB-4B16-9AC8-54D9C54416BF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B9C200-3D24-3465-1DA6-85F109357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8E8B51-D1D3-6390-47D8-DCC16F2E3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03B-08E9-4E47-AE19-F54F98104A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1012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3B4E3-D4F7-CC8E-464D-5D298DD31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20837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9ECF25-E39B-9601-65BA-93B93D42C0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152649"/>
            <a:ext cx="5157787" cy="135242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E1E5F9-D04B-CD74-63D9-F61CB8ED71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4F9FD6-E78A-C4F8-EAF6-B812BB3E82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152649"/>
            <a:ext cx="5183188" cy="135242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3319CD-420D-696D-9AAA-148FEC58EC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992367-5D7E-2712-8BFB-3084888D5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2DE7D-D2CB-4B16-9AC8-54D9C54416BF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39E9A8-8F5A-B094-C6C4-9A79DAFEA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0890FE-5675-AC73-A77C-596908FB5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03B-08E9-4E47-AE19-F54F98104A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5115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7584C-1A3B-40C7-7210-08A7B7321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152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20EFFE-758A-CBDD-383F-663159469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2DE7D-D2CB-4B16-9AC8-54D9C54416BF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B5C464-9436-8292-82C4-58C692C44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800F54-3083-50BD-631C-045269AB8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03B-08E9-4E47-AE19-F54F98104A8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CADB9EB1-13A2-12BF-CE55-2D04B72BCFEB}"/>
              </a:ext>
            </a:extLst>
          </p:cNvPr>
          <p:cNvCxnSpPr>
            <a:cxnSpLocks/>
          </p:cNvCxnSpPr>
          <p:nvPr userDrawn="1"/>
        </p:nvCxnSpPr>
        <p:spPr>
          <a:xfrm>
            <a:off x="11263209" y="833283"/>
            <a:ext cx="643655" cy="368710"/>
          </a:xfrm>
          <a:prstGeom prst="bentConnector3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2C8F782-7310-7DAD-8E86-A5788CFCFB37}"/>
              </a:ext>
            </a:extLst>
          </p:cNvPr>
          <p:cNvCxnSpPr>
            <a:cxnSpLocks/>
          </p:cNvCxnSpPr>
          <p:nvPr userDrawn="1"/>
        </p:nvCxnSpPr>
        <p:spPr>
          <a:xfrm>
            <a:off x="11248103" y="668595"/>
            <a:ext cx="658761" cy="0"/>
          </a:xfrm>
          <a:prstGeom prst="straightConnector1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0FCCC052-341D-FEFB-7A64-36125CF6B220}"/>
              </a:ext>
            </a:extLst>
          </p:cNvPr>
          <p:cNvSpPr/>
          <p:nvPr userDrawn="1"/>
        </p:nvSpPr>
        <p:spPr>
          <a:xfrm>
            <a:off x="11248103" y="2327785"/>
            <a:ext cx="818714" cy="59976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9" name="Flowchart: Predefined Process 8">
            <a:extLst>
              <a:ext uri="{FF2B5EF4-FFF2-40B4-BE49-F238E27FC236}">
                <a16:creationId xmlns:a16="http://schemas.microsoft.com/office/drawing/2014/main" id="{57042A46-CAB6-42B1-AD9C-EA585273EDE6}"/>
              </a:ext>
            </a:extLst>
          </p:cNvPr>
          <p:cNvSpPr/>
          <p:nvPr userDrawn="1"/>
        </p:nvSpPr>
        <p:spPr>
          <a:xfrm>
            <a:off x="11307096" y="1465007"/>
            <a:ext cx="818714" cy="599764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test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40E25AA-B86E-55A7-9210-AABDB2AEDE93}"/>
              </a:ext>
            </a:extLst>
          </p:cNvPr>
          <p:cNvGrpSpPr/>
          <p:nvPr userDrawn="1"/>
        </p:nvGrpSpPr>
        <p:grpSpPr>
          <a:xfrm>
            <a:off x="11307096" y="3107181"/>
            <a:ext cx="619432" cy="643638"/>
            <a:chOff x="5063613" y="1984029"/>
            <a:chExt cx="619432" cy="643638"/>
          </a:xfrm>
        </p:grpSpPr>
        <p:sp>
          <p:nvSpPr>
            <p:cNvPr id="11" name="Flowchart: Decision 10">
              <a:extLst>
                <a:ext uri="{FF2B5EF4-FFF2-40B4-BE49-F238E27FC236}">
                  <a16:creationId xmlns:a16="http://schemas.microsoft.com/office/drawing/2014/main" id="{FF730E09-FF83-C9AA-3902-A4CC0008DF9A}"/>
                </a:ext>
              </a:extLst>
            </p:cNvPr>
            <p:cNvSpPr/>
            <p:nvPr/>
          </p:nvSpPr>
          <p:spPr>
            <a:xfrm>
              <a:off x="5073445" y="2064771"/>
              <a:ext cx="599768" cy="501448"/>
            </a:xfrm>
            <a:prstGeom prst="flowChartDecisi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2" name="Flowchart: Process 11">
              <a:extLst>
                <a:ext uri="{FF2B5EF4-FFF2-40B4-BE49-F238E27FC236}">
                  <a16:creationId xmlns:a16="http://schemas.microsoft.com/office/drawing/2014/main" id="{45A5E134-0ACB-03FA-B286-F8CB5B35D826}"/>
                </a:ext>
              </a:extLst>
            </p:cNvPr>
            <p:cNvSpPr/>
            <p:nvPr/>
          </p:nvSpPr>
          <p:spPr>
            <a:xfrm>
              <a:off x="5447071" y="1984029"/>
              <a:ext cx="235974" cy="246222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Y</a:t>
              </a:r>
            </a:p>
          </p:txBody>
        </p:sp>
        <p:sp>
          <p:nvSpPr>
            <p:cNvPr id="13" name="Flowchart: Process 12">
              <a:extLst>
                <a:ext uri="{FF2B5EF4-FFF2-40B4-BE49-F238E27FC236}">
                  <a16:creationId xmlns:a16="http://schemas.microsoft.com/office/drawing/2014/main" id="{4055C0C7-BB24-6FEA-4154-F4A8A6C9C8B6}"/>
                </a:ext>
              </a:extLst>
            </p:cNvPr>
            <p:cNvSpPr/>
            <p:nvPr/>
          </p:nvSpPr>
          <p:spPr>
            <a:xfrm>
              <a:off x="5063613" y="2381445"/>
              <a:ext cx="235974" cy="246222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N</a:t>
              </a:r>
            </a:p>
          </p:txBody>
        </p:sp>
      </p:grpSp>
      <p:sp>
        <p:nvSpPr>
          <p:cNvPr id="14" name="Flowchart: Terminator 13">
            <a:extLst>
              <a:ext uri="{FF2B5EF4-FFF2-40B4-BE49-F238E27FC236}">
                <a16:creationId xmlns:a16="http://schemas.microsoft.com/office/drawing/2014/main" id="{C4D6068A-EF05-DED2-7FB5-A05D4E9FF5C9}"/>
              </a:ext>
            </a:extLst>
          </p:cNvPr>
          <p:cNvSpPr/>
          <p:nvPr userDrawn="1"/>
        </p:nvSpPr>
        <p:spPr>
          <a:xfrm>
            <a:off x="11608301" y="4053341"/>
            <a:ext cx="285137" cy="179632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5" name="Flowchart: Or 14">
            <a:extLst>
              <a:ext uri="{FF2B5EF4-FFF2-40B4-BE49-F238E27FC236}">
                <a16:creationId xmlns:a16="http://schemas.microsoft.com/office/drawing/2014/main" id="{E3CBF5DC-0A57-DB25-4086-720F2BB2D5C7}"/>
              </a:ext>
            </a:extLst>
          </p:cNvPr>
          <p:cNvSpPr/>
          <p:nvPr userDrawn="1"/>
        </p:nvSpPr>
        <p:spPr>
          <a:xfrm>
            <a:off x="11624364" y="4463627"/>
            <a:ext cx="265471" cy="246222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98C35E-05D4-FC16-284D-1FE0A740A24F}"/>
              </a:ext>
            </a:extLst>
          </p:cNvPr>
          <p:cNvSpPr txBox="1"/>
          <p:nvPr userDrawn="1"/>
        </p:nvSpPr>
        <p:spPr>
          <a:xfrm>
            <a:off x="11425083" y="4940503"/>
            <a:ext cx="501445" cy="246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tx1"/>
                </a:solidFill>
                <a:hlinkClick r:id="" action="ppaction://noaction"/>
              </a:rPr>
              <a:t>Link 1</a:t>
            </a:r>
            <a:endParaRPr 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8989297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04013F-69ED-5FD6-54E1-F66CD07D9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2DE7D-D2CB-4B16-9AC8-54D9C54416BF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05AC58-0E18-109A-C336-B200265BD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B270DC-51B8-B8FA-FCE8-28E5E542E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03B-08E9-4E47-AE19-F54F98104A8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0C22BC47-DA0C-DC9F-1613-DECB093C048C}"/>
              </a:ext>
            </a:extLst>
          </p:cNvPr>
          <p:cNvCxnSpPr>
            <a:cxnSpLocks/>
          </p:cNvCxnSpPr>
          <p:nvPr userDrawn="1"/>
        </p:nvCxnSpPr>
        <p:spPr>
          <a:xfrm>
            <a:off x="11263209" y="833283"/>
            <a:ext cx="643655" cy="368710"/>
          </a:xfrm>
          <a:prstGeom prst="bentConnector3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8CF4AE6-0DAC-7807-2D0C-6BF45FF6D40F}"/>
              </a:ext>
            </a:extLst>
          </p:cNvPr>
          <p:cNvCxnSpPr>
            <a:cxnSpLocks/>
          </p:cNvCxnSpPr>
          <p:nvPr userDrawn="1"/>
        </p:nvCxnSpPr>
        <p:spPr>
          <a:xfrm>
            <a:off x="11248103" y="668595"/>
            <a:ext cx="658761" cy="0"/>
          </a:xfrm>
          <a:prstGeom prst="straightConnector1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9A4769C0-5B8A-5727-0295-805812DCC991}"/>
              </a:ext>
            </a:extLst>
          </p:cNvPr>
          <p:cNvSpPr/>
          <p:nvPr userDrawn="1"/>
        </p:nvSpPr>
        <p:spPr>
          <a:xfrm>
            <a:off x="11248103" y="2327785"/>
            <a:ext cx="818714" cy="59976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8" name="Flowchart: Predefined Process 7">
            <a:extLst>
              <a:ext uri="{FF2B5EF4-FFF2-40B4-BE49-F238E27FC236}">
                <a16:creationId xmlns:a16="http://schemas.microsoft.com/office/drawing/2014/main" id="{BC110A3E-E08E-4F72-C915-04035FC069BC}"/>
              </a:ext>
            </a:extLst>
          </p:cNvPr>
          <p:cNvSpPr/>
          <p:nvPr userDrawn="1"/>
        </p:nvSpPr>
        <p:spPr>
          <a:xfrm>
            <a:off x="11307096" y="1465007"/>
            <a:ext cx="818714" cy="599764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test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BB12E86-0A43-C8F0-B71B-051D97E2F7A8}"/>
              </a:ext>
            </a:extLst>
          </p:cNvPr>
          <p:cNvGrpSpPr/>
          <p:nvPr userDrawn="1"/>
        </p:nvGrpSpPr>
        <p:grpSpPr>
          <a:xfrm>
            <a:off x="11307096" y="3107181"/>
            <a:ext cx="619432" cy="643638"/>
            <a:chOff x="5063613" y="1984029"/>
            <a:chExt cx="619432" cy="643638"/>
          </a:xfrm>
        </p:grpSpPr>
        <p:sp>
          <p:nvSpPr>
            <p:cNvPr id="10" name="Flowchart: Decision 9">
              <a:extLst>
                <a:ext uri="{FF2B5EF4-FFF2-40B4-BE49-F238E27FC236}">
                  <a16:creationId xmlns:a16="http://schemas.microsoft.com/office/drawing/2014/main" id="{9FF152DB-562A-6101-BB35-46DAB8C33640}"/>
                </a:ext>
              </a:extLst>
            </p:cNvPr>
            <p:cNvSpPr/>
            <p:nvPr/>
          </p:nvSpPr>
          <p:spPr>
            <a:xfrm>
              <a:off x="5073445" y="2064771"/>
              <a:ext cx="599768" cy="501448"/>
            </a:xfrm>
            <a:prstGeom prst="flowChartDecisi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1" name="Flowchart: Process 10">
              <a:extLst>
                <a:ext uri="{FF2B5EF4-FFF2-40B4-BE49-F238E27FC236}">
                  <a16:creationId xmlns:a16="http://schemas.microsoft.com/office/drawing/2014/main" id="{341A865C-58A7-5C95-8E1D-A0F2EB5449DA}"/>
                </a:ext>
              </a:extLst>
            </p:cNvPr>
            <p:cNvSpPr/>
            <p:nvPr/>
          </p:nvSpPr>
          <p:spPr>
            <a:xfrm>
              <a:off x="5447071" y="1984029"/>
              <a:ext cx="235974" cy="246222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Y</a:t>
              </a:r>
            </a:p>
          </p:txBody>
        </p:sp>
        <p:sp>
          <p:nvSpPr>
            <p:cNvPr id="12" name="Flowchart: Process 11">
              <a:extLst>
                <a:ext uri="{FF2B5EF4-FFF2-40B4-BE49-F238E27FC236}">
                  <a16:creationId xmlns:a16="http://schemas.microsoft.com/office/drawing/2014/main" id="{51600EB1-F2BD-B7F2-D64E-D5E439186E5C}"/>
                </a:ext>
              </a:extLst>
            </p:cNvPr>
            <p:cNvSpPr/>
            <p:nvPr/>
          </p:nvSpPr>
          <p:spPr>
            <a:xfrm>
              <a:off x="5063613" y="2381445"/>
              <a:ext cx="235974" cy="246222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N</a:t>
              </a:r>
            </a:p>
          </p:txBody>
        </p:sp>
      </p:grpSp>
      <p:sp>
        <p:nvSpPr>
          <p:cNvPr id="13" name="Flowchart: Terminator 12">
            <a:extLst>
              <a:ext uri="{FF2B5EF4-FFF2-40B4-BE49-F238E27FC236}">
                <a16:creationId xmlns:a16="http://schemas.microsoft.com/office/drawing/2014/main" id="{2B1F4DD4-D02F-332E-54B5-0A008A0EC2D1}"/>
              </a:ext>
            </a:extLst>
          </p:cNvPr>
          <p:cNvSpPr/>
          <p:nvPr userDrawn="1"/>
        </p:nvSpPr>
        <p:spPr>
          <a:xfrm>
            <a:off x="11608301" y="4053341"/>
            <a:ext cx="285137" cy="179632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4" name="Flowchart: Or 13">
            <a:extLst>
              <a:ext uri="{FF2B5EF4-FFF2-40B4-BE49-F238E27FC236}">
                <a16:creationId xmlns:a16="http://schemas.microsoft.com/office/drawing/2014/main" id="{802B57CA-B632-436C-6FE6-1E5A42B6203B}"/>
              </a:ext>
            </a:extLst>
          </p:cNvPr>
          <p:cNvSpPr/>
          <p:nvPr userDrawn="1"/>
        </p:nvSpPr>
        <p:spPr>
          <a:xfrm>
            <a:off x="11624364" y="4463627"/>
            <a:ext cx="265471" cy="246222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B1507D-3E08-930D-9474-4DCC4DFA5D4B}"/>
              </a:ext>
            </a:extLst>
          </p:cNvPr>
          <p:cNvSpPr txBox="1"/>
          <p:nvPr userDrawn="1"/>
        </p:nvSpPr>
        <p:spPr>
          <a:xfrm>
            <a:off x="11425083" y="4940503"/>
            <a:ext cx="501445" cy="246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tx1"/>
                </a:solidFill>
                <a:hlinkClick r:id="" action="ppaction://noaction"/>
              </a:rPr>
              <a:t>Link 1</a:t>
            </a:r>
            <a:endParaRPr 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25483308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60790-0DA3-0A21-E4F7-7D8BA40BB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6C797-24CB-8C02-FD9A-7B4A1A5FC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20AEEE-F22F-2A4D-EB9F-3E11FB0EC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246557-3779-414E-9334-8CB4A554A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2DE7D-D2CB-4B16-9AC8-54D9C54416BF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959753-C4E1-3085-3ADB-AB70F0243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949135-50CB-5B42-D981-7603A670C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03B-08E9-4E47-AE19-F54F98104A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6883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F223E-20B0-FBBE-E2A2-77E27B06F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1CC382-E2ED-8228-67B0-E68056FD9A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7E72B3-04DF-AEBD-DF86-6704D969E5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AD0BB4-9E6A-BF1A-FC02-361C15CCB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2DE7D-D2CB-4B16-9AC8-54D9C54416BF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3E8D7E-C9F3-2D80-B414-CF2801775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F75762-828F-7884-A027-1D4499B23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03B-08E9-4E47-AE19-F54F98104A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9296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D2BA1-EFB8-3CB2-A131-6BE468BC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CA4406-A093-5FDF-2923-FC9E8BFD15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A4ADA-A401-227F-4E0E-2E5F2DABE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2DE7D-D2CB-4B16-9AC8-54D9C54416BF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18D7D-122A-2704-C650-EBCAA5CE1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1FD94-7043-047F-C788-B0CA3C9CC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03B-08E9-4E47-AE19-F54F98104A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9853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19D2F1-0AF8-72C7-06AC-61204D2937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2A0608-744C-A09B-61F8-CD867253C6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99943-6690-4FF9-2395-D6F303CEE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2DE7D-D2CB-4B16-9AC8-54D9C54416BF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E97E0-DCF0-6E59-272E-6B2BCC0A8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02065-8D7B-FF3C-4AD2-57643EC58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03B-08E9-4E47-AE19-F54F98104A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128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460F18-5629-0D57-B902-6F25B881B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0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2A2B6F-B892-B035-22BD-F2AE28418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25236"/>
            <a:ext cx="10515600" cy="5151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0170D-6031-F3E8-BD71-046009B5A4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67D8AE-1B8B-4D2F-BD23-DE7C5E143A5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69B18-D71E-2EAF-2F4E-6B62A24E6A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53912-E807-3190-9E86-A51EB92029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9287B-8D1C-4A7C-9DA1-7D5302A44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154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0070D5-6246-80E4-B3A4-99839E625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53570-B867-214D-40CD-49325DBA8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D805C-53B7-73C9-F512-E43FB7F601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92DE7D-D2CB-4B16-9AC8-54D9C54416BF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D53F1-7C45-79A4-867D-A996F16BB9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BD18F-5B41-A223-E775-418217CDF4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8E03B-08E9-4E47-AE19-F54F98104A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830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26E93-6BA7-5179-DA8E-8B3A544CC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48137958-51F7-DB79-570F-E353251D1C13}"/>
              </a:ext>
            </a:extLst>
          </p:cNvPr>
          <p:cNvSpPr txBox="1"/>
          <p:nvPr/>
        </p:nvSpPr>
        <p:spPr>
          <a:xfrm>
            <a:off x="59177" y="5872336"/>
            <a:ext cx="994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Draft completed on 02 15 2025 19 10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F91CDEC-E028-F7B6-CDD2-25B52EE13918}"/>
              </a:ext>
            </a:extLst>
          </p:cNvPr>
          <p:cNvSpPr txBox="1"/>
          <p:nvPr/>
        </p:nvSpPr>
        <p:spPr>
          <a:xfrm>
            <a:off x="59177" y="6233705"/>
            <a:ext cx="1015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Train Slide updated by TS VM SR TD MS</a:t>
            </a:r>
          </a:p>
          <a:p>
            <a:r>
              <a:rPr lang="en-US" sz="800" dirty="0"/>
              <a:t> 25 11 17 1203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EBC9DC4-DB98-8654-7319-171C32DCBA97}"/>
              </a:ext>
            </a:extLst>
          </p:cNvPr>
          <p:cNvSpPr txBox="1"/>
          <p:nvPr/>
        </p:nvSpPr>
        <p:spPr>
          <a:xfrm>
            <a:off x="1865996" y="5979789"/>
            <a:ext cx="1546948" cy="507831"/>
          </a:xfrm>
          <a:prstGeom prst="flowChartPredefinedProcess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b="1" dirty="0"/>
              <a:t>Indicates a separate Sub or  Subsequent process (if Present)</a:t>
            </a:r>
          </a:p>
        </p:txBody>
      </p:sp>
      <p:sp>
        <p:nvSpPr>
          <p:cNvPr id="319" name="Current_process indicator">
            <a:extLst>
              <a:ext uri="{FF2B5EF4-FFF2-40B4-BE49-F238E27FC236}">
                <a16:creationId xmlns:a16="http://schemas.microsoft.com/office/drawing/2014/main" id="{F7685236-7BF6-BB31-9AB3-656F3F23B920}"/>
              </a:ext>
            </a:extLst>
          </p:cNvPr>
          <p:cNvSpPr/>
          <p:nvPr/>
        </p:nvSpPr>
        <p:spPr>
          <a:xfrm>
            <a:off x="3967133" y="261782"/>
            <a:ext cx="4899578" cy="227928"/>
          </a:xfrm>
          <a:prstGeom prst="rect">
            <a:avLst/>
          </a:prstGeom>
          <a:solidFill>
            <a:schemeClr val="accent4">
              <a:lumMod val="20000"/>
              <a:lumOff val="8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050" b="1" dirty="0">
                <a:solidFill>
                  <a:schemeClr val="accent1">
                    <a:lumMod val="50000"/>
                  </a:schemeClr>
                </a:solidFill>
              </a:rPr>
              <a:t>Process Being Presented</a:t>
            </a:r>
          </a:p>
        </p:txBody>
      </p:sp>
      <p:sp>
        <p:nvSpPr>
          <p:cNvPr id="3" name="Flowchart: Terminator 2">
            <a:extLst>
              <a:ext uri="{FF2B5EF4-FFF2-40B4-BE49-F238E27FC236}">
                <a16:creationId xmlns:a16="http://schemas.microsoft.com/office/drawing/2014/main" id="{8DFE5971-4020-443C-0B86-51670F3D3DFB}"/>
              </a:ext>
            </a:extLst>
          </p:cNvPr>
          <p:cNvSpPr/>
          <p:nvPr/>
        </p:nvSpPr>
        <p:spPr>
          <a:xfrm>
            <a:off x="515164" y="1412092"/>
            <a:ext cx="285137" cy="179632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5" name="Flowchart: Or 4">
            <a:extLst>
              <a:ext uri="{FF2B5EF4-FFF2-40B4-BE49-F238E27FC236}">
                <a16:creationId xmlns:a16="http://schemas.microsoft.com/office/drawing/2014/main" id="{6542D9FA-1865-9CA9-9333-8F9742E562E5}"/>
              </a:ext>
            </a:extLst>
          </p:cNvPr>
          <p:cNvSpPr/>
          <p:nvPr/>
        </p:nvSpPr>
        <p:spPr>
          <a:xfrm>
            <a:off x="1100477" y="1416897"/>
            <a:ext cx="190820" cy="179632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96F70C-A3E6-9D0A-B23B-1BD841FE11DF}"/>
              </a:ext>
            </a:extLst>
          </p:cNvPr>
          <p:cNvSpPr txBox="1"/>
          <p:nvPr/>
        </p:nvSpPr>
        <p:spPr>
          <a:xfrm>
            <a:off x="55934" y="1005753"/>
            <a:ext cx="626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Previously Created quote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D1764F3-2399-F680-CCAE-502BE19F8702}"/>
              </a:ext>
            </a:extLst>
          </p:cNvPr>
          <p:cNvCxnSpPr>
            <a:cxnSpLocks/>
            <a:stCxn id="31" idx="2"/>
            <a:endCxn id="5" idx="0"/>
          </p:cNvCxnSpPr>
          <p:nvPr/>
        </p:nvCxnSpPr>
        <p:spPr>
          <a:xfrm flipH="1">
            <a:off x="1195887" y="1096544"/>
            <a:ext cx="7306" cy="320353"/>
          </a:xfrm>
          <a:prstGeom prst="straightConnector1">
            <a:avLst/>
          </a:prstGeom>
          <a:ln w="38100" cmpd="dbl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0C13EB4-869B-2D24-5E1D-D07AD570B59A}"/>
              </a:ext>
            </a:extLst>
          </p:cNvPr>
          <p:cNvSpPr txBox="1"/>
          <p:nvPr/>
        </p:nvSpPr>
        <p:spPr>
          <a:xfrm>
            <a:off x="1431816" y="1182204"/>
            <a:ext cx="708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Easy line Entry?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92C84A7-7094-840B-0FFA-360411D99B03}"/>
              </a:ext>
            </a:extLst>
          </p:cNvPr>
          <p:cNvCxnSpPr>
            <a:cxnSpLocks/>
            <a:stCxn id="3" idx="3"/>
            <a:endCxn id="5" idx="2"/>
          </p:cNvCxnSpPr>
          <p:nvPr/>
        </p:nvCxnSpPr>
        <p:spPr>
          <a:xfrm>
            <a:off x="800301" y="1501908"/>
            <a:ext cx="300176" cy="4805"/>
          </a:xfrm>
          <a:prstGeom prst="straightConnector1">
            <a:avLst/>
          </a:prstGeom>
          <a:ln w="25400" cmpd="dbl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F344569-1FAD-600D-CE4F-3DBBF7A868E3}"/>
              </a:ext>
            </a:extLst>
          </p:cNvPr>
          <p:cNvCxnSpPr>
            <a:cxnSpLocks/>
            <a:stCxn id="5" idx="6"/>
            <a:endCxn id="17" idx="1"/>
          </p:cNvCxnSpPr>
          <p:nvPr/>
        </p:nvCxnSpPr>
        <p:spPr>
          <a:xfrm flipV="1">
            <a:off x="1291297" y="1501605"/>
            <a:ext cx="458774" cy="5108"/>
          </a:xfrm>
          <a:prstGeom prst="straightConnector1">
            <a:avLst/>
          </a:prstGeom>
          <a:ln w="25400" cmpd="dbl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BA84877-D1DB-EE6C-DA19-E2AFC1D6C98F}"/>
              </a:ext>
            </a:extLst>
          </p:cNvPr>
          <p:cNvCxnSpPr>
            <a:cxnSpLocks/>
            <a:stCxn id="17" idx="2"/>
            <a:endCxn id="21" idx="0"/>
          </p:cNvCxnSpPr>
          <p:nvPr/>
        </p:nvCxnSpPr>
        <p:spPr>
          <a:xfrm>
            <a:off x="1971097" y="1674198"/>
            <a:ext cx="6581" cy="156714"/>
          </a:xfrm>
          <a:prstGeom prst="straightConnector1">
            <a:avLst/>
          </a:prstGeom>
          <a:ln w="25400" cmpd="dbl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FB4A6A54-3909-12BE-C0F9-5DA1E4F0C35C}"/>
              </a:ext>
            </a:extLst>
          </p:cNvPr>
          <p:cNvSpPr/>
          <p:nvPr/>
        </p:nvSpPr>
        <p:spPr>
          <a:xfrm>
            <a:off x="9221320" y="3891594"/>
            <a:ext cx="297416" cy="16388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Y6</a:t>
            </a:r>
          </a:p>
        </p:txBody>
      </p:sp>
      <p:sp>
        <p:nvSpPr>
          <p:cNvPr id="14" name="Flowchart: Decision 13">
            <a:extLst>
              <a:ext uri="{FF2B5EF4-FFF2-40B4-BE49-F238E27FC236}">
                <a16:creationId xmlns:a16="http://schemas.microsoft.com/office/drawing/2014/main" id="{78B513EF-07FB-90AC-F600-DE06547A4591}"/>
              </a:ext>
            </a:extLst>
          </p:cNvPr>
          <p:cNvSpPr/>
          <p:nvPr/>
        </p:nvSpPr>
        <p:spPr>
          <a:xfrm>
            <a:off x="8604089" y="3800943"/>
            <a:ext cx="442051" cy="345186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D6</a:t>
            </a:r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61867DCF-DD9C-DE65-AF33-39684BB6C1FB}"/>
              </a:ext>
            </a:extLst>
          </p:cNvPr>
          <p:cNvSpPr/>
          <p:nvPr/>
        </p:nvSpPr>
        <p:spPr>
          <a:xfrm>
            <a:off x="8665476" y="4386884"/>
            <a:ext cx="322245" cy="16388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N6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EDF351D6-A9A9-B8EA-B972-A45FA79D4760}"/>
              </a:ext>
            </a:extLst>
          </p:cNvPr>
          <p:cNvCxnSpPr>
            <a:cxnSpLocks/>
            <a:stCxn id="37" idx="2"/>
            <a:endCxn id="38" idx="1"/>
          </p:cNvCxnSpPr>
          <p:nvPr/>
        </p:nvCxnSpPr>
        <p:spPr>
          <a:xfrm rot="16200000" flipH="1">
            <a:off x="2018415" y="3535288"/>
            <a:ext cx="402543" cy="473952"/>
          </a:xfrm>
          <a:prstGeom prst="bentConnector2">
            <a:avLst/>
          </a:prstGeom>
          <a:ln w="25400" cmpd="dbl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lowchart: Decision 16">
            <a:extLst>
              <a:ext uri="{FF2B5EF4-FFF2-40B4-BE49-F238E27FC236}">
                <a16:creationId xmlns:a16="http://schemas.microsoft.com/office/drawing/2014/main" id="{15A5835A-E35E-2C56-0765-A85C4EC01B97}"/>
              </a:ext>
            </a:extLst>
          </p:cNvPr>
          <p:cNvSpPr/>
          <p:nvPr/>
        </p:nvSpPr>
        <p:spPr>
          <a:xfrm>
            <a:off x="1750071" y="1329012"/>
            <a:ext cx="442051" cy="345186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D1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FE8CA33D-EE4F-4C0C-63D5-A4A49F47578F}"/>
              </a:ext>
            </a:extLst>
          </p:cNvPr>
          <p:cNvCxnSpPr>
            <a:cxnSpLocks/>
            <a:stCxn id="453" idx="6"/>
            <a:endCxn id="472" idx="0"/>
          </p:cNvCxnSpPr>
          <p:nvPr/>
        </p:nvCxnSpPr>
        <p:spPr>
          <a:xfrm>
            <a:off x="10662527" y="1972577"/>
            <a:ext cx="770613" cy="763601"/>
          </a:xfrm>
          <a:prstGeom prst="bentConnector2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owchart: Process 19">
            <a:extLst>
              <a:ext uri="{FF2B5EF4-FFF2-40B4-BE49-F238E27FC236}">
                <a16:creationId xmlns:a16="http://schemas.microsoft.com/office/drawing/2014/main" id="{23ECCC5B-E0D2-FA77-E834-FA8D108973E0}"/>
              </a:ext>
            </a:extLst>
          </p:cNvPr>
          <p:cNvSpPr/>
          <p:nvPr/>
        </p:nvSpPr>
        <p:spPr>
          <a:xfrm>
            <a:off x="2523405" y="986498"/>
            <a:ext cx="297416" cy="16388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Y1</a:t>
            </a:r>
          </a:p>
        </p:txBody>
      </p:sp>
      <p:sp>
        <p:nvSpPr>
          <p:cNvPr id="21" name="Flowchart: Process 20">
            <a:extLst>
              <a:ext uri="{FF2B5EF4-FFF2-40B4-BE49-F238E27FC236}">
                <a16:creationId xmlns:a16="http://schemas.microsoft.com/office/drawing/2014/main" id="{9DD6C7F4-99D9-40AF-E9F8-C13BD37461C8}"/>
              </a:ext>
            </a:extLst>
          </p:cNvPr>
          <p:cNvSpPr/>
          <p:nvPr/>
        </p:nvSpPr>
        <p:spPr>
          <a:xfrm>
            <a:off x="1816555" y="1830912"/>
            <a:ext cx="322245" cy="16388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N1</a:t>
            </a:r>
          </a:p>
        </p:txBody>
      </p:sp>
      <p:sp>
        <p:nvSpPr>
          <p:cNvPr id="22" name="Flowchart: Process 21">
            <a:extLst>
              <a:ext uri="{FF2B5EF4-FFF2-40B4-BE49-F238E27FC236}">
                <a16:creationId xmlns:a16="http://schemas.microsoft.com/office/drawing/2014/main" id="{86DAB39F-E68F-E6A7-90C3-9F6C64B13DAA}"/>
              </a:ext>
            </a:extLst>
          </p:cNvPr>
          <p:cNvSpPr/>
          <p:nvPr/>
        </p:nvSpPr>
        <p:spPr>
          <a:xfrm>
            <a:off x="5636866" y="3891594"/>
            <a:ext cx="297416" cy="16388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Y5</a:t>
            </a:r>
          </a:p>
        </p:txBody>
      </p:sp>
      <p:sp>
        <p:nvSpPr>
          <p:cNvPr id="26" name="Flowchart: Decision 25">
            <a:extLst>
              <a:ext uri="{FF2B5EF4-FFF2-40B4-BE49-F238E27FC236}">
                <a16:creationId xmlns:a16="http://schemas.microsoft.com/office/drawing/2014/main" id="{9F2D581F-221A-E1F9-62DA-4BD5F9E7BB7E}"/>
              </a:ext>
            </a:extLst>
          </p:cNvPr>
          <p:cNvSpPr/>
          <p:nvPr/>
        </p:nvSpPr>
        <p:spPr>
          <a:xfrm>
            <a:off x="4962486" y="3800943"/>
            <a:ext cx="442051" cy="345186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D5</a:t>
            </a:r>
          </a:p>
        </p:txBody>
      </p:sp>
      <p:sp>
        <p:nvSpPr>
          <p:cNvPr id="27" name="Flowchart: Process 26">
            <a:extLst>
              <a:ext uri="{FF2B5EF4-FFF2-40B4-BE49-F238E27FC236}">
                <a16:creationId xmlns:a16="http://schemas.microsoft.com/office/drawing/2014/main" id="{C052ABAF-48F7-02D6-72CD-136E637A8AB6}"/>
              </a:ext>
            </a:extLst>
          </p:cNvPr>
          <p:cNvSpPr/>
          <p:nvPr/>
        </p:nvSpPr>
        <p:spPr>
          <a:xfrm>
            <a:off x="5026380" y="4416837"/>
            <a:ext cx="322245" cy="16388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N5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A81CCD0-3626-E0FC-A443-30FE42DF0764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>
            <a:off x="5183512" y="4146129"/>
            <a:ext cx="3991" cy="270708"/>
          </a:xfrm>
          <a:prstGeom prst="straightConnector1">
            <a:avLst/>
          </a:prstGeom>
          <a:ln w="25400" cmpd="dbl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22BE83C-019E-A094-F557-6EC4F6EC41D0}"/>
              </a:ext>
            </a:extLst>
          </p:cNvPr>
          <p:cNvSpPr txBox="1"/>
          <p:nvPr/>
        </p:nvSpPr>
        <p:spPr>
          <a:xfrm>
            <a:off x="700273" y="727212"/>
            <a:ext cx="1005840" cy="369332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dirty="0"/>
              <a:t>S1. Initiate Sales order</a:t>
            </a:r>
          </a:p>
        </p:txBody>
      </p:sp>
      <p:sp>
        <p:nvSpPr>
          <p:cNvPr id="32" name="Flowchart: Decision 31">
            <a:extLst>
              <a:ext uri="{FF2B5EF4-FFF2-40B4-BE49-F238E27FC236}">
                <a16:creationId xmlns:a16="http://schemas.microsoft.com/office/drawing/2014/main" id="{6AAD2B4C-A55C-E7F6-F3E0-F0B938963380}"/>
              </a:ext>
            </a:extLst>
          </p:cNvPr>
          <p:cNvSpPr/>
          <p:nvPr/>
        </p:nvSpPr>
        <p:spPr>
          <a:xfrm>
            <a:off x="1760702" y="2218688"/>
            <a:ext cx="442051" cy="345186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D2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3138287-6995-F8CB-F9D8-608C09497E7E}"/>
              </a:ext>
            </a:extLst>
          </p:cNvPr>
          <p:cNvCxnSpPr>
            <a:cxnSpLocks/>
            <a:stCxn id="21" idx="2"/>
            <a:endCxn id="32" idx="0"/>
          </p:cNvCxnSpPr>
          <p:nvPr/>
        </p:nvCxnSpPr>
        <p:spPr>
          <a:xfrm>
            <a:off x="1977678" y="1994796"/>
            <a:ext cx="4050" cy="223892"/>
          </a:xfrm>
          <a:prstGeom prst="straightConnector1">
            <a:avLst/>
          </a:prstGeom>
          <a:ln w="25400" cmpd="dbl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lowchart: Process 33">
            <a:extLst>
              <a:ext uri="{FF2B5EF4-FFF2-40B4-BE49-F238E27FC236}">
                <a16:creationId xmlns:a16="http://schemas.microsoft.com/office/drawing/2014/main" id="{BEE8088F-DDB8-3D40-26A7-95C20A6B376B}"/>
              </a:ext>
            </a:extLst>
          </p:cNvPr>
          <p:cNvSpPr/>
          <p:nvPr/>
        </p:nvSpPr>
        <p:spPr>
          <a:xfrm>
            <a:off x="2486354" y="1890634"/>
            <a:ext cx="297416" cy="16388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Y2</a:t>
            </a:r>
          </a:p>
        </p:txBody>
      </p:sp>
      <p:sp>
        <p:nvSpPr>
          <p:cNvPr id="36" name="Flowchart: Process 35">
            <a:extLst>
              <a:ext uri="{FF2B5EF4-FFF2-40B4-BE49-F238E27FC236}">
                <a16:creationId xmlns:a16="http://schemas.microsoft.com/office/drawing/2014/main" id="{3196284B-A145-CCC1-77E8-939B938325AF}"/>
              </a:ext>
            </a:extLst>
          </p:cNvPr>
          <p:cNvSpPr/>
          <p:nvPr/>
        </p:nvSpPr>
        <p:spPr>
          <a:xfrm>
            <a:off x="1821675" y="2823508"/>
            <a:ext cx="322245" cy="16388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N2</a:t>
            </a:r>
          </a:p>
        </p:txBody>
      </p:sp>
      <p:sp>
        <p:nvSpPr>
          <p:cNvPr id="37" name="Flowchart: Decision 36">
            <a:extLst>
              <a:ext uri="{FF2B5EF4-FFF2-40B4-BE49-F238E27FC236}">
                <a16:creationId xmlns:a16="http://schemas.microsoft.com/office/drawing/2014/main" id="{81C3792C-8ECD-D3EB-84A7-C6F9A068708A}"/>
              </a:ext>
            </a:extLst>
          </p:cNvPr>
          <p:cNvSpPr/>
          <p:nvPr/>
        </p:nvSpPr>
        <p:spPr>
          <a:xfrm>
            <a:off x="1761684" y="3225807"/>
            <a:ext cx="442051" cy="345186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D3</a:t>
            </a:r>
          </a:p>
        </p:txBody>
      </p:sp>
      <p:sp>
        <p:nvSpPr>
          <p:cNvPr id="38" name="Flowchart: Process 37">
            <a:extLst>
              <a:ext uri="{FF2B5EF4-FFF2-40B4-BE49-F238E27FC236}">
                <a16:creationId xmlns:a16="http://schemas.microsoft.com/office/drawing/2014/main" id="{850EE4E7-8D93-2347-9CFC-73BF41676B3A}"/>
              </a:ext>
            </a:extLst>
          </p:cNvPr>
          <p:cNvSpPr/>
          <p:nvPr/>
        </p:nvSpPr>
        <p:spPr>
          <a:xfrm>
            <a:off x="2456662" y="3891594"/>
            <a:ext cx="322245" cy="16388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N3</a:t>
            </a:r>
          </a:p>
        </p:txBody>
      </p:sp>
      <p:sp>
        <p:nvSpPr>
          <p:cNvPr id="40" name="Flowchart: Process 39">
            <a:extLst>
              <a:ext uri="{FF2B5EF4-FFF2-40B4-BE49-F238E27FC236}">
                <a16:creationId xmlns:a16="http://schemas.microsoft.com/office/drawing/2014/main" id="{8B436E9F-BAE5-A27A-A426-7A31ADF6F07A}"/>
              </a:ext>
            </a:extLst>
          </p:cNvPr>
          <p:cNvSpPr/>
          <p:nvPr/>
        </p:nvSpPr>
        <p:spPr>
          <a:xfrm>
            <a:off x="2486354" y="2725916"/>
            <a:ext cx="297416" cy="16388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Y3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17ADB02-A8D9-4C05-74CC-C341254990D0}"/>
              </a:ext>
            </a:extLst>
          </p:cNvPr>
          <p:cNvCxnSpPr>
            <a:cxnSpLocks/>
            <a:stCxn id="20" idx="3"/>
            <a:endCxn id="42" idx="1"/>
          </p:cNvCxnSpPr>
          <p:nvPr/>
        </p:nvCxnSpPr>
        <p:spPr>
          <a:xfrm>
            <a:off x="2820821" y="1068440"/>
            <a:ext cx="571746" cy="0"/>
          </a:xfrm>
          <a:prstGeom prst="straightConnector1">
            <a:avLst/>
          </a:prstGeom>
          <a:ln w="25400" cmpd="dbl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722E27AC-263C-49FB-31B5-471577DAE495}"/>
              </a:ext>
            </a:extLst>
          </p:cNvPr>
          <p:cNvSpPr txBox="1"/>
          <p:nvPr/>
        </p:nvSpPr>
        <p:spPr>
          <a:xfrm>
            <a:off x="3392567" y="883774"/>
            <a:ext cx="69791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 dirty="0">
                <a:ea typeface="Calibri"/>
                <a:cs typeface="Calibri"/>
              </a:rPr>
              <a:t>S1. Easy Line entry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6E577B5-F494-ECEA-AEC4-8A7A2C986E52}"/>
              </a:ext>
            </a:extLst>
          </p:cNvPr>
          <p:cNvCxnSpPr>
            <a:cxnSpLocks/>
            <a:stCxn id="42" idx="3"/>
            <a:endCxn id="45" idx="1"/>
          </p:cNvCxnSpPr>
          <p:nvPr/>
        </p:nvCxnSpPr>
        <p:spPr>
          <a:xfrm>
            <a:off x="4090480" y="1068440"/>
            <a:ext cx="666996" cy="0"/>
          </a:xfrm>
          <a:prstGeom prst="straightConnector1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105486D8-A625-8788-565D-E7B6E2AFD6F8}"/>
              </a:ext>
            </a:extLst>
          </p:cNvPr>
          <p:cNvSpPr txBox="1"/>
          <p:nvPr/>
        </p:nvSpPr>
        <p:spPr>
          <a:xfrm>
            <a:off x="4757476" y="883774"/>
            <a:ext cx="77451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 dirty="0">
                <a:ea typeface="Calibri"/>
                <a:cs typeface="Calibri"/>
              </a:rPr>
              <a:t>S2. Search for Product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9413645-D828-4392-4E53-B83C6D6D522C}"/>
              </a:ext>
            </a:extLst>
          </p:cNvPr>
          <p:cNvCxnSpPr>
            <a:cxnSpLocks/>
            <a:stCxn id="45" idx="3"/>
            <a:endCxn id="49" idx="1"/>
          </p:cNvCxnSpPr>
          <p:nvPr/>
        </p:nvCxnSpPr>
        <p:spPr>
          <a:xfrm>
            <a:off x="5531991" y="1068440"/>
            <a:ext cx="790821" cy="0"/>
          </a:xfrm>
          <a:prstGeom prst="straightConnector1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94ED87B0-BFC6-384B-AA7E-99D9CABC2FCB}"/>
              </a:ext>
            </a:extLst>
          </p:cNvPr>
          <p:cNvSpPr txBox="1"/>
          <p:nvPr/>
        </p:nvSpPr>
        <p:spPr>
          <a:xfrm>
            <a:off x="6322812" y="883774"/>
            <a:ext cx="6776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 dirty="0">
                <a:ea typeface="Calibri"/>
                <a:cs typeface="Calibri"/>
              </a:rPr>
              <a:t>S3. Enter Quantity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1C2CE7B-724E-FF4A-B141-220591C5C54D}"/>
              </a:ext>
            </a:extLst>
          </p:cNvPr>
          <p:cNvCxnSpPr>
            <a:cxnSpLocks/>
            <a:stCxn id="49" idx="3"/>
            <a:endCxn id="52" idx="1"/>
          </p:cNvCxnSpPr>
          <p:nvPr/>
        </p:nvCxnSpPr>
        <p:spPr>
          <a:xfrm>
            <a:off x="7000484" y="1068440"/>
            <a:ext cx="590796" cy="0"/>
          </a:xfrm>
          <a:prstGeom prst="straightConnector1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3A7E3F91-44DA-02B6-096C-CF34625620CA}"/>
              </a:ext>
            </a:extLst>
          </p:cNvPr>
          <p:cNvSpPr txBox="1"/>
          <p:nvPr/>
        </p:nvSpPr>
        <p:spPr>
          <a:xfrm>
            <a:off x="7591280" y="883774"/>
            <a:ext cx="101223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 dirty="0">
                <a:ea typeface="Calibri"/>
                <a:cs typeface="Calibri"/>
              </a:rPr>
              <a:t>S4.Add Products to sales Order</a:t>
            </a:r>
          </a:p>
        </p:txBody>
      </p: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77159D5F-A93F-22B5-5EBB-1D2E66E11E64}"/>
              </a:ext>
            </a:extLst>
          </p:cNvPr>
          <p:cNvCxnSpPr>
            <a:cxnSpLocks/>
            <a:stCxn id="17" idx="3"/>
            <a:endCxn id="20" idx="2"/>
          </p:cNvCxnSpPr>
          <p:nvPr/>
        </p:nvCxnSpPr>
        <p:spPr>
          <a:xfrm flipV="1">
            <a:off x="2192122" y="1150382"/>
            <a:ext cx="479991" cy="351223"/>
          </a:xfrm>
          <a:prstGeom prst="bentConnector2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EAF6729A-D18F-420B-DD0E-77308409DE01}"/>
              </a:ext>
            </a:extLst>
          </p:cNvPr>
          <p:cNvSpPr txBox="1"/>
          <p:nvPr/>
        </p:nvSpPr>
        <p:spPr>
          <a:xfrm>
            <a:off x="3350332" y="1787910"/>
            <a:ext cx="78672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 dirty="0">
                <a:ea typeface="Calibri"/>
                <a:cs typeface="Calibri"/>
              </a:rPr>
              <a:t>S5. Shopping List Entry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58EFB6A-B868-22A8-0AD5-A42571014031}"/>
              </a:ext>
            </a:extLst>
          </p:cNvPr>
          <p:cNvCxnSpPr>
            <a:cxnSpLocks/>
            <a:stCxn id="58" idx="3"/>
            <a:endCxn id="62" idx="1"/>
          </p:cNvCxnSpPr>
          <p:nvPr/>
        </p:nvCxnSpPr>
        <p:spPr>
          <a:xfrm>
            <a:off x="4137061" y="1972576"/>
            <a:ext cx="566562" cy="0"/>
          </a:xfrm>
          <a:prstGeom prst="straightConnector1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4BD13822-5134-8567-C40A-A3F47C65C611}"/>
              </a:ext>
            </a:extLst>
          </p:cNvPr>
          <p:cNvSpPr txBox="1"/>
          <p:nvPr/>
        </p:nvSpPr>
        <p:spPr>
          <a:xfrm>
            <a:off x="4703623" y="1787910"/>
            <a:ext cx="107220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 dirty="0">
                <a:ea typeface="Calibri"/>
                <a:cs typeface="Calibri"/>
              </a:rPr>
              <a:t>S6. Select Shopping List Type</a:t>
            </a:r>
          </a:p>
        </p:txBody>
      </p: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F1C1F8AB-3C99-D9AA-B9F3-96794E7F02CB}"/>
              </a:ext>
            </a:extLst>
          </p:cNvPr>
          <p:cNvCxnSpPr>
            <a:cxnSpLocks/>
            <a:stCxn id="62" idx="3"/>
            <a:endCxn id="449" idx="1"/>
          </p:cNvCxnSpPr>
          <p:nvPr/>
        </p:nvCxnSpPr>
        <p:spPr>
          <a:xfrm>
            <a:off x="5775829" y="1972576"/>
            <a:ext cx="566562" cy="0"/>
          </a:xfrm>
          <a:prstGeom prst="straightConnector1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9" name="TextBox 448">
            <a:extLst>
              <a:ext uri="{FF2B5EF4-FFF2-40B4-BE49-F238E27FC236}">
                <a16:creationId xmlns:a16="http://schemas.microsoft.com/office/drawing/2014/main" id="{80236AE8-1466-24B5-CCAE-A561A62B5C35}"/>
              </a:ext>
            </a:extLst>
          </p:cNvPr>
          <p:cNvSpPr txBox="1"/>
          <p:nvPr/>
        </p:nvSpPr>
        <p:spPr>
          <a:xfrm>
            <a:off x="6342391" y="1787910"/>
            <a:ext cx="78672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 dirty="0">
                <a:ea typeface="Calibri"/>
                <a:cs typeface="Calibri"/>
              </a:rPr>
              <a:t>S7. Enter List Criteria</a:t>
            </a:r>
          </a:p>
        </p:txBody>
      </p:sp>
      <p:cxnSp>
        <p:nvCxnSpPr>
          <p:cNvPr id="450" name="Straight Arrow Connector 449">
            <a:extLst>
              <a:ext uri="{FF2B5EF4-FFF2-40B4-BE49-F238E27FC236}">
                <a16:creationId xmlns:a16="http://schemas.microsoft.com/office/drawing/2014/main" id="{D2F63929-F48A-C66E-7210-9F3DEDF65A95}"/>
              </a:ext>
            </a:extLst>
          </p:cNvPr>
          <p:cNvCxnSpPr>
            <a:cxnSpLocks/>
            <a:stCxn id="449" idx="3"/>
            <a:endCxn id="451" idx="1"/>
          </p:cNvCxnSpPr>
          <p:nvPr/>
        </p:nvCxnSpPr>
        <p:spPr>
          <a:xfrm>
            <a:off x="7129120" y="1972576"/>
            <a:ext cx="566562" cy="0"/>
          </a:xfrm>
          <a:prstGeom prst="straightConnector1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1" name="TextBox 450">
            <a:extLst>
              <a:ext uri="{FF2B5EF4-FFF2-40B4-BE49-F238E27FC236}">
                <a16:creationId xmlns:a16="http://schemas.microsoft.com/office/drawing/2014/main" id="{90B0B426-012C-DA33-2BCD-3486D4D4CF55}"/>
              </a:ext>
            </a:extLst>
          </p:cNvPr>
          <p:cNvSpPr txBox="1"/>
          <p:nvPr/>
        </p:nvSpPr>
        <p:spPr>
          <a:xfrm>
            <a:off x="7695682" y="1787910"/>
            <a:ext cx="69791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 dirty="0">
                <a:ea typeface="Calibri"/>
                <a:cs typeface="Calibri"/>
              </a:rPr>
              <a:t>S8. Enter Quantity</a:t>
            </a: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1EB9042F-0C1F-9FCF-946B-1199468F9075}"/>
              </a:ext>
            </a:extLst>
          </p:cNvPr>
          <p:cNvSpPr txBox="1"/>
          <p:nvPr/>
        </p:nvSpPr>
        <p:spPr>
          <a:xfrm>
            <a:off x="8960157" y="1787910"/>
            <a:ext cx="98204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 dirty="0">
                <a:ea typeface="Calibri"/>
                <a:cs typeface="Calibri"/>
              </a:rPr>
              <a:t>S9. Add Products to sales Order</a:t>
            </a:r>
          </a:p>
        </p:txBody>
      </p:sp>
      <p:sp>
        <p:nvSpPr>
          <p:cNvPr id="453" name="Flowchart: Or 452">
            <a:extLst>
              <a:ext uri="{FF2B5EF4-FFF2-40B4-BE49-F238E27FC236}">
                <a16:creationId xmlns:a16="http://schemas.microsoft.com/office/drawing/2014/main" id="{F7366BAD-7605-26F0-6779-F4D4C0893ED9}"/>
              </a:ext>
            </a:extLst>
          </p:cNvPr>
          <p:cNvSpPr/>
          <p:nvPr/>
        </p:nvSpPr>
        <p:spPr>
          <a:xfrm>
            <a:off x="10508762" y="1900896"/>
            <a:ext cx="153765" cy="143361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chemeClr val="tx1"/>
              </a:solidFill>
            </a:endParaRPr>
          </a:p>
        </p:txBody>
      </p:sp>
      <p:cxnSp>
        <p:nvCxnSpPr>
          <p:cNvPr id="454" name="Straight Arrow Connector 453">
            <a:extLst>
              <a:ext uri="{FF2B5EF4-FFF2-40B4-BE49-F238E27FC236}">
                <a16:creationId xmlns:a16="http://schemas.microsoft.com/office/drawing/2014/main" id="{D84D08AA-EC81-306D-3757-D51644403AF4}"/>
              </a:ext>
            </a:extLst>
          </p:cNvPr>
          <p:cNvCxnSpPr>
            <a:cxnSpLocks/>
            <a:stCxn id="452" idx="3"/>
            <a:endCxn id="453" idx="2"/>
          </p:cNvCxnSpPr>
          <p:nvPr/>
        </p:nvCxnSpPr>
        <p:spPr>
          <a:xfrm>
            <a:off x="9942200" y="1972576"/>
            <a:ext cx="566562" cy="1"/>
          </a:xfrm>
          <a:prstGeom prst="straightConnector1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6" name="Straight Arrow Connector 455">
            <a:extLst>
              <a:ext uri="{FF2B5EF4-FFF2-40B4-BE49-F238E27FC236}">
                <a16:creationId xmlns:a16="http://schemas.microsoft.com/office/drawing/2014/main" id="{7B60078B-7D3D-03CC-4136-C94C3A3DED92}"/>
              </a:ext>
            </a:extLst>
          </p:cNvPr>
          <p:cNvCxnSpPr>
            <a:cxnSpLocks/>
            <a:stCxn id="451" idx="3"/>
            <a:endCxn id="452" idx="1"/>
          </p:cNvCxnSpPr>
          <p:nvPr/>
        </p:nvCxnSpPr>
        <p:spPr>
          <a:xfrm>
            <a:off x="8393595" y="1972576"/>
            <a:ext cx="566562" cy="0"/>
          </a:xfrm>
          <a:prstGeom prst="straightConnector1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: Elbow 456">
            <a:extLst>
              <a:ext uri="{FF2B5EF4-FFF2-40B4-BE49-F238E27FC236}">
                <a16:creationId xmlns:a16="http://schemas.microsoft.com/office/drawing/2014/main" id="{8B9AEDD1-FEA5-83D6-3B6A-D86C26B0B6CD}"/>
              </a:ext>
            </a:extLst>
          </p:cNvPr>
          <p:cNvCxnSpPr>
            <a:cxnSpLocks/>
            <a:stCxn id="32" idx="3"/>
            <a:endCxn id="34" idx="2"/>
          </p:cNvCxnSpPr>
          <p:nvPr/>
        </p:nvCxnSpPr>
        <p:spPr>
          <a:xfrm flipV="1">
            <a:off x="2202753" y="2054518"/>
            <a:ext cx="432309" cy="336763"/>
          </a:xfrm>
          <a:prstGeom prst="bentConnector2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Straight Arrow Connector 457">
            <a:extLst>
              <a:ext uri="{FF2B5EF4-FFF2-40B4-BE49-F238E27FC236}">
                <a16:creationId xmlns:a16="http://schemas.microsoft.com/office/drawing/2014/main" id="{0E4A7E90-1090-CD19-4BEF-11EFF0EB2508}"/>
              </a:ext>
            </a:extLst>
          </p:cNvPr>
          <p:cNvCxnSpPr>
            <a:cxnSpLocks/>
            <a:stCxn id="34" idx="3"/>
            <a:endCxn id="58" idx="1"/>
          </p:cNvCxnSpPr>
          <p:nvPr/>
        </p:nvCxnSpPr>
        <p:spPr>
          <a:xfrm>
            <a:off x="2783770" y="1972576"/>
            <a:ext cx="566562" cy="0"/>
          </a:xfrm>
          <a:prstGeom prst="straightConnector1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9" name="TextBox 458">
            <a:extLst>
              <a:ext uri="{FF2B5EF4-FFF2-40B4-BE49-F238E27FC236}">
                <a16:creationId xmlns:a16="http://schemas.microsoft.com/office/drawing/2014/main" id="{587974EE-3B0C-33E1-9570-773E74042523}"/>
              </a:ext>
            </a:extLst>
          </p:cNvPr>
          <p:cNvSpPr txBox="1"/>
          <p:nvPr/>
        </p:nvSpPr>
        <p:spPr>
          <a:xfrm>
            <a:off x="3351100" y="2623192"/>
            <a:ext cx="69791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 dirty="0">
                <a:ea typeface="Calibri"/>
                <a:cs typeface="Calibri"/>
              </a:rPr>
              <a:t>S10.Quick line Entry</a:t>
            </a:r>
          </a:p>
        </p:txBody>
      </p:sp>
      <p:sp>
        <p:nvSpPr>
          <p:cNvPr id="460" name="Flowchart: Or 459">
            <a:extLst>
              <a:ext uri="{FF2B5EF4-FFF2-40B4-BE49-F238E27FC236}">
                <a16:creationId xmlns:a16="http://schemas.microsoft.com/office/drawing/2014/main" id="{F007ED9E-B8DD-9BD3-5BEC-BF5CA681D610}"/>
              </a:ext>
            </a:extLst>
          </p:cNvPr>
          <p:cNvSpPr/>
          <p:nvPr/>
        </p:nvSpPr>
        <p:spPr>
          <a:xfrm>
            <a:off x="4397268" y="2736178"/>
            <a:ext cx="153765" cy="143361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chemeClr val="tx1"/>
              </a:solidFill>
            </a:endParaRPr>
          </a:p>
        </p:txBody>
      </p:sp>
      <p:cxnSp>
        <p:nvCxnSpPr>
          <p:cNvPr id="461" name="Straight Arrow Connector 460">
            <a:extLst>
              <a:ext uri="{FF2B5EF4-FFF2-40B4-BE49-F238E27FC236}">
                <a16:creationId xmlns:a16="http://schemas.microsoft.com/office/drawing/2014/main" id="{3916F8A7-E524-9503-318D-C58C3517DD50}"/>
              </a:ext>
            </a:extLst>
          </p:cNvPr>
          <p:cNvCxnSpPr>
            <a:cxnSpLocks/>
            <a:stCxn id="459" idx="3"/>
            <a:endCxn id="460" idx="2"/>
          </p:cNvCxnSpPr>
          <p:nvPr/>
        </p:nvCxnSpPr>
        <p:spPr>
          <a:xfrm>
            <a:off x="4049013" y="2807858"/>
            <a:ext cx="348255" cy="1"/>
          </a:xfrm>
          <a:prstGeom prst="straightConnector1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Straight Arrow Connector 461">
            <a:extLst>
              <a:ext uri="{FF2B5EF4-FFF2-40B4-BE49-F238E27FC236}">
                <a16:creationId xmlns:a16="http://schemas.microsoft.com/office/drawing/2014/main" id="{F87ABB2A-CCAC-5FB1-E062-489F2B1480FC}"/>
              </a:ext>
            </a:extLst>
          </p:cNvPr>
          <p:cNvCxnSpPr>
            <a:cxnSpLocks/>
            <a:stCxn id="460" idx="6"/>
            <a:endCxn id="463" idx="1"/>
          </p:cNvCxnSpPr>
          <p:nvPr/>
        </p:nvCxnSpPr>
        <p:spPr>
          <a:xfrm flipV="1">
            <a:off x="4551033" y="2807858"/>
            <a:ext cx="281580" cy="1"/>
          </a:xfrm>
          <a:prstGeom prst="straightConnector1">
            <a:avLst/>
          </a:prstGeom>
          <a:ln w="25400" cmpd="dbl">
            <a:solidFill>
              <a:srgbClr val="A82F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3" name="TextBox 462">
            <a:extLst>
              <a:ext uri="{FF2B5EF4-FFF2-40B4-BE49-F238E27FC236}">
                <a16:creationId xmlns:a16="http://schemas.microsoft.com/office/drawing/2014/main" id="{DEE8451A-6D67-5115-CD06-0CF45FC7FF47}"/>
              </a:ext>
            </a:extLst>
          </p:cNvPr>
          <p:cNvSpPr txBox="1"/>
          <p:nvPr/>
        </p:nvSpPr>
        <p:spPr>
          <a:xfrm>
            <a:off x="4832613" y="2623192"/>
            <a:ext cx="98184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 dirty="0">
                <a:ea typeface="Calibri"/>
                <a:cs typeface="Calibri"/>
              </a:rPr>
              <a:t>S11. Enter Product Number</a:t>
            </a:r>
          </a:p>
        </p:txBody>
      </p:sp>
      <p:cxnSp>
        <p:nvCxnSpPr>
          <p:cNvPr id="464" name="Straight Arrow Connector 463">
            <a:extLst>
              <a:ext uri="{FF2B5EF4-FFF2-40B4-BE49-F238E27FC236}">
                <a16:creationId xmlns:a16="http://schemas.microsoft.com/office/drawing/2014/main" id="{00DDB9FF-FC53-067B-A52E-BDB31F873F2D}"/>
              </a:ext>
            </a:extLst>
          </p:cNvPr>
          <p:cNvCxnSpPr>
            <a:cxnSpLocks/>
            <a:stCxn id="463" idx="3"/>
            <a:endCxn id="465" idx="1"/>
          </p:cNvCxnSpPr>
          <p:nvPr/>
        </p:nvCxnSpPr>
        <p:spPr>
          <a:xfrm>
            <a:off x="5814453" y="2807858"/>
            <a:ext cx="425139" cy="0"/>
          </a:xfrm>
          <a:prstGeom prst="straightConnector1">
            <a:avLst/>
          </a:prstGeom>
          <a:ln w="25400" cmpd="dbl">
            <a:solidFill>
              <a:srgbClr val="A82F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3948D45E-B9C5-1F63-BF14-289D75830DA2}"/>
              </a:ext>
            </a:extLst>
          </p:cNvPr>
          <p:cNvSpPr txBox="1"/>
          <p:nvPr/>
        </p:nvSpPr>
        <p:spPr>
          <a:xfrm>
            <a:off x="6239592" y="2623192"/>
            <a:ext cx="69791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 dirty="0">
                <a:ea typeface="Calibri"/>
                <a:cs typeface="Calibri"/>
              </a:rPr>
              <a:t>S12. Enter Quantity</a:t>
            </a:r>
          </a:p>
        </p:txBody>
      </p:sp>
      <p:sp>
        <p:nvSpPr>
          <p:cNvPr id="466" name="TextBox 465">
            <a:extLst>
              <a:ext uri="{FF2B5EF4-FFF2-40B4-BE49-F238E27FC236}">
                <a16:creationId xmlns:a16="http://schemas.microsoft.com/office/drawing/2014/main" id="{E2501526-87D9-405E-81DB-9187746FC733}"/>
              </a:ext>
            </a:extLst>
          </p:cNvPr>
          <p:cNvSpPr txBox="1"/>
          <p:nvPr/>
        </p:nvSpPr>
        <p:spPr>
          <a:xfrm>
            <a:off x="7333385" y="2623192"/>
            <a:ext cx="94267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 dirty="0">
                <a:ea typeface="Calibri"/>
                <a:cs typeface="Calibri"/>
              </a:rPr>
              <a:t>S13. Enter Price (optional)</a:t>
            </a:r>
          </a:p>
        </p:txBody>
      </p:sp>
      <p:cxnSp>
        <p:nvCxnSpPr>
          <p:cNvPr id="467" name="Straight Arrow Connector 466">
            <a:extLst>
              <a:ext uri="{FF2B5EF4-FFF2-40B4-BE49-F238E27FC236}">
                <a16:creationId xmlns:a16="http://schemas.microsoft.com/office/drawing/2014/main" id="{F3F2611D-9B98-073F-6BA3-34BF303F25A3}"/>
              </a:ext>
            </a:extLst>
          </p:cNvPr>
          <p:cNvCxnSpPr>
            <a:cxnSpLocks/>
            <a:stCxn id="465" idx="3"/>
            <a:endCxn id="466" idx="1"/>
          </p:cNvCxnSpPr>
          <p:nvPr/>
        </p:nvCxnSpPr>
        <p:spPr>
          <a:xfrm>
            <a:off x="6937505" y="2807858"/>
            <a:ext cx="395880" cy="0"/>
          </a:xfrm>
          <a:prstGeom prst="straightConnector1">
            <a:avLst/>
          </a:prstGeom>
          <a:ln w="25400" cmpd="dbl">
            <a:solidFill>
              <a:srgbClr val="A82F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60F5F65F-923D-8C81-918C-B07E74A552E9}"/>
              </a:ext>
            </a:extLst>
          </p:cNvPr>
          <p:cNvCxnSpPr>
            <a:cxnSpLocks/>
            <a:stCxn id="474" idx="3"/>
            <a:endCxn id="470" idx="1"/>
          </p:cNvCxnSpPr>
          <p:nvPr/>
        </p:nvCxnSpPr>
        <p:spPr>
          <a:xfrm>
            <a:off x="9724079" y="2807858"/>
            <a:ext cx="339597" cy="0"/>
          </a:xfrm>
          <a:prstGeom prst="straightConnector1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: Elbow 468">
            <a:extLst>
              <a:ext uri="{FF2B5EF4-FFF2-40B4-BE49-F238E27FC236}">
                <a16:creationId xmlns:a16="http://schemas.microsoft.com/office/drawing/2014/main" id="{CC59EB4A-41D8-A0DF-7C1C-111013B796C5}"/>
              </a:ext>
            </a:extLst>
          </p:cNvPr>
          <p:cNvCxnSpPr>
            <a:cxnSpLocks/>
            <a:stCxn id="476" idx="1"/>
            <a:endCxn id="460" idx="4"/>
          </p:cNvCxnSpPr>
          <p:nvPr/>
        </p:nvCxnSpPr>
        <p:spPr>
          <a:xfrm rot="10800000">
            <a:off x="4474152" y="2879539"/>
            <a:ext cx="4184021" cy="394584"/>
          </a:xfrm>
          <a:prstGeom prst="bentConnector2">
            <a:avLst/>
          </a:prstGeom>
          <a:ln w="25400" cmpd="dbl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0" name="TextBox 469">
            <a:extLst>
              <a:ext uri="{FF2B5EF4-FFF2-40B4-BE49-F238E27FC236}">
                <a16:creationId xmlns:a16="http://schemas.microsoft.com/office/drawing/2014/main" id="{B9551C37-E57E-57D3-467F-505DDA400BA3}"/>
              </a:ext>
            </a:extLst>
          </p:cNvPr>
          <p:cNvSpPr txBox="1"/>
          <p:nvPr/>
        </p:nvSpPr>
        <p:spPr>
          <a:xfrm>
            <a:off x="10063676" y="2623192"/>
            <a:ext cx="94267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 dirty="0">
                <a:ea typeface="Calibri"/>
                <a:cs typeface="Calibri"/>
              </a:rPr>
              <a:t>S14. Add Quick list Lines</a:t>
            </a:r>
          </a:p>
        </p:txBody>
      </p:sp>
      <p:cxnSp>
        <p:nvCxnSpPr>
          <p:cNvPr id="471" name="Straight Arrow Connector 470">
            <a:extLst>
              <a:ext uri="{FF2B5EF4-FFF2-40B4-BE49-F238E27FC236}">
                <a16:creationId xmlns:a16="http://schemas.microsoft.com/office/drawing/2014/main" id="{B37D330B-C8C8-F716-E025-246F1ADCFFF0}"/>
              </a:ext>
            </a:extLst>
          </p:cNvPr>
          <p:cNvCxnSpPr>
            <a:cxnSpLocks/>
            <a:stCxn id="466" idx="3"/>
            <a:endCxn id="475" idx="1"/>
          </p:cNvCxnSpPr>
          <p:nvPr/>
        </p:nvCxnSpPr>
        <p:spPr>
          <a:xfrm>
            <a:off x="8276055" y="2807858"/>
            <a:ext cx="312677" cy="0"/>
          </a:xfrm>
          <a:prstGeom prst="straightConnector1">
            <a:avLst/>
          </a:prstGeom>
          <a:ln w="25400" cmpd="dbl">
            <a:solidFill>
              <a:srgbClr val="A82F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2" name="Flowchart: Or 471">
            <a:extLst>
              <a:ext uri="{FF2B5EF4-FFF2-40B4-BE49-F238E27FC236}">
                <a16:creationId xmlns:a16="http://schemas.microsoft.com/office/drawing/2014/main" id="{47BC7ECF-B324-DA65-FF79-C93CD5807CFB}"/>
              </a:ext>
            </a:extLst>
          </p:cNvPr>
          <p:cNvSpPr/>
          <p:nvPr/>
        </p:nvSpPr>
        <p:spPr>
          <a:xfrm>
            <a:off x="11356257" y="2736178"/>
            <a:ext cx="153765" cy="143361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chemeClr val="tx1"/>
              </a:solidFill>
            </a:endParaRPr>
          </a:p>
        </p:txBody>
      </p:sp>
      <p:cxnSp>
        <p:nvCxnSpPr>
          <p:cNvPr id="473" name="Straight Arrow Connector 472">
            <a:extLst>
              <a:ext uri="{FF2B5EF4-FFF2-40B4-BE49-F238E27FC236}">
                <a16:creationId xmlns:a16="http://schemas.microsoft.com/office/drawing/2014/main" id="{84099B26-1926-DF83-B095-A577F4D0EE76}"/>
              </a:ext>
            </a:extLst>
          </p:cNvPr>
          <p:cNvCxnSpPr>
            <a:cxnSpLocks/>
            <a:stCxn id="470" idx="3"/>
            <a:endCxn id="472" idx="2"/>
          </p:cNvCxnSpPr>
          <p:nvPr/>
        </p:nvCxnSpPr>
        <p:spPr>
          <a:xfrm>
            <a:off x="11006346" y="2807858"/>
            <a:ext cx="349911" cy="1"/>
          </a:xfrm>
          <a:prstGeom prst="straightConnector1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Flowchart: Process 473">
            <a:extLst>
              <a:ext uri="{FF2B5EF4-FFF2-40B4-BE49-F238E27FC236}">
                <a16:creationId xmlns:a16="http://schemas.microsoft.com/office/drawing/2014/main" id="{5902B95B-5AEC-D11D-9AB2-B40AF5C60A83}"/>
              </a:ext>
            </a:extLst>
          </p:cNvPr>
          <p:cNvSpPr/>
          <p:nvPr/>
        </p:nvSpPr>
        <p:spPr>
          <a:xfrm>
            <a:off x="9426663" y="2725916"/>
            <a:ext cx="297416" cy="16388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Y4</a:t>
            </a:r>
          </a:p>
        </p:txBody>
      </p:sp>
      <p:sp>
        <p:nvSpPr>
          <p:cNvPr id="475" name="Flowchart: Decision 474">
            <a:extLst>
              <a:ext uri="{FF2B5EF4-FFF2-40B4-BE49-F238E27FC236}">
                <a16:creationId xmlns:a16="http://schemas.microsoft.com/office/drawing/2014/main" id="{F8F35343-1CDF-7C97-A4D4-A3EE5158DC5E}"/>
              </a:ext>
            </a:extLst>
          </p:cNvPr>
          <p:cNvSpPr/>
          <p:nvPr/>
        </p:nvSpPr>
        <p:spPr>
          <a:xfrm>
            <a:off x="8588732" y="2635265"/>
            <a:ext cx="442051" cy="345186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D4</a:t>
            </a:r>
          </a:p>
        </p:txBody>
      </p:sp>
      <p:sp>
        <p:nvSpPr>
          <p:cNvPr id="476" name="Flowchart: Process 475">
            <a:extLst>
              <a:ext uri="{FF2B5EF4-FFF2-40B4-BE49-F238E27FC236}">
                <a16:creationId xmlns:a16="http://schemas.microsoft.com/office/drawing/2014/main" id="{7F0AEC5A-66BA-CF65-2868-F2EF122A24B9}"/>
              </a:ext>
            </a:extLst>
          </p:cNvPr>
          <p:cNvSpPr/>
          <p:nvPr/>
        </p:nvSpPr>
        <p:spPr>
          <a:xfrm>
            <a:off x="8658172" y="3192181"/>
            <a:ext cx="322245" cy="16388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N4</a:t>
            </a: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A6556192-D6A4-3AA5-04E0-A6F793B6A250}"/>
              </a:ext>
            </a:extLst>
          </p:cNvPr>
          <p:cNvCxnSpPr>
            <a:cxnSpLocks/>
            <a:stCxn id="475" idx="2"/>
            <a:endCxn id="476" idx="0"/>
          </p:cNvCxnSpPr>
          <p:nvPr/>
        </p:nvCxnSpPr>
        <p:spPr>
          <a:xfrm>
            <a:off x="8809758" y="2980451"/>
            <a:ext cx="9537" cy="211730"/>
          </a:xfrm>
          <a:prstGeom prst="straightConnector1">
            <a:avLst/>
          </a:prstGeom>
          <a:ln w="25400" cmpd="dbl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594DB4E3-7D1A-02B2-DFDC-B042DAF36ADE}"/>
              </a:ext>
            </a:extLst>
          </p:cNvPr>
          <p:cNvCxnSpPr>
            <a:cxnSpLocks/>
            <a:stCxn id="475" idx="3"/>
            <a:endCxn id="474" idx="1"/>
          </p:cNvCxnSpPr>
          <p:nvPr/>
        </p:nvCxnSpPr>
        <p:spPr>
          <a:xfrm>
            <a:off x="9030783" y="2807858"/>
            <a:ext cx="395880" cy="0"/>
          </a:xfrm>
          <a:prstGeom prst="straightConnector1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181A0035-4A96-8AEA-1F20-FE72CB87ADB9}"/>
              </a:ext>
            </a:extLst>
          </p:cNvPr>
          <p:cNvGrpSpPr/>
          <p:nvPr/>
        </p:nvGrpSpPr>
        <p:grpSpPr>
          <a:xfrm>
            <a:off x="11433139" y="5715495"/>
            <a:ext cx="231145" cy="254878"/>
            <a:chOff x="2519989" y="5022073"/>
            <a:chExt cx="462276" cy="440066"/>
          </a:xfrm>
        </p:grpSpPr>
        <p:sp>
          <p:nvSpPr>
            <p:cNvPr id="480" name="Arrow: Striped Right 479">
              <a:extLst>
                <a:ext uri="{FF2B5EF4-FFF2-40B4-BE49-F238E27FC236}">
                  <a16:creationId xmlns:a16="http://schemas.microsoft.com/office/drawing/2014/main" id="{526D3C8F-8249-2330-D916-DCCE47A406CF}"/>
                </a:ext>
              </a:extLst>
            </p:cNvPr>
            <p:cNvSpPr/>
            <p:nvPr/>
          </p:nvSpPr>
          <p:spPr>
            <a:xfrm>
              <a:off x="2630287" y="5155692"/>
              <a:ext cx="265471" cy="172228"/>
            </a:xfrm>
            <a:prstGeom prst="stripedRightArrow">
              <a:avLst>
                <a:gd name="adj1" fmla="val 50000"/>
                <a:gd name="adj2" fmla="val 79716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81" name="Circle: Hollow 480">
              <a:extLst>
                <a:ext uri="{FF2B5EF4-FFF2-40B4-BE49-F238E27FC236}">
                  <a16:creationId xmlns:a16="http://schemas.microsoft.com/office/drawing/2014/main" id="{BE860D8D-E1FE-A9BA-8AE3-2F14632DE7A8}"/>
                </a:ext>
              </a:extLst>
            </p:cNvPr>
            <p:cNvSpPr/>
            <p:nvPr/>
          </p:nvSpPr>
          <p:spPr>
            <a:xfrm>
              <a:off x="2519989" y="5022073"/>
              <a:ext cx="462276" cy="440066"/>
            </a:xfrm>
            <a:prstGeom prst="donut">
              <a:avLst>
                <a:gd name="adj" fmla="val 14978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</p:grpSp>
      <p:sp>
        <p:nvSpPr>
          <p:cNvPr id="482" name="TextBox 481">
            <a:extLst>
              <a:ext uri="{FF2B5EF4-FFF2-40B4-BE49-F238E27FC236}">
                <a16:creationId xmlns:a16="http://schemas.microsoft.com/office/drawing/2014/main" id="{7E10A855-F7BD-00B4-C80E-915F349FE0B8}"/>
              </a:ext>
            </a:extLst>
          </p:cNvPr>
          <p:cNvSpPr txBox="1"/>
          <p:nvPr/>
        </p:nvSpPr>
        <p:spPr>
          <a:xfrm>
            <a:off x="2977620" y="3714982"/>
            <a:ext cx="666443" cy="507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 dirty="0">
                <a:ea typeface="Calibri"/>
                <a:cs typeface="Calibri"/>
              </a:rPr>
              <a:t>S15. Advanced Line Entry</a:t>
            </a: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5487BC14-0590-D822-DAE8-20169C265B5F}"/>
              </a:ext>
            </a:extLst>
          </p:cNvPr>
          <p:cNvSpPr txBox="1"/>
          <p:nvPr/>
        </p:nvSpPr>
        <p:spPr>
          <a:xfrm>
            <a:off x="3941479" y="3788870"/>
            <a:ext cx="78867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 dirty="0">
                <a:ea typeface="Calibri"/>
                <a:cs typeface="Calibri"/>
              </a:rPr>
              <a:t>S16. Enter Product Info</a:t>
            </a:r>
          </a:p>
        </p:txBody>
      </p:sp>
      <p:cxnSp>
        <p:nvCxnSpPr>
          <p:cNvPr id="484" name="Straight Arrow Connector 483">
            <a:extLst>
              <a:ext uri="{FF2B5EF4-FFF2-40B4-BE49-F238E27FC236}">
                <a16:creationId xmlns:a16="http://schemas.microsoft.com/office/drawing/2014/main" id="{3AF58AC0-9B60-5BD1-2C8E-04AEC313714D}"/>
              </a:ext>
            </a:extLst>
          </p:cNvPr>
          <p:cNvCxnSpPr>
            <a:cxnSpLocks/>
            <a:stCxn id="483" idx="3"/>
            <a:endCxn id="26" idx="1"/>
          </p:cNvCxnSpPr>
          <p:nvPr/>
        </p:nvCxnSpPr>
        <p:spPr>
          <a:xfrm>
            <a:off x="4730157" y="3973536"/>
            <a:ext cx="232329" cy="0"/>
          </a:xfrm>
          <a:prstGeom prst="straightConnector1">
            <a:avLst/>
          </a:prstGeom>
          <a:ln w="25400" cmpd="dbl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Straight Arrow Connector 484">
            <a:extLst>
              <a:ext uri="{FF2B5EF4-FFF2-40B4-BE49-F238E27FC236}">
                <a16:creationId xmlns:a16="http://schemas.microsoft.com/office/drawing/2014/main" id="{4A1033A3-BB7D-0AA2-6F7F-7EDDD1A4BE9D}"/>
              </a:ext>
            </a:extLst>
          </p:cNvPr>
          <p:cNvCxnSpPr>
            <a:cxnSpLocks/>
            <a:stCxn id="26" idx="3"/>
            <a:endCxn id="22" idx="1"/>
          </p:cNvCxnSpPr>
          <p:nvPr/>
        </p:nvCxnSpPr>
        <p:spPr>
          <a:xfrm>
            <a:off x="5404537" y="3973536"/>
            <a:ext cx="232329" cy="0"/>
          </a:xfrm>
          <a:prstGeom prst="straightConnector1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6" name="TextBox 485">
            <a:extLst>
              <a:ext uri="{FF2B5EF4-FFF2-40B4-BE49-F238E27FC236}">
                <a16:creationId xmlns:a16="http://schemas.microsoft.com/office/drawing/2014/main" id="{253D6F1B-8AC8-395C-1BF7-3CD2A17BD485}"/>
              </a:ext>
            </a:extLst>
          </p:cNvPr>
          <p:cNvSpPr txBox="1"/>
          <p:nvPr/>
        </p:nvSpPr>
        <p:spPr>
          <a:xfrm>
            <a:off x="6172933" y="3714981"/>
            <a:ext cx="626598" cy="507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 dirty="0">
                <a:ea typeface="Calibri"/>
                <a:cs typeface="Calibri"/>
              </a:rPr>
              <a:t>S17.</a:t>
            </a:r>
          </a:p>
          <a:p>
            <a:r>
              <a:rPr lang="en-US" sz="900" dirty="0">
                <a:ea typeface="Calibri"/>
                <a:cs typeface="Calibri"/>
              </a:rPr>
              <a:t>Accept Product</a:t>
            </a:r>
          </a:p>
        </p:txBody>
      </p:sp>
      <p:sp>
        <p:nvSpPr>
          <p:cNvPr id="487" name="Flowchart: Or 486">
            <a:extLst>
              <a:ext uri="{FF2B5EF4-FFF2-40B4-BE49-F238E27FC236}">
                <a16:creationId xmlns:a16="http://schemas.microsoft.com/office/drawing/2014/main" id="{50B9FA64-92FD-9735-F76B-11171CE0A23F}"/>
              </a:ext>
            </a:extLst>
          </p:cNvPr>
          <p:cNvSpPr/>
          <p:nvPr/>
        </p:nvSpPr>
        <p:spPr>
          <a:xfrm>
            <a:off x="7025538" y="3901856"/>
            <a:ext cx="153765" cy="143361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chemeClr val="tx1"/>
              </a:solidFill>
            </a:endParaRPr>
          </a:p>
        </p:txBody>
      </p:sp>
      <p:cxnSp>
        <p:nvCxnSpPr>
          <p:cNvPr id="488" name="Straight Arrow Connector 487">
            <a:extLst>
              <a:ext uri="{FF2B5EF4-FFF2-40B4-BE49-F238E27FC236}">
                <a16:creationId xmlns:a16="http://schemas.microsoft.com/office/drawing/2014/main" id="{98605DFA-A704-F08D-EF26-E9866990C074}"/>
              </a:ext>
            </a:extLst>
          </p:cNvPr>
          <p:cNvCxnSpPr>
            <a:cxnSpLocks/>
            <a:stCxn id="486" idx="3"/>
            <a:endCxn id="487" idx="2"/>
          </p:cNvCxnSpPr>
          <p:nvPr/>
        </p:nvCxnSpPr>
        <p:spPr>
          <a:xfrm>
            <a:off x="6799531" y="3968897"/>
            <a:ext cx="226007" cy="4640"/>
          </a:xfrm>
          <a:prstGeom prst="straightConnector1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: Elbow 488">
            <a:extLst>
              <a:ext uri="{FF2B5EF4-FFF2-40B4-BE49-F238E27FC236}">
                <a16:creationId xmlns:a16="http://schemas.microsoft.com/office/drawing/2014/main" id="{60FCB8B7-DB70-6F9A-1FB4-EE4F63538D72}"/>
              </a:ext>
            </a:extLst>
          </p:cNvPr>
          <p:cNvCxnSpPr>
            <a:cxnSpLocks/>
            <a:stCxn id="27" idx="2"/>
            <a:endCxn id="497" idx="1"/>
          </p:cNvCxnSpPr>
          <p:nvPr/>
        </p:nvCxnSpPr>
        <p:spPr>
          <a:xfrm rot="16200000" flipH="1">
            <a:off x="5310576" y="4457647"/>
            <a:ext cx="139991" cy="386137"/>
          </a:xfrm>
          <a:prstGeom prst="bentConnector2">
            <a:avLst/>
          </a:prstGeom>
          <a:ln w="25400" cmpd="dbl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Straight Arrow Connector 489">
            <a:extLst>
              <a:ext uri="{FF2B5EF4-FFF2-40B4-BE49-F238E27FC236}">
                <a16:creationId xmlns:a16="http://schemas.microsoft.com/office/drawing/2014/main" id="{4BD4653C-63D9-69B1-2F63-F775A8D92B51}"/>
              </a:ext>
            </a:extLst>
          </p:cNvPr>
          <p:cNvCxnSpPr>
            <a:cxnSpLocks/>
            <a:stCxn id="482" idx="3"/>
            <a:endCxn id="483" idx="1"/>
          </p:cNvCxnSpPr>
          <p:nvPr/>
        </p:nvCxnSpPr>
        <p:spPr>
          <a:xfrm>
            <a:off x="3644063" y="3968898"/>
            <a:ext cx="297416" cy="4638"/>
          </a:xfrm>
          <a:prstGeom prst="straightConnector1">
            <a:avLst/>
          </a:prstGeom>
          <a:ln w="25400" cmpd="dbl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1" name="TextBox 490">
            <a:extLst>
              <a:ext uri="{FF2B5EF4-FFF2-40B4-BE49-F238E27FC236}">
                <a16:creationId xmlns:a16="http://schemas.microsoft.com/office/drawing/2014/main" id="{05CCB588-63B2-7C44-0D84-9B8166188AB6}"/>
              </a:ext>
            </a:extLst>
          </p:cNvPr>
          <p:cNvSpPr txBox="1"/>
          <p:nvPr/>
        </p:nvSpPr>
        <p:spPr>
          <a:xfrm>
            <a:off x="7411632" y="3788870"/>
            <a:ext cx="78867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 dirty="0">
                <a:ea typeface="Calibri"/>
                <a:cs typeface="Calibri"/>
              </a:rPr>
              <a:t>S18. Enter Qty / UOM</a:t>
            </a:r>
          </a:p>
        </p:txBody>
      </p:sp>
      <p:cxnSp>
        <p:nvCxnSpPr>
          <p:cNvPr id="492" name="Straight Arrow Connector 491">
            <a:extLst>
              <a:ext uri="{FF2B5EF4-FFF2-40B4-BE49-F238E27FC236}">
                <a16:creationId xmlns:a16="http://schemas.microsoft.com/office/drawing/2014/main" id="{A7BDA808-5053-FC3D-5F48-8DCE9624BEB6}"/>
              </a:ext>
            </a:extLst>
          </p:cNvPr>
          <p:cNvCxnSpPr>
            <a:cxnSpLocks/>
            <a:stCxn id="491" idx="3"/>
            <a:endCxn id="14" idx="1"/>
          </p:cNvCxnSpPr>
          <p:nvPr/>
        </p:nvCxnSpPr>
        <p:spPr>
          <a:xfrm>
            <a:off x="8200310" y="3973536"/>
            <a:ext cx="403779" cy="0"/>
          </a:xfrm>
          <a:prstGeom prst="straightConnector1">
            <a:avLst/>
          </a:prstGeom>
          <a:ln w="25400" cmpd="dbl">
            <a:solidFill>
              <a:srgbClr val="A82F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3" name="TextBox 492">
            <a:extLst>
              <a:ext uri="{FF2B5EF4-FFF2-40B4-BE49-F238E27FC236}">
                <a16:creationId xmlns:a16="http://schemas.microsoft.com/office/drawing/2014/main" id="{8906A62E-E917-8270-107D-03051EA84EE3}"/>
              </a:ext>
            </a:extLst>
          </p:cNvPr>
          <p:cNvSpPr txBox="1"/>
          <p:nvPr/>
        </p:nvSpPr>
        <p:spPr>
          <a:xfrm>
            <a:off x="7702624" y="5343957"/>
            <a:ext cx="89993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 dirty="0">
                <a:ea typeface="Calibri"/>
                <a:cs typeface="Calibri"/>
              </a:rPr>
              <a:t>S21. Confirm Pricing</a:t>
            </a:r>
          </a:p>
        </p:txBody>
      </p:sp>
      <p:sp>
        <p:nvSpPr>
          <p:cNvPr id="494" name="Flowchart: Or 493">
            <a:extLst>
              <a:ext uri="{FF2B5EF4-FFF2-40B4-BE49-F238E27FC236}">
                <a16:creationId xmlns:a16="http://schemas.microsoft.com/office/drawing/2014/main" id="{57DA8271-7B6F-9CC8-0D95-10B660793AB3}"/>
              </a:ext>
            </a:extLst>
          </p:cNvPr>
          <p:cNvSpPr/>
          <p:nvPr/>
        </p:nvSpPr>
        <p:spPr>
          <a:xfrm>
            <a:off x="8074169" y="4970053"/>
            <a:ext cx="153765" cy="143361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chemeClr val="tx1"/>
              </a:solidFill>
            </a:endParaRPr>
          </a:p>
        </p:txBody>
      </p:sp>
      <p:cxnSp>
        <p:nvCxnSpPr>
          <p:cNvPr id="495" name="Straight Arrow Connector 494">
            <a:extLst>
              <a:ext uri="{FF2B5EF4-FFF2-40B4-BE49-F238E27FC236}">
                <a16:creationId xmlns:a16="http://schemas.microsoft.com/office/drawing/2014/main" id="{D277F2B1-5230-4216-10AF-9D596FF63F71}"/>
              </a:ext>
            </a:extLst>
          </p:cNvPr>
          <p:cNvCxnSpPr>
            <a:cxnSpLocks/>
            <a:stCxn id="493" idx="3"/>
            <a:endCxn id="500" idx="1"/>
          </p:cNvCxnSpPr>
          <p:nvPr/>
        </p:nvCxnSpPr>
        <p:spPr>
          <a:xfrm>
            <a:off x="8602560" y="5528623"/>
            <a:ext cx="779047" cy="13834"/>
          </a:xfrm>
          <a:prstGeom prst="straightConnector1">
            <a:avLst/>
          </a:prstGeom>
          <a:ln w="25400" cmpd="dbl">
            <a:solidFill>
              <a:srgbClr val="A82F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Straight Arrow Connector 495">
            <a:extLst>
              <a:ext uri="{FF2B5EF4-FFF2-40B4-BE49-F238E27FC236}">
                <a16:creationId xmlns:a16="http://schemas.microsoft.com/office/drawing/2014/main" id="{7F15DCF6-2984-B44C-2A32-F9A1D326A767}"/>
              </a:ext>
            </a:extLst>
          </p:cNvPr>
          <p:cNvCxnSpPr>
            <a:cxnSpLocks/>
            <a:stCxn id="487" idx="6"/>
            <a:endCxn id="491" idx="1"/>
          </p:cNvCxnSpPr>
          <p:nvPr/>
        </p:nvCxnSpPr>
        <p:spPr>
          <a:xfrm flipV="1">
            <a:off x="7179303" y="3973536"/>
            <a:ext cx="232329" cy="1"/>
          </a:xfrm>
          <a:prstGeom prst="straightConnector1">
            <a:avLst/>
          </a:prstGeom>
          <a:ln w="25400" cmpd="dbl">
            <a:solidFill>
              <a:srgbClr val="A82F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7" name="TextBox 496">
            <a:extLst>
              <a:ext uri="{FF2B5EF4-FFF2-40B4-BE49-F238E27FC236}">
                <a16:creationId xmlns:a16="http://schemas.microsoft.com/office/drawing/2014/main" id="{AD16A855-179A-2995-66A5-177F35EDC518}"/>
              </a:ext>
            </a:extLst>
          </p:cNvPr>
          <p:cNvSpPr txBox="1"/>
          <p:nvPr/>
        </p:nvSpPr>
        <p:spPr>
          <a:xfrm>
            <a:off x="5573640" y="4536046"/>
            <a:ext cx="1292478" cy="369332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dirty="0"/>
              <a:t>S20. Create Non- Stock  Product</a:t>
            </a:r>
          </a:p>
        </p:txBody>
      </p:sp>
      <p:cxnSp>
        <p:nvCxnSpPr>
          <p:cNvPr id="498" name="Connector: Elbow 497">
            <a:extLst>
              <a:ext uri="{FF2B5EF4-FFF2-40B4-BE49-F238E27FC236}">
                <a16:creationId xmlns:a16="http://schemas.microsoft.com/office/drawing/2014/main" id="{3D5E2934-ABBD-3A5D-8F39-FA6B9BBADB59}"/>
              </a:ext>
            </a:extLst>
          </p:cNvPr>
          <p:cNvCxnSpPr>
            <a:cxnSpLocks/>
            <a:stCxn id="497" idx="3"/>
            <a:endCxn id="487" idx="4"/>
          </p:cNvCxnSpPr>
          <p:nvPr/>
        </p:nvCxnSpPr>
        <p:spPr>
          <a:xfrm flipV="1">
            <a:off x="6866118" y="4045217"/>
            <a:ext cx="236303" cy="675495"/>
          </a:xfrm>
          <a:prstGeom prst="bentConnector2">
            <a:avLst/>
          </a:prstGeom>
          <a:ln w="25400" cmpd="dbl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: Elbow 498">
            <a:extLst>
              <a:ext uri="{FF2B5EF4-FFF2-40B4-BE49-F238E27FC236}">
                <a16:creationId xmlns:a16="http://schemas.microsoft.com/office/drawing/2014/main" id="{5DD96FA7-7659-45C2-BD07-7DC6AEED94EF}"/>
              </a:ext>
            </a:extLst>
          </p:cNvPr>
          <p:cNvCxnSpPr>
            <a:cxnSpLocks/>
            <a:stCxn id="15" idx="2"/>
            <a:endCxn id="494" idx="0"/>
          </p:cNvCxnSpPr>
          <p:nvPr/>
        </p:nvCxnSpPr>
        <p:spPr>
          <a:xfrm rot="5400000">
            <a:off x="8279184" y="4422637"/>
            <a:ext cx="419285" cy="675547"/>
          </a:xfrm>
          <a:prstGeom prst="bentConnector3">
            <a:avLst>
              <a:gd name="adj1" fmla="val 50000"/>
            </a:avLst>
          </a:prstGeom>
          <a:ln w="25400" cmpd="dbl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0" name="TextBox 499">
            <a:extLst>
              <a:ext uri="{FF2B5EF4-FFF2-40B4-BE49-F238E27FC236}">
                <a16:creationId xmlns:a16="http://schemas.microsoft.com/office/drawing/2014/main" id="{169B8A54-3CAB-1DEE-4171-48FEA83EBD2E}"/>
              </a:ext>
            </a:extLst>
          </p:cNvPr>
          <p:cNvSpPr txBox="1"/>
          <p:nvPr/>
        </p:nvSpPr>
        <p:spPr>
          <a:xfrm>
            <a:off x="9381607" y="5288541"/>
            <a:ext cx="767219" cy="507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 dirty="0">
                <a:ea typeface="Calibri"/>
                <a:cs typeface="Calibri"/>
              </a:rPr>
              <a:t>S22. Add Lines to Sales Order</a:t>
            </a:r>
          </a:p>
        </p:txBody>
      </p:sp>
      <p:cxnSp>
        <p:nvCxnSpPr>
          <p:cNvPr id="501" name="Straight Arrow Connector 500">
            <a:extLst>
              <a:ext uri="{FF2B5EF4-FFF2-40B4-BE49-F238E27FC236}">
                <a16:creationId xmlns:a16="http://schemas.microsoft.com/office/drawing/2014/main" id="{67542A0E-40BD-9A48-BB02-0F761012786C}"/>
              </a:ext>
            </a:extLst>
          </p:cNvPr>
          <p:cNvCxnSpPr>
            <a:cxnSpLocks/>
            <a:stCxn id="500" idx="3"/>
            <a:endCxn id="502" idx="2"/>
          </p:cNvCxnSpPr>
          <p:nvPr/>
        </p:nvCxnSpPr>
        <p:spPr>
          <a:xfrm flipV="1">
            <a:off x="10148826" y="5528624"/>
            <a:ext cx="923082" cy="13833"/>
          </a:xfrm>
          <a:prstGeom prst="straightConnector1">
            <a:avLst/>
          </a:prstGeom>
          <a:ln w="25400" cmpd="dbl">
            <a:solidFill>
              <a:srgbClr val="A82F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2" name="Flowchart: Or 501">
            <a:extLst>
              <a:ext uri="{FF2B5EF4-FFF2-40B4-BE49-F238E27FC236}">
                <a16:creationId xmlns:a16="http://schemas.microsoft.com/office/drawing/2014/main" id="{1F6502BE-026B-9161-68B5-887D8281C690}"/>
              </a:ext>
            </a:extLst>
          </p:cNvPr>
          <p:cNvSpPr/>
          <p:nvPr/>
        </p:nvSpPr>
        <p:spPr>
          <a:xfrm>
            <a:off x="11071908" y="5456943"/>
            <a:ext cx="153765" cy="143361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503" name="TextBox 502">
            <a:extLst>
              <a:ext uri="{FF2B5EF4-FFF2-40B4-BE49-F238E27FC236}">
                <a16:creationId xmlns:a16="http://schemas.microsoft.com/office/drawing/2014/main" id="{A42D0E89-8E69-5A27-AD99-2FF2E3086862}"/>
              </a:ext>
            </a:extLst>
          </p:cNvPr>
          <p:cNvSpPr txBox="1"/>
          <p:nvPr/>
        </p:nvSpPr>
        <p:spPr>
          <a:xfrm>
            <a:off x="9817743" y="3786296"/>
            <a:ext cx="1351416" cy="369332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dirty="0"/>
              <a:t>S19. Create / Add Kit components</a:t>
            </a:r>
          </a:p>
        </p:txBody>
      </p:sp>
      <p:cxnSp>
        <p:nvCxnSpPr>
          <p:cNvPr id="504" name="Connector: Elbow 503">
            <a:extLst>
              <a:ext uri="{FF2B5EF4-FFF2-40B4-BE49-F238E27FC236}">
                <a16:creationId xmlns:a16="http://schemas.microsoft.com/office/drawing/2014/main" id="{62DD104E-2743-5ADC-08B7-6CED4BDF191C}"/>
              </a:ext>
            </a:extLst>
          </p:cNvPr>
          <p:cNvCxnSpPr>
            <a:cxnSpLocks/>
            <a:stCxn id="503" idx="3"/>
            <a:endCxn id="494" idx="6"/>
          </p:cNvCxnSpPr>
          <p:nvPr/>
        </p:nvCxnSpPr>
        <p:spPr>
          <a:xfrm flipH="1">
            <a:off x="8227934" y="3970962"/>
            <a:ext cx="2941225" cy="1070772"/>
          </a:xfrm>
          <a:prstGeom prst="bentConnector3">
            <a:avLst>
              <a:gd name="adj1" fmla="val -7772"/>
            </a:avLst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: Elbow 504">
            <a:extLst>
              <a:ext uri="{FF2B5EF4-FFF2-40B4-BE49-F238E27FC236}">
                <a16:creationId xmlns:a16="http://schemas.microsoft.com/office/drawing/2014/main" id="{AA429494-DAE8-9A85-6B92-D6C7E983B9E8}"/>
              </a:ext>
            </a:extLst>
          </p:cNvPr>
          <p:cNvCxnSpPr>
            <a:cxnSpLocks/>
            <a:stCxn id="502" idx="4"/>
            <a:endCxn id="481" idx="2"/>
          </p:cNvCxnSpPr>
          <p:nvPr/>
        </p:nvCxnSpPr>
        <p:spPr>
          <a:xfrm rot="16200000" flipH="1">
            <a:off x="11169650" y="5579445"/>
            <a:ext cx="242630" cy="284348"/>
          </a:xfrm>
          <a:prstGeom prst="bentConnector2">
            <a:avLst/>
          </a:prstGeom>
          <a:ln w="25400" cmpd="dbl">
            <a:solidFill>
              <a:srgbClr val="A82F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6" name="Straight Arrow Connector 505">
            <a:extLst>
              <a:ext uri="{FF2B5EF4-FFF2-40B4-BE49-F238E27FC236}">
                <a16:creationId xmlns:a16="http://schemas.microsoft.com/office/drawing/2014/main" id="{477DC67B-60E6-D998-F6DC-5F8F3E06F3FA}"/>
              </a:ext>
            </a:extLst>
          </p:cNvPr>
          <p:cNvCxnSpPr>
            <a:cxnSpLocks/>
            <a:stCxn id="32" idx="2"/>
            <a:endCxn id="36" idx="0"/>
          </p:cNvCxnSpPr>
          <p:nvPr/>
        </p:nvCxnSpPr>
        <p:spPr>
          <a:xfrm>
            <a:off x="1981728" y="2563874"/>
            <a:ext cx="1070" cy="259634"/>
          </a:xfrm>
          <a:prstGeom prst="straightConnector1">
            <a:avLst/>
          </a:prstGeom>
          <a:ln w="25400" cmpd="dbl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Straight Arrow Connector 506">
            <a:extLst>
              <a:ext uri="{FF2B5EF4-FFF2-40B4-BE49-F238E27FC236}">
                <a16:creationId xmlns:a16="http://schemas.microsoft.com/office/drawing/2014/main" id="{B6FF733F-4D53-8971-43A1-9DCBE62F705A}"/>
              </a:ext>
            </a:extLst>
          </p:cNvPr>
          <p:cNvCxnSpPr>
            <a:cxnSpLocks/>
            <a:stCxn id="36" idx="2"/>
            <a:endCxn id="37" idx="0"/>
          </p:cNvCxnSpPr>
          <p:nvPr/>
        </p:nvCxnSpPr>
        <p:spPr>
          <a:xfrm flipH="1">
            <a:off x="1982710" y="2987392"/>
            <a:ext cx="88" cy="238415"/>
          </a:xfrm>
          <a:prstGeom prst="straightConnector1">
            <a:avLst/>
          </a:prstGeom>
          <a:ln w="25400" cmpd="dbl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Connector: Elbow 507">
            <a:extLst>
              <a:ext uri="{FF2B5EF4-FFF2-40B4-BE49-F238E27FC236}">
                <a16:creationId xmlns:a16="http://schemas.microsoft.com/office/drawing/2014/main" id="{FFBB435A-2584-C5F4-05FC-0FA98E0178E8}"/>
              </a:ext>
            </a:extLst>
          </p:cNvPr>
          <p:cNvCxnSpPr>
            <a:cxnSpLocks/>
            <a:stCxn id="37" idx="3"/>
            <a:endCxn id="40" idx="2"/>
          </p:cNvCxnSpPr>
          <p:nvPr/>
        </p:nvCxnSpPr>
        <p:spPr>
          <a:xfrm flipV="1">
            <a:off x="2203735" y="2889800"/>
            <a:ext cx="431327" cy="508600"/>
          </a:xfrm>
          <a:prstGeom prst="bentConnector2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Arrow Connector 508">
            <a:extLst>
              <a:ext uri="{FF2B5EF4-FFF2-40B4-BE49-F238E27FC236}">
                <a16:creationId xmlns:a16="http://schemas.microsoft.com/office/drawing/2014/main" id="{A5286C95-3CBD-AA33-254C-8DCB39082BFC}"/>
              </a:ext>
            </a:extLst>
          </p:cNvPr>
          <p:cNvCxnSpPr>
            <a:cxnSpLocks/>
            <a:stCxn id="40" idx="3"/>
            <a:endCxn id="459" idx="1"/>
          </p:cNvCxnSpPr>
          <p:nvPr/>
        </p:nvCxnSpPr>
        <p:spPr>
          <a:xfrm>
            <a:off x="2783770" y="2807858"/>
            <a:ext cx="567330" cy="0"/>
          </a:xfrm>
          <a:prstGeom prst="straightConnector1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: Elbow 509">
            <a:extLst>
              <a:ext uri="{FF2B5EF4-FFF2-40B4-BE49-F238E27FC236}">
                <a16:creationId xmlns:a16="http://schemas.microsoft.com/office/drawing/2014/main" id="{60F02827-0852-3C39-315E-B5F6B73330D0}"/>
              </a:ext>
            </a:extLst>
          </p:cNvPr>
          <p:cNvCxnSpPr>
            <a:cxnSpLocks/>
            <a:stCxn id="52" idx="3"/>
            <a:endCxn id="453" idx="0"/>
          </p:cNvCxnSpPr>
          <p:nvPr/>
        </p:nvCxnSpPr>
        <p:spPr>
          <a:xfrm>
            <a:off x="8603514" y="1068440"/>
            <a:ext cx="1982131" cy="832456"/>
          </a:xfrm>
          <a:prstGeom prst="bentConnector2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Arrow Connector 510">
            <a:extLst>
              <a:ext uri="{FF2B5EF4-FFF2-40B4-BE49-F238E27FC236}">
                <a16:creationId xmlns:a16="http://schemas.microsoft.com/office/drawing/2014/main" id="{138DDB45-CD8E-EB68-8A52-8A1ABE2201D8}"/>
              </a:ext>
            </a:extLst>
          </p:cNvPr>
          <p:cNvCxnSpPr>
            <a:cxnSpLocks/>
            <a:stCxn id="22" idx="3"/>
            <a:endCxn id="486" idx="1"/>
          </p:cNvCxnSpPr>
          <p:nvPr/>
        </p:nvCxnSpPr>
        <p:spPr>
          <a:xfrm flipV="1">
            <a:off x="5934282" y="3968897"/>
            <a:ext cx="238651" cy="4639"/>
          </a:xfrm>
          <a:prstGeom prst="straightConnector1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2A157D15-C7B4-FB3F-551D-5B5C782EAF09}"/>
              </a:ext>
            </a:extLst>
          </p:cNvPr>
          <p:cNvCxnSpPr>
            <a:cxnSpLocks/>
            <a:stCxn id="472" idx="6"/>
            <a:endCxn id="502" idx="6"/>
          </p:cNvCxnSpPr>
          <p:nvPr/>
        </p:nvCxnSpPr>
        <p:spPr>
          <a:xfrm flipH="1">
            <a:off x="11225673" y="2807859"/>
            <a:ext cx="284349" cy="2720765"/>
          </a:xfrm>
          <a:prstGeom prst="bentConnector3">
            <a:avLst>
              <a:gd name="adj1" fmla="val -80394"/>
            </a:avLst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7B335F5-F490-D7CB-5023-6BF43F7C6D32}"/>
              </a:ext>
            </a:extLst>
          </p:cNvPr>
          <p:cNvCxnSpPr>
            <a:cxnSpLocks/>
            <a:stCxn id="13" idx="3"/>
            <a:endCxn id="503" idx="1"/>
          </p:cNvCxnSpPr>
          <p:nvPr/>
        </p:nvCxnSpPr>
        <p:spPr>
          <a:xfrm flipV="1">
            <a:off x="9518736" y="3970962"/>
            <a:ext cx="299007" cy="2574"/>
          </a:xfrm>
          <a:prstGeom prst="straightConnector1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FB1DA77-F128-F66A-0F63-FE8EE300230C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8825115" y="4146129"/>
            <a:ext cx="1484" cy="240755"/>
          </a:xfrm>
          <a:prstGeom prst="straightConnector1">
            <a:avLst/>
          </a:prstGeom>
          <a:ln w="25400" cmpd="dbl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19022A4-F690-0083-EBE9-7477B62417D2}"/>
              </a:ext>
            </a:extLst>
          </p:cNvPr>
          <p:cNvCxnSpPr>
            <a:cxnSpLocks/>
            <a:stCxn id="38" idx="3"/>
            <a:endCxn id="482" idx="1"/>
          </p:cNvCxnSpPr>
          <p:nvPr/>
        </p:nvCxnSpPr>
        <p:spPr>
          <a:xfrm flipV="1">
            <a:off x="2778907" y="3968898"/>
            <a:ext cx="198713" cy="4638"/>
          </a:xfrm>
          <a:prstGeom prst="straightConnector1">
            <a:avLst/>
          </a:prstGeom>
          <a:ln w="25400" cmpd="dbl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C6496B78-7E0B-E420-9123-61B5DE9EA20E}"/>
              </a:ext>
            </a:extLst>
          </p:cNvPr>
          <p:cNvSpPr txBox="1"/>
          <p:nvPr/>
        </p:nvSpPr>
        <p:spPr>
          <a:xfrm>
            <a:off x="1080579" y="2077462"/>
            <a:ext cx="7443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Shopping List Entry ?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365BB6E-7644-63DA-A1D0-A170B1AFD4C5}"/>
              </a:ext>
            </a:extLst>
          </p:cNvPr>
          <p:cNvSpPr txBox="1"/>
          <p:nvPr/>
        </p:nvSpPr>
        <p:spPr>
          <a:xfrm>
            <a:off x="1278082" y="3138907"/>
            <a:ext cx="7443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Quick Line Entry ?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68A0B64-5390-61D1-2161-53D14709D15E}"/>
              </a:ext>
            </a:extLst>
          </p:cNvPr>
          <p:cNvSpPr txBox="1"/>
          <p:nvPr/>
        </p:nvSpPr>
        <p:spPr>
          <a:xfrm>
            <a:off x="4790176" y="3516257"/>
            <a:ext cx="7896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Did you find product </a:t>
            </a:r>
          </a:p>
          <a:p>
            <a:r>
              <a:rPr lang="en-US" sz="800" dirty="0"/>
              <a:t>    ?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9D99600-6EC1-468C-86DA-F7550DCB3C55}"/>
              </a:ext>
            </a:extLst>
          </p:cNvPr>
          <p:cNvSpPr txBox="1"/>
          <p:nvPr/>
        </p:nvSpPr>
        <p:spPr>
          <a:xfrm>
            <a:off x="8354324" y="2331404"/>
            <a:ext cx="525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Last Product?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E9FFDA4-E2EE-2F53-99C7-699D8B47E930}"/>
              </a:ext>
            </a:extLst>
          </p:cNvPr>
          <p:cNvCxnSpPr>
            <a:cxnSpLocks/>
            <a:stCxn id="494" idx="4"/>
            <a:endCxn id="493" idx="0"/>
          </p:cNvCxnSpPr>
          <p:nvPr/>
        </p:nvCxnSpPr>
        <p:spPr>
          <a:xfrm>
            <a:off x="8151052" y="5113414"/>
            <a:ext cx="1540" cy="230543"/>
          </a:xfrm>
          <a:prstGeom prst="straightConnector1">
            <a:avLst/>
          </a:prstGeom>
          <a:ln w="25400" cmpd="dbl">
            <a:solidFill>
              <a:srgbClr val="A82F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6A663A6B-9FC3-B73B-DD74-23834A07330B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>
            <a:off x="9046140" y="3973536"/>
            <a:ext cx="175180" cy="0"/>
          </a:xfrm>
          <a:prstGeom prst="straightConnector1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Parlance">
            <a:extLst>
              <a:ext uri="{FF2B5EF4-FFF2-40B4-BE49-F238E27FC236}">
                <a16:creationId xmlns:a16="http://schemas.microsoft.com/office/drawing/2014/main" id="{03B56786-2844-700A-82FE-4D20BFBF1509}"/>
              </a:ext>
            </a:extLst>
          </p:cNvPr>
          <p:cNvSpPr txBox="1"/>
          <p:nvPr/>
        </p:nvSpPr>
        <p:spPr>
          <a:xfrm>
            <a:off x="1351819" y="472454"/>
            <a:ext cx="89066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The creator of this slide  appreciates the Infor System’s  Process Intelligence which became the basis for process creation and verification and finally the training System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78F01E9-EE9A-E82E-B118-1BECE73FAA2B}"/>
              </a:ext>
            </a:extLst>
          </p:cNvPr>
          <p:cNvSpPr txBox="1"/>
          <p:nvPr/>
        </p:nvSpPr>
        <p:spPr>
          <a:xfrm>
            <a:off x="8206935" y="3384321"/>
            <a:ext cx="592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Build On Demand Product ?</a:t>
            </a:r>
          </a:p>
        </p:txBody>
      </p:sp>
      <p:sp>
        <p:nvSpPr>
          <p:cNvPr id="53" name="- M1.  Sales Order  Line Entry - At SE Electrical Distribution">
            <a:extLst>
              <a:ext uri="{FF2B5EF4-FFF2-40B4-BE49-F238E27FC236}">
                <a16:creationId xmlns:a16="http://schemas.microsoft.com/office/drawing/2014/main" id="{6E7C42B0-20B6-0281-A3E2-DDCE4A691B46}"/>
              </a:ext>
            </a:extLst>
          </p:cNvPr>
          <p:cNvSpPr txBox="1">
            <a:spLocks/>
          </p:cNvSpPr>
          <p:nvPr/>
        </p:nvSpPr>
        <p:spPr>
          <a:xfrm>
            <a:off x="838198" y="68280"/>
            <a:ext cx="10515600" cy="35575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b="1" dirty="0"/>
              <a:t>M1.  Sales Order  Line Entry - At SE Electrical Distribution</a:t>
            </a:r>
          </a:p>
        </p:txBody>
      </p:sp>
    </p:spTree>
    <p:extLst>
      <p:ext uri="{BB962C8B-B14F-4D97-AF65-F5344CB8AC3E}">
        <p14:creationId xmlns:p14="http://schemas.microsoft.com/office/powerpoint/2010/main" val="1728927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bi template for Process etc" id="{BF4A0D7B-CA68-4AFE-9D83-A41674BFC30D}" vid="{A1D45B32-9E08-4E92-AC68-322278330F18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bi template for Process etc" id="{BF4A0D7B-CA68-4AFE-9D83-A41674BFC30D}" vid="{65D0A2C0-6B61-4A40-BDFF-355584D2D2D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Subi template for Process etc</Template>
  <TotalTime>6860</TotalTime>
  <Words>246</Words>
  <Application>Microsoft Office PowerPoint</Application>
  <PresentationFormat>Widescreen</PresentationFormat>
  <Paragraphs>66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Subi Rajagopalan</dc:creator>
  <cp:lastModifiedBy>Subi R</cp:lastModifiedBy>
  <cp:revision>46</cp:revision>
  <dcterms:created xsi:type="dcterms:W3CDTF">2025-06-03T13:31:39Z</dcterms:created>
  <dcterms:modified xsi:type="dcterms:W3CDTF">2025-12-10T19:36:55Z</dcterms:modified>
</cp:coreProperties>
</file>