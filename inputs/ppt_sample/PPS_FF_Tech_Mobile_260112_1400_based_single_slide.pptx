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4"/>
  </p:notesMasterIdLst>
  <p:sldIdLst>
    <p:sldId id="52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1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2812B-38D3-4B49-B99D-BAAF95AC82A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D03784-C198-49B1-BBEF-9EB2D7F83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24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645C8-50CF-415A-F008-0541068DA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D5AEA-3323-48FA-BD11-1ADBDDE77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A9AA9-C036-BFD9-A6BA-FB090DC1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F9165-C9B7-6890-911F-5E9B6031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FB95A-E7F1-5CEF-9017-D6370EFE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F8C69-0836-D57F-A1D1-0AD128EE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639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17BDA-76E6-BB3E-B3E1-151E3CCFA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6073"/>
            <a:ext cx="10515600" cy="50408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1672A-7349-F091-635B-C81F4457E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155B3-0013-6CB3-3C52-AA819CD7B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0BAB0-7EE3-7141-51D1-831FE4DD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99ECAC-965E-4A1B-8C35-92C0E7A8F938}" type="slidenum">
              <a:rPr lang="en-US" smtClean="0"/>
              <a:pPr/>
              <a:t>‹#›</a:t>
            </a:fld>
            <a:fld id="{85065064-5DB3-4099-8DC9-1EBF0BFFFD0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639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C1B5A-36F5-0561-8044-B15742660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D5348-FD4B-EC5A-395C-4EAA5808D3B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Om Gurubhyo Namaha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95131-E548-8CA2-4BC6-CA6C7C581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555FE-F203-B760-6BC5-637F0B00D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21015-E66D-15A8-078C-D8605B10E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407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1BA64-C5EF-5A2A-D2F9-AA9982D75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011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971D1-B7FF-2430-A0EE-1FF7DD10A3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099127"/>
            <a:ext cx="5181600" cy="50778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7C53B-A6C5-3F9C-C349-65D4DBD73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04623"/>
            <a:ext cx="5181600" cy="49723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7017F-B782-A90A-0FFA-E5265B52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4C2B15-8DFF-1DE6-6A7C-FF0A144E8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BC1BC-C419-38F2-7D1A-A20AC606E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205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41A86-2FAC-2FF8-C3D3-180CCFDF8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800"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DC75F-12A6-F58E-99C0-0CF118438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06EF7-7BAE-BB9D-7AB7-7F0F5BD77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440FC7-08A4-AE46-8C95-E996A7A09E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67CFAB-7D5B-B1DF-79BE-BF0035F9F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629BA-9088-21C7-B39F-6887B00FF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DEA092-026A-7CF8-47E4-3DE1BD3D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890D-168E-4CD5-6766-DF6D944AA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4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28478-E4BB-F911-B561-AEAFA0CFC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93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800"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9B5571-61EB-9992-AD52-82D2C10C2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61BD8-C049-6E41-BF02-8629DBFFE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FA10D-2130-2EEB-F88A-6FB28F7B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739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17C35C-2F83-9112-3D05-5D79D98A7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2D01F-2FBC-F3CF-2CDE-F3792EBA1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33B84-88E9-F70F-96B2-2E989B55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21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4BC4D-52EC-C1E3-353A-C54658AC4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42485-065D-E13E-0BCE-15FC989A0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0DA83-20BF-C343-1644-A3DFCA41F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DCEB9-B60E-4C38-CB6C-3AC8E00A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AA4633-70FB-7CE5-CE9E-4DEB2B7AC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371AF-944F-586D-BE5A-6BCFCFF73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1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206D-FAD5-741A-D949-1550EBB6A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11A9A-0F52-650A-D7FA-2AA795CF57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9386B6-83F8-C5EB-C9EE-B00DCA4CC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DEDE3-14CF-04CD-19C2-EA856223F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72B4D-2904-9AA9-FEA0-6502A85BD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15FCF-52CE-48CA-9004-E3C9DA09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6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3659-7E4A-C6A9-E0BE-966BF3F04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400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800"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F577EF-EF7C-B0E1-B78D-8E86EC5DE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302327"/>
            <a:ext cx="10515600" cy="487463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53754-6FEB-1368-094C-D3C7E08A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1C6AF-F657-77DA-7BBA-66686DCB0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ED93A-DD25-5B55-758E-117717D6F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50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C90E42-68AF-C485-0EC1-318D5A8E73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50400" y="365125"/>
            <a:ext cx="1803400" cy="58118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800"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4279A-D88C-37A8-DA7E-A4D0FE362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7122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1AAF4-F208-5074-690E-8B10AFC9E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D8AE-1B8B-4D2F-BD23-DE7C5E143A5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460B-1688-0DE9-9D5C-5D9DAF1FF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75034-F447-EE34-3299-88C8BC402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38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26A0F-D80C-CCE3-AB15-4783AD923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EB6E9-CD61-61D0-8A2A-827A5B94C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B8389-146C-96C2-C745-C1D493ABD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D1293-2D74-169C-9E53-694A5B78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ACD38-B4E5-EE42-4884-723589B2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9477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5C9CA-3F53-F2FD-F8D9-39864F70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24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F1BE9-4D6F-913B-9039-67062033B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5800"/>
            <a:ext cx="10515600" cy="4951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8B3D8-762E-7074-723D-97BF15F1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D5FC8-6DF0-00F7-2160-0E5A6D5E8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882BD-A8A2-BFC3-A911-A4EF600C1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BAB159C-2028-2BD0-2BF1-70269BBB08E2}"/>
              </a:ext>
            </a:extLst>
          </p:cNvPr>
          <p:cNvCxnSpPr>
            <a:cxnSpLocks/>
          </p:cNvCxnSpPr>
          <p:nvPr userDrawn="1"/>
        </p:nvCxnSpPr>
        <p:spPr>
          <a:xfrm>
            <a:off x="9792218" y="2232504"/>
            <a:ext cx="643655" cy="368710"/>
          </a:xfrm>
          <a:prstGeom prst="bentConnector3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739026-2AB4-B8E9-D9E1-0B1FE103E04A}"/>
              </a:ext>
            </a:extLst>
          </p:cNvPr>
          <p:cNvCxnSpPr>
            <a:cxnSpLocks/>
          </p:cNvCxnSpPr>
          <p:nvPr userDrawn="1"/>
        </p:nvCxnSpPr>
        <p:spPr>
          <a:xfrm>
            <a:off x="9724766" y="2099829"/>
            <a:ext cx="658761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A7FC00BF-29D0-616C-736D-09D0003D8650}"/>
              </a:ext>
            </a:extLst>
          </p:cNvPr>
          <p:cNvSpPr/>
          <p:nvPr userDrawn="1"/>
        </p:nvSpPr>
        <p:spPr>
          <a:xfrm>
            <a:off x="9792218" y="3377190"/>
            <a:ext cx="818714" cy="59976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0" name="Flowchart: Predefined Process 9">
            <a:extLst>
              <a:ext uri="{FF2B5EF4-FFF2-40B4-BE49-F238E27FC236}">
                <a16:creationId xmlns:a16="http://schemas.microsoft.com/office/drawing/2014/main" id="{DD210F9B-5A58-AECF-3AF9-AF74DA2186B5}"/>
              </a:ext>
            </a:extLst>
          </p:cNvPr>
          <p:cNvSpPr/>
          <p:nvPr userDrawn="1"/>
        </p:nvSpPr>
        <p:spPr>
          <a:xfrm>
            <a:off x="9791277" y="2687733"/>
            <a:ext cx="818714" cy="599764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test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2EF29D5-D592-F4EF-C0F8-0D0068B61D92}"/>
              </a:ext>
            </a:extLst>
          </p:cNvPr>
          <p:cNvGrpSpPr/>
          <p:nvPr userDrawn="1"/>
        </p:nvGrpSpPr>
        <p:grpSpPr>
          <a:xfrm>
            <a:off x="9836105" y="4029532"/>
            <a:ext cx="619432" cy="643638"/>
            <a:chOff x="5063613" y="1984029"/>
            <a:chExt cx="619432" cy="643638"/>
          </a:xfrm>
        </p:grpSpPr>
        <p:sp>
          <p:nvSpPr>
            <p:cNvPr id="12" name="Flowchart: Decision 11">
              <a:extLst>
                <a:ext uri="{FF2B5EF4-FFF2-40B4-BE49-F238E27FC236}">
                  <a16:creationId xmlns:a16="http://schemas.microsoft.com/office/drawing/2014/main" id="{24AA1AEC-072C-4C3C-3ED2-3B61B79707B6}"/>
                </a:ext>
              </a:extLst>
            </p:cNvPr>
            <p:cNvSpPr/>
            <p:nvPr/>
          </p:nvSpPr>
          <p:spPr>
            <a:xfrm>
              <a:off x="5073445" y="2064771"/>
              <a:ext cx="599768" cy="501448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3" name="Flowchart: Process 12">
              <a:extLst>
                <a:ext uri="{FF2B5EF4-FFF2-40B4-BE49-F238E27FC236}">
                  <a16:creationId xmlns:a16="http://schemas.microsoft.com/office/drawing/2014/main" id="{B76CDF6D-0209-CA35-7049-C9462C72B20F}"/>
                </a:ext>
              </a:extLst>
            </p:cNvPr>
            <p:cNvSpPr/>
            <p:nvPr/>
          </p:nvSpPr>
          <p:spPr>
            <a:xfrm>
              <a:off x="5447071" y="1984029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4" name="Flowchart: Process 13">
              <a:extLst>
                <a:ext uri="{FF2B5EF4-FFF2-40B4-BE49-F238E27FC236}">
                  <a16:creationId xmlns:a16="http://schemas.microsoft.com/office/drawing/2014/main" id="{E63BCD9C-3431-5832-089E-34005BEF9947}"/>
                </a:ext>
              </a:extLst>
            </p:cNvPr>
            <p:cNvSpPr/>
            <p:nvPr/>
          </p:nvSpPr>
          <p:spPr>
            <a:xfrm>
              <a:off x="5063613" y="2381445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N</a:t>
              </a:r>
            </a:p>
          </p:txBody>
        </p:sp>
      </p:grpSp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88899EA2-6BCB-9DE8-F25D-BA3A48FAB970}"/>
              </a:ext>
            </a:extLst>
          </p:cNvPr>
          <p:cNvSpPr/>
          <p:nvPr userDrawn="1"/>
        </p:nvSpPr>
        <p:spPr>
          <a:xfrm>
            <a:off x="10137310" y="4975692"/>
            <a:ext cx="285137" cy="179632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" name="Flowchart: Or 15">
            <a:extLst>
              <a:ext uri="{FF2B5EF4-FFF2-40B4-BE49-F238E27FC236}">
                <a16:creationId xmlns:a16="http://schemas.microsoft.com/office/drawing/2014/main" id="{5DC37016-2D9B-2B62-07CD-D8B0914498C5}"/>
              </a:ext>
            </a:extLst>
          </p:cNvPr>
          <p:cNvSpPr/>
          <p:nvPr userDrawn="1"/>
        </p:nvSpPr>
        <p:spPr>
          <a:xfrm>
            <a:off x="10153373" y="5385978"/>
            <a:ext cx="265471" cy="246222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63C889-7A6E-8DF1-CCEC-0F3C05C946AF}"/>
              </a:ext>
            </a:extLst>
          </p:cNvPr>
          <p:cNvSpPr txBox="1"/>
          <p:nvPr userDrawn="1"/>
        </p:nvSpPr>
        <p:spPr>
          <a:xfrm>
            <a:off x="9954092" y="5862854"/>
            <a:ext cx="501445" cy="24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/>
                </a:solidFill>
                <a:hlinkClick r:id="" action="ppaction://noaction"/>
              </a:rPr>
              <a:t>Link 1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2324704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D9770-E023-9410-C871-143F43C43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41C4A-E66E-D2AE-35D0-92AE7D4E1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59C4-BE68-F12A-CDDE-9751ED86F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72BB6-FD27-E76C-46F3-895569689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1350A-9626-1197-4373-D2378137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168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A45F-F35C-647A-26D9-003C83037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6496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0E324-C87F-0589-C891-E1DDAF756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88111"/>
            <a:ext cx="5181600" cy="4888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1F60C7-D973-AFC7-A0F5-CE7C8F2C8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88111"/>
            <a:ext cx="5181600" cy="4888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E4289-FEA8-BF2C-99D6-0BF68C2B9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9C200-3D24-3465-1DA6-85F109357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E8B51-D1D3-6390-47D8-DCC16F2E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101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3B4E3-D4F7-CC8E-464D-5D298DD3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20837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ECF25-E39B-9601-65BA-93B93D42C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52649"/>
            <a:ext cx="5157787" cy="135242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1E5F9-D04B-CD74-63D9-F61CB8ED7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4F9FD6-E78A-C4F8-EAF6-B812BB3E82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52649"/>
            <a:ext cx="5183188" cy="135242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3319CD-420D-696D-9AAA-148FEC58E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992367-5D7E-2712-8BFB-3084888D5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39E9A8-8F5A-B094-C6C4-9A79DAFEA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0890FE-5675-AC73-A77C-596908FB5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511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7584C-1A3B-40C7-7210-08A7B7321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152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20EFFE-758A-CBDD-383F-663159469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B5C464-9436-8292-82C4-58C692C4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00F54-3083-50BD-631C-045269AB8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CADB9EB1-13A2-12BF-CE55-2D04B72BCFEB}"/>
              </a:ext>
            </a:extLst>
          </p:cNvPr>
          <p:cNvCxnSpPr>
            <a:cxnSpLocks/>
          </p:cNvCxnSpPr>
          <p:nvPr userDrawn="1"/>
        </p:nvCxnSpPr>
        <p:spPr>
          <a:xfrm>
            <a:off x="11263209" y="833283"/>
            <a:ext cx="643655" cy="368710"/>
          </a:xfrm>
          <a:prstGeom prst="bentConnector3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C8F782-7310-7DAD-8E86-A5788CFCFB37}"/>
              </a:ext>
            </a:extLst>
          </p:cNvPr>
          <p:cNvCxnSpPr>
            <a:cxnSpLocks/>
          </p:cNvCxnSpPr>
          <p:nvPr userDrawn="1"/>
        </p:nvCxnSpPr>
        <p:spPr>
          <a:xfrm>
            <a:off x="11248103" y="668595"/>
            <a:ext cx="658761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0FCCC052-341D-FEFB-7A64-36125CF6B220}"/>
              </a:ext>
            </a:extLst>
          </p:cNvPr>
          <p:cNvSpPr/>
          <p:nvPr userDrawn="1"/>
        </p:nvSpPr>
        <p:spPr>
          <a:xfrm>
            <a:off x="11248103" y="2327785"/>
            <a:ext cx="818714" cy="59976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9" name="Flowchart: Predefined Process 8">
            <a:extLst>
              <a:ext uri="{FF2B5EF4-FFF2-40B4-BE49-F238E27FC236}">
                <a16:creationId xmlns:a16="http://schemas.microsoft.com/office/drawing/2014/main" id="{57042A46-CAB6-42B1-AD9C-EA585273EDE6}"/>
              </a:ext>
            </a:extLst>
          </p:cNvPr>
          <p:cNvSpPr/>
          <p:nvPr userDrawn="1"/>
        </p:nvSpPr>
        <p:spPr>
          <a:xfrm>
            <a:off x="11307096" y="1465007"/>
            <a:ext cx="818714" cy="599764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test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40E25AA-B86E-55A7-9210-AABDB2AEDE93}"/>
              </a:ext>
            </a:extLst>
          </p:cNvPr>
          <p:cNvGrpSpPr/>
          <p:nvPr userDrawn="1"/>
        </p:nvGrpSpPr>
        <p:grpSpPr>
          <a:xfrm>
            <a:off x="11307096" y="3107181"/>
            <a:ext cx="619432" cy="643638"/>
            <a:chOff x="5063613" y="1984029"/>
            <a:chExt cx="619432" cy="643638"/>
          </a:xfrm>
        </p:grpSpPr>
        <p:sp>
          <p:nvSpPr>
            <p:cNvPr id="11" name="Flowchart: Decision 10">
              <a:extLst>
                <a:ext uri="{FF2B5EF4-FFF2-40B4-BE49-F238E27FC236}">
                  <a16:creationId xmlns:a16="http://schemas.microsoft.com/office/drawing/2014/main" id="{FF730E09-FF83-C9AA-3902-A4CC0008DF9A}"/>
                </a:ext>
              </a:extLst>
            </p:cNvPr>
            <p:cNvSpPr/>
            <p:nvPr/>
          </p:nvSpPr>
          <p:spPr>
            <a:xfrm>
              <a:off x="5073445" y="2064771"/>
              <a:ext cx="599768" cy="501448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45A5E134-0ACB-03FA-B286-F8CB5B35D826}"/>
                </a:ext>
              </a:extLst>
            </p:cNvPr>
            <p:cNvSpPr/>
            <p:nvPr/>
          </p:nvSpPr>
          <p:spPr>
            <a:xfrm>
              <a:off x="5447071" y="1984029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3" name="Flowchart: Process 12">
              <a:extLst>
                <a:ext uri="{FF2B5EF4-FFF2-40B4-BE49-F238E27FC236}">
                  <a16:creationId xmlns:a16="http://schemas.microsoft.com/office/drawing/2014/main" id="{4055C0C7-BB24-6FEA-4154-F4A8A6C9C8B6}"/>
                </a:ext>
              </a:extLst>
            </p:cNvPr>
            <p:cNvSpPr/>
            <p:nvPr/>
          </p:nvSpPr>
          <p:spPr>
            <a:xfrm>
              <a:off x="5063613" y="2381445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N</a:t>
              </a:r>
            </a:p>
          </p:txBody>
        </p:sp>
      </p:grpSp>
      <p:sp>
        <p:nvSpPr>
          <p:cNvPr id="14" name="Flowchart: Terminator 13">
            <a:extLst>
              <a:ext uri="{FF2B5EF4-FFF2-40B4-BE49-F238E27FC236}">
                <a16:creationId xmlns:a16="http://schemas.microsoft.com/office/drawing/2014/main" id="{C4D6068A-EF05-DED2-7FB5-A05D4E9FF5C9}"/>
              </a:ext>
            </a:extLst>
          </p:cNvPr>
          <p:cNvSpPr/>
          <p:nvPr userDrawn="1"/>
        </p:nvSpPr>
        <p:spPr>
          <a:xfrm>
            <a:off x="11608301" y="4053341"/>
            <a:ext cx="285137" cy="179632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5" name="Flowchart: Or 14">
            <a:extLst>
              <a:ext uri="{FF2B5EF4-FFF2-40B4-BE49-F238E27FC236}">
                <a16:creationId xmlns:a16="http://schemas.microsoft.com/office/drawing/2014/main" id="{E3CBF5DC-0A57-DB25-4086-720F2BB2D5C7}"/>
              </a:ext>
            </a:extLst>
          </p:cNvPr>
          <p:cNvSpPr/>
          <p:nvPr userDrawn="1"/>
        </p:nvSpPr>
        <p:spPr>
          <a:xfrm>
            <a:off x="11624364" y="4463627"/>
            <a:ext cx="265471" cy="246222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98C35E-05D4-FC16-284D-1FE0A740A24F}"/>
              </a:ext>
            </a:extLst>
          </p:cNvPr>
          <p:cNvSpPr txBox="1"/>
          <p:nvPr userDrawn="1"/>
        </p:nvSpPr>
        <p:spPr>
          <a:xfrm>
            <a:off x="11425083" y="4940503"/>
            <a:ext cx="501445" cy="24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/>
                </a:solidFill>
                <a:hlinkClick r:id="" action="ppaction://noaction"/>
              </a:rPr>
              <a:t>Link 1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898929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04013F-69ED-5FD6-54E1-F66CD07D9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5AC58-0E18-109A-C336-B200265BD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270DC-51B8-B8FA-FCE8-28E5E542E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0C22BC47-DA0C-DC9F-1613-DECB093C048C}"/>
              </a:ext>
            </a:extLst>
          </p:cNvPr>
          <p:cNvCxnSpPr>
            <a:cxnSpLocks/>
          </p:cNvCxnSpPr>
          <p:nvPr userDrawn="1"/>
        </p:nvCxnSpPr>
        <p:spPr>
          <a:xfrm>
            <a:off x="11263209" y="833283"/>
            <a:ext cx="643655" cy="368710"/>
          </a:xfrm>
          <a:prstGeom prst="bentConnector3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8CF4AE6-0DAC-7807-2D0C-6BF45FF6D40F}"/>
              </a:ext>
            </a:extLst>
          </p:cNvPr>
          <p:cNvCxnSpPr>
            <a:cxnSpLocks/>
          </p:cNvCxnSpPr>
          <p:nvPr userDrawn="1"/>
        </p:nvCxnSpPr>
        <p:spPr>
          <a:xfrm>
            <a:off x="11248103" y="668595"/>
            <a:ext cx="658761" cy="0"/>
          </a:xfrm>
          <a:prstGeom prst="straightConnector1">
            <a:avLst/>
          </a:prstGeom>
          <a:ln w="254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9A4769C0-5B8A-5727-0295-805812DCC991}"/>
              </a:ext>
            </a:extLst>
          </p:cNvPr>
          <p:cNvSpPr/>
          <p:nvPr userDrawn="1"/>
        </p:nvSpPr>
        <p:spPr>
          <a:xfrm>
            <a:off x="11248103" y="2327785"/>
            <a:ext cx="818714" cy="599764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8" name="Flowchart: Predefined Process 7">
            <a:extLst>
              <a:ext uri="{FF2B5EF4-FFF2-40B4-BE49-F238E27FC236}">
                <a16:creationId xmlns:a16="http://schemas.microsoft.com/office/drawing/2014/main" id="{BC110A3E-E08E-4F72-C915-04035FC069BC}"/>
              </a:ext>
            </a:extLst>
          </p:cNvPr>
          <p:cNvSpPr/>
          <p:nvPr userDrawn="1"/>
        </p:nvSpPr>
        <p:spPr>
          <a:xfrm>
            <a:off x="11307096" y="1465007"/>
            <a:ext cx="818714" cy="599764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test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BB12E86-0A43-C8F0-B71B-051D97E2F7A8}"/>
              </a:ext>
            </a:extLst>
          </p:cNvPr>
          <p:cNvGrpSpPr/>
          <p:nvPr userDrawn="1"/>
        </p:nvGrpSpPr>
        <p:grpSpPr>
          <a:xfrm>
            <a:off x="11307096" y="3107181"/>
            <a:ext cx="619432" cy="643638"/>
            <a:chOff x="5063613" y="1984029"/>
            <a:chExt cx="619432" cy="643638"/>
          </a:xfrm>
        </p:grpSpPr>
        <p:sp>
          <p:nvSpPr>
            <p:cNvPr id="10" name="Flowchart: Decision 9">
              <a:extLst>
                <a:ext uri="{FF2B5EF4-FFF2-40B4-BE49-F238E27FC236}">
                  <a16:creationId xmlns:a16="http://schemas.microsoft.com/office/drawing/2014/main" id="{9FF152DB-562A-6101-BB35-46DAB8C33640}"/>
                </a:ext>
              </a:extLst>
            </p:cNvPr>
            <p:cNvSpPr/>
            <p:nvPr/>
          </p:nvSpPr>
          <p:spPr>
            <a:xfrm>
              <a:off x="5073445" y="2064771"/>
              <a:ext cx="599768" cy="501448"/>
            </a:xfrm>
            <a:prstGeom prst="flowChartDecision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341A865C-58A7-5C95-8E1D-A0F2EB5449DA}"/>
                </a:ext>
              </a:extLst>
            </p:cNvPr>
            <p:cNvSpPr/>
            <p:nvPr/>
          </p:nvSpPr>
          <p:spPr>
            <a:xfrm>
              <a:off x="5447071" y="1984029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Y</a:t>
              </a:r>
            </a:p>
          </p:txBody>
        </p: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51600EB1-F2BD-B7F2-D64E-D5E439186E5C}"/>
                </a:ext>
              </a:extLst>
            </p:cNvPr>
            <p:cNvSpPr/>
            <p:nvPr/>
          </p:nvSpPr>
          <p:spPr>
            <a:xfrm>
              <a:off x="5063613" y="2381445"/>
              <a:ext cx="235974" cy="246222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>
                  <a:solidFill>
                    <a:schemeClr val="tx1"/>
                  </a:solidFill>
                </a:rPr>
                <a:t>N</a:t>
              </a:r>
            </a:p>
          </p:txBody>
        </p:sp>
      </p:grp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2B1F4DD4-D02F-332E-54B5-0A008A0EC2D1}"/>
              </a:ext>
            </a:extLst>
          </p:cNvPr>
          <p:cNvSpPr/>
          <p:nvPr userDrawn="1"/>
        </p:nvSpPr>
        <p:spPr>
          <a:xfrm>
            <a:off x="11608301" y="4053341"/>
            <a:ext cx="285137" cy="179632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4" name="Flowchart: Or 13">
            <a:extLst>
              <a:ext uri="{FF2B5EF4-FFF2-40B4-BE49-F238E27FC236}">
                <a16:creationId xmlns:a16="http://schemas.microsoft.com/office/drawing/2014/main" id="{802B57CA-B632-436C-6FE6-1E5A42B6203B}"/>
              </a:ext>
            </a:extLst>
          </p:cNvPr>
          <p:cNvSpPr/>
          <p:nvPr userDrawn="1"/>
        </p:nvSpPr>
        <p:spPr>
          <a:xfrm>
            <a:off x="11624364" y="4463627"/>
            <a:ext cx="265471" cy="246222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B1507D-3E08-930D-9474-4DCC4DFA5D4B}"/>
              </a:ext>
            </a:extLst>
          </p:cNvPr>
          <p:cNvSpPr txBox="1"/>
          <p:nvPr userDrawn="1"/>
        </p:nvSpPr>
        <p:spPr>
          <a:xfrm>
            <a:off x="11425083" y="4940503"/>
            <a:ext cx="501445" cy="2462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chemeClr val="tx1"/>
                </a:solidFill>
                <a:hlinkClick r:id="" action="ppaction://noaction"/>
              </a:rPr>
              <a:t>Link 1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5483308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0790-0DA3-0A21-E4F7-7D8BA40BB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6C797-24CB-8C02-FD9A-7B4A1A5FC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20AEEE-F22F-2A4D-EB9F-3E11FB0EC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46557-3779-414E-9334-8CB4A554A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959753-C4E1-3085-3ADB-AB70F02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49135-50CB-5B42-D981-7603A670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688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F223E-20B0-FBBE-E2A2-77E27B06F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1CC382-E2ED-8228-67B0-E68056FD9A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7E72B3-04DF-AEBD-DF86-6704D969E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D0BB4-9E6A-BF1A-FC02-361C15CCB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E8D7E-C9F3-2D80-B414-CF2801775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75762-828F-7884-A027-1D4499B23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9296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2BA1-EFB8-3CB2-A131-6BE468BC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CA4406-A093-5FDF-2923-FC9E8BFD1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A4ADA-A401-227F-4E0E-2E5F2DABE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18D7D-122A-2704-C650-EBCAA5CE1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1FD94-7043-047F-C788-B0CA3C9CC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9853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19D2F1-0AF8-72C7-06AC-61204D293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A0608-744C-A09B-61F8-CD867253C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99943-6690-4FF9-2395-D6F303CE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2DE7D-D2CB-4B16-9AC8-54D9C54416BF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E97E0-DCF0-6E59-272E-6B2BCC0A8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02065-8D7B-FF3C-4AD2-57643EC58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12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460F18-5629-0D57-B902-6F25B881B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0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A2B6F-B892-B035-22BD-F2AE28418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5236"/>
            <a:ext cx="10515600" cy="5151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0170D-6031-F3E8-BD71-046009B5A4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7D8AE-1B8B-4D2F-BD23-DE7C5E143A50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69B18-D71E-2EAF-2F4E-6B62A24E6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53912-E807-3190-9E86-A51EB9202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A9287B-8D1C-4A7C-9DA1-7D5302A44A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5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0070D5-6246-80E4-B3A4-99839E625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53570-B867-214D-40CD-49325DBA8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D805C-53B7-73C9-F512-E43FB7F601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92DE7D-D2CB-4B16-9AC8-54D9C54416BF}" type="datetimeFigureOut">
              <a:rPr lang="en-US" smtClean="0"/>
              <a:t>1/12/2026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D53F1-7C45-79A4-867D-A996F16BB9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BD18F-5B41-A223-E775-418217CDF4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8E03B-08E9-4E47-AE19-F54F98104A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830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2DC3D-0874-B8D5-D880-455DCFD4C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7E8124-A4D8-2005-7BA1-F45D816810A7}"/>
              </a:ext>
            </a:extLst>
          </p:cNvPr>
          <p:cNvSpPr txBox="1"/>
          <p:nvPr/>
        </p:nvSpPr>
        <p:spPr>
          <a:xfrm>
            <a:off x="143034" y="5923564"/>
            <a:ext cx="1015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Draft Started 06 10 2025 </a:t>
            </a:r>
          </a:p>
          <a:p>
            <a:r>
              <a:rPr lang="en-US" sz="800" dirty="0"/>
              <a:t>by SR TS VM TD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8E9D4-BEE9-56B3-E50C-0C9A3C321FB3}"/>
              </a:ext>
            </a:extLst>
          </p:cNvPr>
          <p:cNvSpPr txBox="1"/>
          <p:nvPr/>
        </p:nvSpPr>
        <p:spPr>
          <a:xfrm>
            <a:off x="143034" y="6385229"/>
            <a:ext cx="994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Last Updated SR Jan 12 2026</a:t>
            </a:r>
          </a:p>
        </p:txBody>
      </p:sp>
      <p:sp>
        <p:nvSpPr>
          <p:cNvPr id="6" name="Flowchart: Predefined Process 5">
            <a:extLst>
              <a:ext uri="{FF2B5EF4-FFF2-40B4-BE49-F238E27FC236}">
                <a16:creationId xmlns:a16="http://schemas.microsoft.com/office/drawing/2014/main" id="{FBAE31B8-9285-DD30-0ED7-07EEC42F8CA7}"/>
              </a:ext>
            </a:extLst>
          </p:cNvPr>
          <p:cNvSpPr/>
          <p:nvPr/>
        </p:nvSpPr>
        <p:spPr>
          <a:xfrm>
            <a:off x="2640014" y="1676134"/>
            <a:ext cx="1515804" cy="810174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S2. Travel to the appointment / site</a:t>
            </a:r>
          </a:p>
        </p:txBody>
      </p:sp>
      <p:sp>
        <p:nvSpPr>
          <p:cNvPr id="7" name="Flowchart: Predefined Process 6">
            <a:extLst>
              <a:ext uri="{FF2B5EF4-FFF2-40B4-BE49-F238E27FC236}">
                <a16:creationId xmlns:a16="http://schemas.microsoft.com/office/drawing/2014/main" id="{9A09D8B8-C8C2-79DA-A790-EEC57FC8E0A2}"/>
              </a:ext>
            </a:extLst>
          </p:cNvPr>
          <p:cNvSpPr/>
          <p:nvPr/>
        </p:nvSpPr>
        <p:spPr>
          <a:xfrm>
            <a:off x="4416652" y="1688521"/>
            <a:ext cx="1255069" cy="785401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S3. Perform on site work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EDFD37FD-7009-D8E6-0B50-CF85D89C6E6C}"/>
              </a:ext>
            </a:extLst>
          </p:cNvPr>
          <p:cNvCxnSpPr>
            <a:cxnSpLocks/>
            <a:stCxn id="20" idx="0"/>
            <a:endCxn id="21" idx="1"/>
          </p:cNvCxnSpPr>
          <p:nvPr/>
        </p:nvCxnSpPr>
        <p:spPr>
          <a:xfrm rot="5400000" flipH="1" flipV="1">
            <a:off x="6567547" y="1474503"/>
            <a:ext cx="348970" cy="376957"/>
          </a:xfrm>
          <a:prstGeom prst="bentConnector2">
            <a:avLst/>
          </a:prstGeom>
          <a:ln w="381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Predefined Process 8">
            <a:extLst>
              <a:ext uri="{FF2B5EF4-FFF2-40B4-BE49-F238E27FC236}">
                <a16:creationId xmlns:a16="http://schemas.microsoft.com/office/drawing/2014/main" id="{AA40E987-BDA6-3FEA-D75D-084BB34A8CD9}"/>
              </a:ext>
            </a:extLst>
          </p:cNvPr>
          <p:cNvSpPr/>
          <p:nvPr/>
        </p:nvSpPr>
        <p:spPr>
          <a:xfrm>
            <a:off x="7511141" y="1123359"/>
            <a:ext cx="1434837" cy="723460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S4. Add additional material 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3EB5010D-EC91-39E7-B157-6D6B82314805}"/>
              </a:ext>
            </a:extLst>
          </p:cNvPr>
          <p:cNvCxnSpPr>
            <a:cxnSpLocks/>
            <a:stCxn id="20" idx="2"/>
            <a:endCxn id="22" idx="1"/>
          </p:cNvCxnSpPr>
          <p:nvPr/>
        </p:nvCxnSpPr>
        <p:spPr>
          <a:xfrm rot="16200000" flipH="1">
            <a:off x="6628731" y="2263736"/>
            <a:ext cx="226602" cy="376957"/>
          </a:xfrm>
          <a:prstGeom prst="bentConnector2">
            <a:avLst/>
          </a:prstGeom>
          <a:ln w="381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lowchart: Predefined Process 10">
            <a:extLst>
              <a:ext uri="{FF2B5EF4-FFF2-40B4-BE49-F238E27FC236}">
                <a16:creationId xmlns:a16="http://schemas.microsoft.com/office/drawing/2014/main" id="{A5897B3D-70AD-07E3-7091-3A74B98ED7C4}"/>
              </a:ext>
            </a:extLst>
          </p:cNvPr>
          <p:cNvSpPr/>
          <p:nvPr/>
        </p:nvSpPr>
        <p:spPr>
          <a:xfrm>
            <a:off x="7991215" y="4050447"/>
            <a:ext cx="1306754" cy="618867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S6.Travel Leaving Site. </a:t>
            </a:r>
          </a:p>
        </p:txBody>
      </p:sp>
      <p:sp>
        <p:nvSpPr>
          <p:cNvPr id="12" name="Flowchart: Predefined Process 11">
            <a:extLst>
              <a:ext uri="{FF2B5EF4-FFF2-40B4-BE49-F238E27FC236}">
                <a16:creationId xmlns:a16="http://schemas.microsoft.com/office/drawing/2014/main" id="{B5031B98-077A-DC14-96ED-CE8DF02AD40A}"/>
              </a:ext>
            </a:extLst>
          </p:cNvPr>
          <p:cNvSpPr/>
          <p:nvPr/>
        </p:nvSpPr>
        <p:spPr>
          <a:xfrm>
            <a:off x="7874725" y="5141064"/>
            <a:ext cx="1532130" cy="692873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S8. Change the Status to closed 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7E68631D-EB18-2EBD-01A7-22B7E5786F82}"/>
              </a:ext>
            </a:extLst>
          </p:cNvPr>
          <p:cNvCxnSpPr>
            <a:cxnSpLocks/>
            <a:stCxn id="37" idx="6"/>
            <a:endCxn id="23" idx="1"/>
          </p:cNvCxnSpPr>
          <p:nvPr/>
        </p:nvCxnSpPr>
        <p:spPr>
          <a:xfrm flipH="1">
            <a:off x="1516309" y="2084458"/>
            <a:ext cx="7893504" cy="2813042"/>
          </a:xfrm>
          <a:prstGeom prst="bentConnector5">
            <a:avLst>
              <a:gd name="adj1" fmla="val -2896"/>
              <a:gd name="adj2" fmla="val 36111"/>
              <a:gd name="adj3" fmla="val 111584"/>
            </a:avLst>
          </a:prstGeom>
          <a:ln w="34925" cmpd="dbl">
            <a:solidFill>
              <a:srgbClr val="A82F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2388983E-D1DC-AF7A-7179-DF9EDAADC16F}"/>
              </a:ext>
            </a:extLst>
          </p:cNvPr>
          <p:cNvCxnSpPr>
            <a:cxnSpLocks/>
            <a:stCxn id="9" idx="3"/>
            <a:endCxn id="37" idx="0"/>
          </p:cNvCxnSpPr>
          <p:nvPr/>
        </p:nvCxnSpPr>
        <p:spPr>
          <a:xfrm>
            <a:off x="8945978" y="1485089"/>
            <a:ext cx="371572" cy="509553"/>
          </a:xfrm>
          <a:prstGeom prst="bentConnector2">
            <a:avLst/>
          </a:prstGeom>
          <a:ln w="381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0FC1641-D19F-0324-1BED-795CC7E08D7E}"/>
              </a:ext>
            </a:extLst>
          </p:cNvPr>
          <p:cNvCxnSpPr>
            <a:cxnSpLocks/>
            <a:stCxn id="23" idx="2"/>
            <a:endCxn id="89" idx="1"/>
          </p:cNvCxnSpPr>
          <p:nvPr/>
        </p:nvCxnSpPr>
        <p:spPr>
          <a:xfrm rot="16200000" flipH="1">
            <a:off x="1700732" y="5263685"/>
            <a:ext cx="740199" cy="509276"/>
          </a:xfrm>
          <a:prstGeom prst="bentConnector2">
            <a:avLst/>
          </a:prstGeom>
          <a:ln w="381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Predefined Process 15">
            <a:extLst>
              <a:ext uri="{FF2B5EF4-FFF2-40B4-BE49-F238E27FC236}">
                <a16:creationId xmlns:a16="http://schemas.microsoft.com/office/drawing/2014/main" id="{088CCE47-D040-3FDD-BDFD-47455A29FE7F}"/>
              </a:ext>
            </a:extLst>
          </p:cNvPr>
          <p:cNvSpPr/>
          <p:nvPr/>
        </p:nvSpPr>
        <p:spPr>
          <a:xfrm>
            <a:off x="4981750" y="3679430"/>
            <a:ext cx="1574796" cy="387345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      S5. Create New SRO       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0C7413EB-C855-8B17-7037-571D26C4D473}"/>
              </a:ext>
            </a:extLst>
          </p:cNvPr>
          <p:cNvCxnSpPr>
            <a:cxnSpLocks/>
            <a:stCxn id="29" idx="0"/>
            <a:endCxn id="74" idx="1"/>
          </p:cNvCxnSpPr>
          <p:nvPr/>
        </p:nvCxnSpPr>
        <p:spPr>
          <a:xfrm rot="5400000" flipH="1" flipV="1">
            <a:off x="3738591" y="3720571"/>
            <a:ext cx="169296" cy="474360"/>
          </a:xfrm>
          <a:prstGeom prst="bentConnector2">
            <a:avLst/>
          </a:prstGeom>
          <a:ln w="381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CD41C59-6D2D-E802-6B5D-71F51786AC1F}"/>
              </a:ext>
            </a:extLst>
          </p:cNvPr>
          <p:cNvSpPr txBox="1"/>
          <p:nvPr/>
        </p:nvSpPr>
        <p:spPr>
          <a:xfrm>
            <a:off x="780483" y="3858099"/>
            <a:ext cx="124305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Q2.Additional Work Required Other Than That Shown in </a:t>
            </a:r>
          </a:p>
          <a:p>
            <a:r>
              <a:rPr lang="en-US" sz="105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Original SRO?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59E4D9-0E5E-C770-A58A-B640B19ABBB1}"/>
              </a:ext>
            </a:extLst>
          </p:cNvPr>
          <p:cNvSpPr txBox="1"/>
          <p:nvPr/>
        </p:nvSpPr>
        <p:spPr>
          <a:xfrm>
            <a:off x="5763984" y="1309038"/>
            <a:ext cx="8252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Q1. Additional Material </a:t>
            </a:r>
          </a:p>
          <a:p>
            <a:r>
              <a:rPr lang="en-US" sz="1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Needed ? </a:t>
            </a:r>
          </a:p>
        </p:txBody>
      </p:sp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646FFCAB-5B40-DE9E-986F-74518E1F5701}"/>
              </a:ext>
            </a:extLst>
          </p:cNvPr>
          <p:cNvSpPr/>
          <p:nvPr/>
        </p:nvSpPr>
        <p:spPr>
          <a:xfrm>
            <a:off x="6253670" y="1837466"/>
            <a:ext cx="599768" cy="50144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D1</a:t>
            </a: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1A436C99-4909-96AA-BFE4-B0E55520485C}"/>
              </a:ext>
            </a:extLst>
          </p:cNvPr>
          <p:cNvSpPr/>
          <p:nvPr/>
        </p:nvSpPr>
        <p:spPr>
          <a:xfrm>
            <a:off x="6930511" y="1404818"/>
            <a:ext cx="342114" cy="16735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Y1</a:t>
            </a:r>
          </a:p>
        </p:txBody>
      </p:sp>
      <p:sp>
        <p:nvSpPr>
          <p:cNvPr id="22" name="Flowchart: Process 21">
            <a:extLst>
              <a:ext uri="{FF2B5EF4-FFF2-40B4-BE49-F238E27FC236}">
                <a16:creationId xmlns:a16="http://schemas.microsoft.com/office/drawing/2014/main" id="{96473959-69D0-AFEA-EA8E-FC95B2989ABE}"/>
              </a:ext>
            </a:extLst>
          </p:cNvPr>
          <p:cNvSpPr/>
          <p:nvPr/>
        </p:nvSpPr>
        <p:spPr>
          <a:xfrm>
            <a:off x="6930511" y="2495182"/>
            <a:ext cx="354348" cy="1406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N1</a:t>
            </a:r>
          </a:p>
        </p:txBody>
      </p:sp>
      <p:sp>
        <p:nvSpPr>
          <p:cNvPr id="23" name="Flowchart: Decision 22">
            <a:extLst>
              <a:ext uri="{FF2B5EF4-FFF2-40B4-BE49-F238E27FC236}">
                <a16:creationId xmlns:a16="http://schemas.microsoft.com/office/drawing/2014/main" id="{EFAAD653-125A-68AE-BFE6-4210425D7896}"/>
              </a:ext>
            </a:extLst>
          </p:cNvPr>
          <p:cNvSpPr/>
          <p:nvPr/>
        </p:nvSpPr>
        <p:spPr>
          <a:xfrm>
            <a:off x="1516309" y="4646776"/>
            <a:ext cx="599768" cy="50144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ACCA76-ABBD-077F-7580-C0C95FE27B7B}"/>
              </a:ext>
            </a:extLst>
          </p:cNvPr>
          <p:cNvSpPr/>
          <p:nvPr/>
        </p:nvSpPr>
        <p:spPr>
          <a:xfrm>
            <a:off x="906236" y="1676134"/>
            <a:ext cx="1377450" cy="8101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S1.Appointment is Scheduled for Trouble Service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4EB49D8-C25F-0605-A0A1-7CB53382D562}"/>
              </a:ext>
            </a:extLst>
          </p:cNvPr>
          <p:cNvCxnSpPr>
            <a:cxnSpLocks/>
            <a:stCxn id="26" idx="3"/>
            <a:endCxn id="6" idx="1"/>
          </p:cNvCxnSpPr>
          <p:nvPr/>
        </p:nvCxnSpPr>
        <p:spPr>
          <a:xfrm>
            <a:off x="2283686" y="2081221"/>
            <a:ext cx="356328" cy="0"/>
          </a:xfrm>
          <a:prstGeom prst="straightConnector1">
            <a:avLst/>
          </a:prstGeom>
          <a:ln w="381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68B3C44-D676-D76F-A9BA-A69A166084E3}"/>
              </a:ext>
            </a:extLst>
          </p:cNvPr>
          <p:cNvCxnSpPr>
            <a:cxnSpLocks/>
            <a:stCxn id="7" idx="3"/>
            <a:endCxn id="20" idx="1"/>
          </p:cNvCxnSpPr>
          <p:nvPr/>
        </p:nvCxnSpPr>
        <p:spPr>
          <a:xfrm>
            <a:off x="5671721" y="2081222"/>
            <a:ext cx="581949" cy="6968"/>
          </a:xfrm>
          <a:prstGeom prst="straightConnector1">
            <a:avLst/>
          </a:prstGeom>
          <a:ln w="381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Decision 28">
            <a:extLst>
              <a:ext uri="{FF2B5EF4-FFF2-40B4-BE49-F238E27FC236}">
                <a16:creationId xmlns:a16="http://schemas.microsoft.com/office/drawing/2014/main" id="{2D9CC5F2-2653-CE26-3D34-2A9BC36BEE2D}"/>
              </a:ext>
            </a:extLst>
          </p:cNvPr>
          <p:cNvSpPr/>
          <p:nvPr/>
        </p:nvSpPr>
        <p:spPr>
          <a:xfrm>
            <a:off x="3286175" y="4042399"/>
            <a:ext cx="599768" cy="501448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D3</a:t>
            </a:r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E797FF84-60B6-AD3A-D781-35922F613197}"/>
              </a:ext>
            </a:extLst>
          </p:cNvPr>
          <p:cNvCxnSpPr>
            <a:cxnSpLocks/>
            <a:stCxn id="23" idx="0"/>
            <a:endCxn id="88" idx="1"/>
          </p:cNvCxnSpPr>
          <p:nvPr/>
        </p:nvCxnSpPr>
        <p:spPr>
          <a:xfrm rot="5400000" flipH="1" flipV="1">
            <a:off x="1925101" y="4179506"/>
            <a:ext cx="358363" cy="576178"/>
          </a:xfrm>
          <a:prstGeom prst="bentConnector2">
            <a:avLst/>
          </a:prstGeom>
          <a:ln w="381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6607983-41E3-FF13-BC84-C1D1525ECEB9}"/>
              </a:ext>
            </a:extLst>
          </p:cNvPr>
          <p:cNvSpPr txBox="1"/>
          <p:nvPr/>
        </p:nvSpPr>
        <p:spPr>
          <a:xfrm>
            <a:off x="2759917" y="3297491"/>
            <a:ext cx="1269104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Q3. Can The Additional Work Be Completed </a:t>
            </a:r>
          </a:p>
          <a:p>
            <a:r>
              <a:rPr lang="en-US" sz="105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At That </a:t>
            </a:r>
          </a:p>
          <a:p>
            <a:r>
              <a:rPr lang="en-US" sz="105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Time ? </a:t>
            </a:r>
          </a:p>
        </p:txBody>
      </p:sp>
      <p:sp>
        <p:nvSpPr>
          <p:cNvPr id="34" name="Flowchart: Predefined Process 33">
            <a:extLst>
              <a:ext uri="{FF2B5EF4-FFF2-40B4-BE49-F238E27FC236}">
                <a16:creationId xmlns:a16="http://schemas.microsoft.com/office/drawing/2014/main" id="{63BA0420-91D6-AE1D-BB90-A32040EC834E}"/>
              </a:ext>
            </a:extLst>
          </p:cNvPr>
          <p:cNvSpPr/>
          <p:nvPr/>
        </p:nvSpPr>
        <p:spPr>
          <a:xfrm>
            <a:off x="4751743" y="4599956"/>
            <a:ext cx="2138709" cy="634225"/>
          </a:xfrm>
          <a:prstGeom prst="flowChartPredefined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prstClr val="black"/>
                </a:solidFill>
                <a:latin typeface="Calibri" panose="020F0502020204030204"/>
              </a:rPr>
              <a:t>S7. Change Status to indicate </a:t>
            </a:r>
            <a:r>
              <a:rPr lang="en-US" sz="1400" b="1" dirty="0">
                <a:solidFill>
                  <a:prstClr val="black"/>
                </a:solidFill>
                <a:latin typeface="Calibri" panose="020F0502020204030204"/>
              </a:rPr>
              <a:t>Call Back service 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D60D13A5-32A1-57BF-5FAB-A308D3AED44C}"/>
              </a:ext>
            </a:extLst>
          </p:cNvPr>
          <p:cNvCxnSpPr>
            <a:cxnSpLocks/>
            <a:stCxn id="29" idx="2"/>
            <a:endCxn id="75" idx="1"/>
          </p:cNvCxnSpPr>
          <p:nvPr/>
        </p:nvCxnSpPr>
        <p:spPr>
          <a:xfrm rot="16200000" flipH="1">
            <a:off x="3607996" y="4521910"/>
            <a:ext cx="370306" cy="414180"/>
          </a:xfrm>
          <a:prstGeom prst="bentConnector2">
            <a:avLst/>
          </a:prstGeom>
          <a:ln w="381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103109A-EAA4-10D8-AAD8-D8A04A2EA6D9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4155818" y="2081221"/>
            <a:ext cx="260834" cy="1"/>
          </a:xfrm>
          <a:prstGeom prst="straightConnector1">
            <a:avLst/>
          </a:prstGeom>
          <a:ln w="381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Or 36">
            <a:extLst>
              <a:ext uri="{FF2B5EF4-FFF2-40B4-BE49-F238E27FC236}">
                <a16:creationId xmlns:a16="http://schemas.microsoft.com/office/drawing/2014/main" id="{9F887C22-E278-AF96-CBBB-8B291B47A0E0}"/>
              </a:ext>
            </a:extLst>
          </p:cNvPr>
          <p:cNvSpPr/>
          <p:nvPr/>
        </p:nvSpPr>
        <p:spPr>
          <a:xfrm>
            <a:off x="9225287" y="1994642"/>
            <a:ext cx="184526" cy="179632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BEA5BA-BB58-56DB-C204-91905163C0B3}"/>
              </a:ext>
            </a:extLst>
          </p:cNvPr>
          <p:cNvSpPr/>
          <p:nvPr/>
        </p:nvSpPr>
        <p:spPr>
          <a:xfrm>
            <a:off x="4106659" y="606140"/>
            <a:ext cx="4687586" cy="299241"/>
          </a:xfrm>
          <a:prstGeom prst="rect">
            <a:avLst/>
          </a:prstGeom>
          <a:solidFill>
            <a:schemeClr val="accent4">
              <a:lumMod val="20000"/>
              <a:lumOff val="8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Process Being Presented</a:t>
            </a:r>
          </a:p>
        </p:txBody>
      </p:sp>
      <p:sp>
        <p:nvSpPr>
          <p:cNvPr id="2" name="-M1. Mst_Tech_M">
            <a:extLst>
              <a:ext uri="{FF2B5EF4-FFF2-40B4-BE49-F238E27FC236}">
                <a16:creationId xmlns:a16="http://schemas.microsoft.com/office/drawing/2014/main" id="{998F970D-06E7-FA01-8148-7C2B08164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217"/>
            <a:ext cx="10515600" cy="613930"/>
          </a:xfrm>
        </p:spPr>
        <p:txBody>
          <a:bodyPr/>
          <a:lstStyle/>
          <a:p>
            <a:pPr algn="ctr"/>
            <a:r>
              <a:rPr lang="en-US" dirty="0"/>
              <a:t>M1. – Tech Mobile 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7C27518F-26A3-A1F7-1CA4-8405230D17AA}"/>
              </a:ext>
            </a:extLst>
          </p:cNvPr>
          <p:cNvCxnSpPr>
            <a:cxnSpLocks/>
            <a:stCxn id="22" idx="3"/>
            <a:endCxn id="37" idx="4"/>
          </p:cNvCxnSpPr>
          <p:nvPr/>
        </p:nvCxnSpPr>
        <p:spPr>
          <a:xfrm flipV="1">
            <a:off x="7284859" y="2174274"/>
            <a:ext cx="2032691" cy="391242"/>
          </a:xfrm>
          <a:prstGeom prst="bentConnector2">
            <a:avLst/>
          </a:prstGeom>
          <a:ln w="381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88844F8-2178-C768-011C-92A3055C78B0}"/>
              </a:ext>
            </a:extLst>
          </p:cNvPr>
          <p:cNvCxnSpPr>
            <a:cxnSpLocks/>
            <a:stCxn id="21" idx="3"/>
            <a:endCxn id="9" idx="1"/>
          </p:cNvCxnSpPr>
          <p:nvPr/>
        </p:nvCxnSpPr>
        <p:spPr>
          <a:xfrm flipV="1">
            <a:off x="7272625" y="1485089"/>
            <a:ext cx="238516" cy="3407"/>
          </a:xfrm>
          <a:prstGeom prst="straightConnector1">
            <a:avLst/>
          </a:prstGeom>
          <a:ln w="381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Flowchart: Process 73">
            <a:extLst>
              <a:ext uri="{FF2B5EF4-FFF2-40B4-BE49-F238E27FC236}">
                <a16:creationId xmlns:a16="http://schemas.microsoft.com/office/drawing/2014/main" id="{9F8392A1-AED2-D9FE-BDD1-58D0D9A919F7}"/>
              </a:ext>
            </a:extLst>
          </p:cNvPr>
          <p:cNvSpPr/>
          <p:nvPr/>
        </p:nvSpPr>
        <p:spPr>
          <a:xfrm>
            <a:off x="4060419" y="3789425"/>
            <a:ext cx="342114" cy="16735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Y3</a:t>
            </a:r>
          </a:p>
        </p:txBody>
      </p:sp>
      <p:sp>
        <p:nvSpPr>
          <p:cNvPr id="75" name="Flowchart: Process 74">
            <a:extLst>
              <a:ext uri="{FF2B5EF4-FFF2-40B4-BE49-F238E27FC236}">
                <a16:creationId xmlns:a16="http://schemas.microsoft.com/office/drawing/2014/main" id="{4FFF3FD2-2F55-1280-D48A-F921F7A942EE}"/>
              </a:ext>
            </a:extLst>
          </p:cNvPr>
          <p:cNvSpPr/>
          <p:nvPr/>
        </p:nvSpPr>
        <p:spPr>
          <a:xfrm>
            <a:off x="4000239" y="4843819"/>
            <a:ext cx="354348" cy="1406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N3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2018333-935C-6067-01C3-690400F960BE}"/>
              </a:ext>
            </a:extLst>
          </p:cNvPr>
          <p:cNvCxnSpPr>
            <a:cxnSpLocks/>
            <a:stCxn id="74" idx="3"/>
            <a:endCxn id="16" idx="1"/>
          </p:cNvCxnSpPr>
          <p:nvPr/>
        </p:nvCxnSpPr>
        <p:spPr>
          <a:xfrm>
            <a:off x="4402533" y="3873103"/>
            <a:ext cx="579217" cy="0"/>
          </a:xfrm>
          <a:prstGeom prst="straightConnector1">
            <a:avLst/>
          </a:prstGeom>
          <a:ln w="381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: Elbow 41">
            <a:extLst>
              <a:ext uri="{FF2B5EF4-FFF2-40B4-BE49-F238E27FC236}">
                <a16:creationId xmlns:a16="http://schemas.microsoft.com/office/drawing/2014/main" id="{04E714C8-28FE-18BD-4894-556F46BB8207}"/>
              </a:ext>
            </a:extLst>
          </p:cNvPr>
          <p:cNvCxnSpPr>
            <a:cxnSpLocks/>
            <a:stCxn id="75" idx="3"/>
            <a:endCxn id="34" idx="1"/>
          </p:cNvCxnSpPr>
          <p:nvPr/>
        </p:nvCxnSpPr>
        <p:spPr>
          <a:xfrm>
            <a:off x="4354587" y="4914153"/>
            <a:ext cx="397156" cy="2916"/>
          </a:xfrm>
          <a:prstGeom prst="straightConnector1">
            <a:avLst/>
          </a:prstGeom>
          <a:ln w="381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Flowchart: Process 87">
            <a:extLst>
              <a:ext uri="{FF2B5EF4-FFF2-40B4-BE49-F238E27FC236}">
                <a16:creationId xmlns:a16="http://schemas.microsoft.com/office/drawing/2014/main" id="{68BE5687-F292-0106-A7C7-E875AEE2EB66}"/>
              </a:ext>
            </a:extLst>
          </p:cNvPr>
          <p:cNvSpPr/>
          <p:nvPr/>
        </p:nvSpPr>
        <p:spPr>
          <a:xfrm>
            <a:off x="2392371" y="4204735"/>
            <a:ext cx="342114" cy="167356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Y2</a:t>
            </a:r>
          </a:p>
        </p:txBody>
      </p:sp>
      <p:sp>
        <p:nvSpPr>
          <p:cNvPr id="89" name="Flowchart: Process 88">
            <a:extLst>
              <a:ext uri="{FF2B5EF4-FFF2-40B4-BE49-F238E27FC236}">
                <a16:creationId xmlns:a16="http://schemas.microsoft.com/office/drawing/2014/main" id="{01860826-73D6-77B5-D596-EB1F43681AE5}"/>
              </a:ext>
            </a:extLst>
          </p:cNvPr>
          <p:cNvSpPr/>
          <p:nvPr/>
        </p:nvSpPr>
        <p:spPr>
          <a:xfrm>
            <a:off x="2325469" y="5818089"/>
            <a:ext cx="354348" cy="14066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N2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3E99066-6E27-72CB-5B8A-9046964CBC0A}"/>
              </a:ext>
            </a:extLst>
          </p:cNvPr>
          <p:cNvCxnSpPr>
            <a:cxnSpLocks/>
            <a:stCxn id="88" idx="3"/>
            <a:endCxn id="29" idx="1"/>
          </p:cNvCxnSpPr>
          <p:nvPr/>
        </p:nvCxnSpPr>
        <p:spPr>
          <a:xfrm>
            <a:off x="2734485" y="4288413"/>
            <a:ext cx="551690" cy="4710"/>
          </a:xfrm>
          <a:prstGeom prst="straightConnector1">
            <a:avLst/>
          </a:prstGeom>
          <a:ln w="381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Parlance">
            <a:extLst>
              <a:ext uri="{FF2B5EF4-FFF2-40B4-BE49-F238E27FC236}">
                <a16:creationId xmlns:a16="http://schemas.microsoft.com/office/drawing/2014/main" id="{EB393033-D1DE-E1EE-BBC3-65A7DF1FC620}"/>
              </a:ext>
            </a:extLst>
          </p:cNvPr>
          <p:cNvSpPr txBox="1"/>
          <p:nvPr/>
        </p:nvSpPr>
        <p:spPr>
          <a:xfrm>
            <a:off x="4700756" y="869925"/>
            <a:ext cx="28103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This was produced during the CRP at Palco in 2024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E2FB4B36-6057-3E5C-1E88-F5BE20BA99AC}"/>
              </a:ext>
            </a:extLst>
          </p:cNvPr>
          <p:cNvCxnSpPr>
            <a:cxnSpLocks/>
            <a:stCxn id="164" idx="6"/>
            <a:endCxn id="11" idx="1"/>
          </p:cNvCxnSpPr>
          <p:nvPr/>
        </p:nvCxnSpPr>
        <p:spPr>
          <a:xfrm>
            <a:off x="7450730" y="4359863"/>
            <a:ext cx="540485" cy="18"/>
          </a:xfrm>
          <a:prstGeom prst="straightConnector1">
            <a:avLst/>
          </a:prstGeom>
          <a:ln w="34925" cmpd="dbl">
            <a:solidFill>
              <a:srgbClr val="A82F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Flowchart: Terminator 114">
            <a:extLst>
              <a:ext uri="{FF2B5EF4-FFF2-40B4-BE49-F238E27FC236}">
                <a16:creationId xmlns:a16="http://schemas.microsoft.com/office/drawing/2014/main" id="{7345C48A-FA1A-AB8A-7367-50EC59DD3991}"/>
              </a:ext>
            </a:extLst>
          </p:cNvPr>
          <p:cNvSpPr/>
          <p:nvPr/>
        </p:nvSpPr>
        <p:spPr>
          <a:xfrm>
            <a:off x="9874129" y="5284956"/>
            <a:ext cx="1294616" cy="405087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</a:rPr>
              <a:t>S999. via S998.</a:t>
            </a:r>
            <a:b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</a:rPr>
              <a:t>END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52EBD6A-4D0E-DDCD-398A-09B71D8E2D0C}"/>
              </a:ext>
            </a:extLst>
          </p:cNvPr>
          <p:cNvSpPr txBox="1"/>
          <p:nvPr/>
        </p:nvSpPr>
        <p:spPr>
          <a:xfrm>
            <a:off x="1336146" y="6213005"/>
            <a:ext cx="1888747" cy="471755"/>
          </a:xfrm>
          <a:prstGeom prst="flowChartInternalStorag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/>
              <a:t>Represents a Sub or separate SOP</a:t>
            </a:r>
          </a:p>
        </p:txBody>
      </p: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2271D857-69BD-E66E-5C9D-00F0598D8D61}"/>
              </a:ext>
            </a:extLst>
          </p:cNvPr>
          <p:cNvCxnSpPr>
            <a:cxnSpLocks/>
            <a:stCxn id="34" idx="3"/>
            <a:endCxn id="164" idx="4"/>
          </p:cNvCxnSpPr>
          <p:nvPr/>
        </p:nvCxnSpPr>
        <p:spPr>
          <a:xfrm flipV="1">
            <a:off x="6890452" y="4449679"/>
            <a:ext cx="468015" cy="467390"/>
          </a:xfrm>
          <a:prstGeom prst="bentConnector2">
            <a:avLst/>
          </a:prstGeom>
          <a:ln w="381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Flowchart: Or 163">
            <a:extLst>
              <a:ext uri="{FF2B5EF4-FFF2-40B4-BE49-F238E27FC236}">
                <a16:creationId xmlns:a16="http://schemas.microsoft.com/office/drawing/2014/main" id="{3E3C8A35-3C18-686B-C3A0-4A2D1870B36D}"/>
              </a:ext>
            </a:extLst>
          </p:cNvPr>
          <p:cNvSpPr/>
          <p:nvPr/>
        </p:nvSpPr>
        <p:spPr>
          <a:xfrm>
            <a:off x="7266204" y="4270047"/>
            <a:ext cx="184526" cy="179632"/>
          </a:xfrm>
          <a:prstGeom prst="flowChar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tx1"/>
              </a:solidFill>
            </a:endParaRPr>
          </a:p>
        </p:txBody>
      </p: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852487C4-CEB8-1DD3-B44E-E5F06E54D2D1}"/>
              </a:ext>
            </a:extLst>
          </p:cNvPr>
          <p:cNvCxnSpPr>
            <a:cxnSpLocks/>
            <a:stCxn id="16" idx="3"/>
            <a:endCxn id="164" idx="0"/>
          </p:cNvCxnSpPr>
          <p:nvPr/>
        </p:nvCxnSpPr>
        <p:spPr>
          <a:xfrm>
            <a:off x="6556546" y="3873103"/>
            <a:ext cx="801921" cy="396944"/>
          </a:xfrm>
          <a:prstGeom prst="bentConnector2">
            <a:avLst/>
          </a:prstGeom>
          <a:ln w="38100" cmpd="dbl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B607BFA0-018E-5B35-CC89-318CA4A49595}"/>
              </a:ext>
            </a:extLst>
          </p:cNvPr>
          <p:cNvCxnSpPr>
            <a:cxnSpLocks/>
            <a:stCxn id="89" idx="3"/>
            <a:endCxn id="164" idx="4"/>
          </p:cNvCxnSpPr>
          <p:nvPr/>
        </p:nvCxnSpPr>
        <p:spPr>
          <a:xfrm flipV="1">
            <a:off x="2679817" y="4449679"/>
            <a:ext cx="4678650" cy="1438744"/>
          </a:xfrm>
          <a:prstGeom prst="bentConnector2">
            <a:avLst/>
          </a:prstGeom>
          <a:ln w="38100" cmpd="dbl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9B6A114A-821C-416A-6796-FD862D192661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8640790" y="4669314"/>
            <a:ext cx="3802" cy="471750"/>
          </a:xfrm>
          <a:prstGeom prst="straightConnector1">
            <a:avLst/>
          </a:prstGeom>
          <a:ln w="34925" cmpd="dbl">
            <a:solidFill>
              <a:srgbClr val="A82F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741DBB88-897E-5A5D-87FE-A1A5D4E6A462}"/>
              </a:ext>
            </a:extLst>
          </p:cNvPr>
          <p:cNvCxnSpPr>
            <a:cxnSpLocks/>
            <a:stCxn id="12" idx="3"/>
            <a:endCxn id="115" idx="1"/>
          </p:cNvCxnSpPr>
          <p:nvPr/>
        </p:nvCxnSpPr>
        <p:spPr>
          <a:xfrm flipV="1">
            <a:off x="9406855" y="5487500"/>
            <a:ext cx="467274" cy="1"/>
          </a:xfrm>
          <a:prstGeom prst="straightConnector1">
            <a:avLst/>
          </a:prstGeom>
          <a:ln w="34925" cmpd="dbl">
            <a:solidFill>
              <a:srgbClr val="A82F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7984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bi template for Process etc" id="{BF4A0D7B-CA68-4AFE-9D83-A41674BFC30D}" vid="{A1D45B32-9E08-4E92-AC68-322278330F18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bi template for Process etc" id="{BF4A0D7B-CA68-4AFE-9D83-A41674BFC30D}" vid="{65D0A2C0-6B61-4A40-BDFF-355584D2D2D8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Subi template for Process etc</Template>
  <TotalTime>709</TotalTime>
  <Words>142</Words>
  <Application>Microsoft Office PowerPoint</Application>
  <PresentationFormat>Widescreen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1_Office Theme</vt:lpstr>
      <vt:lpstr>M1. – Tech Mobile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Subi Rajagopalan</dc:creator>
  <cp:lastModifiedBy>Subi R</cp:lastModifiedBy>
  <cp:revision>22</cp:revision>
  <dcterms:created xsi:type="dcterms:W3CDTF">2025-06-03T13:31:39Z</dcterms:created>
  <dcterms:modified xsi:type="dcterms:W3CDTF">2026-01-12T21:19:02Z</dcterms:modified>
</cp:coreProperties>
</file>