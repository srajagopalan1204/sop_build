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
  </p:notesMasterIdLst>
  <p:sldIdLst>
    <p:sldId id="49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1" autoAdjust="0"/>
    <p:restoredTop sz="94660"/>
  </p:normalViewPr>
  <p:slideViewPr>
    <p:cSldViewPr snapToGrid="0">
      <p:cViewPr varScale="1">
        <p:scale>
          <a:sx n="105" d="100"/>
          <a:sy n="105" d="100"/>
        </p:scale>
        <p:origin x="9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2812B-38D3-4B49-B99D-BAAF95AC82AF}" type="datetimeFigureOut">
              <a:rPr lang="en-US" smtClean="0"/>
              <a:t>12/21/2025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03784-C198-49B1-BBEF-9EB2D7F83474}" type="slidenum">
              <a:rPr lang="en-US" smtClean="0"/>
              <a:t>‹#›</a:t>
            </a:fld>
            <a:endParaRPr lang="en-US" dirty="0"/>
          </a:p>
        </p:txBody>
      </p:sp>
    </p:spTree>
    <p:extLst>
      <p:ext uri="{BB962C8B-B14F-4D97-AF65-F5344CB8AC3E}">
        <p14:creationId xmlns:p14="http://schemas.microsoft.com/office/powerpoint/2010/main" val="37197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p:cNvSpPr>
            <a:spLocks noGrp="1"/>
          </p:cNvSpPr>
          <p:nvPr>
            <p:ph type="sldNum" sz="quarter" idx="5"/>
          </p:nvPr>
        </p:nvSpPr>
        <p:spPr/>
        <p:txBody>
          <a:bodyPr/>
          <a:lstStyle/>
          <a:p>
            <a:fld id="{73D03784-C198-49B1-BBEF-9EB2D7F83474}" type="slidenum">
              <a:rPr lang="en-US" smtClean="0"/>
              <a:t>1</a:t>
            </a:fld>
            <a:endParaRPr lang="en-US" dirty="0"/>
          </a:p>
        </p:txBody>
      </p:sp>
    </p:spTree>
    <p:extLst>
      <p:ext uri="{BB962C8B-B14F-4D97-AF65-F5344CB8AC3E}">
        <p14:creationId xmlns:p14="http://schemas.microsoft.com/office/powerpoint/2010/main" val="1093449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5C8-50CF-415A-F008-0541068DA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7D5AEA-3323-48FA-BD11-1ADBDDE77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A9AA9-C036-BFD9-A6BA-FB090DC12E65}"/>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1BFF9165-C9B7-6890-911F-5E9B60317BD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BFB95A-E7F1-5CEF-9017-D6370EFE1C66}"/>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2623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8C69-0836-D57F-A1D1-0AD128EE6552}"/>
              </a:ext>
            </a:extLst>
          </p:cNvPr>
          <p:cNvSpPr>
            <a:spLocks noGrp="1"/>
          </p:cNvSpPr>
          <p:nvPr>
            <p:ph type="title"/>
          </p:nvPr>
        </p:nvSpPr>
        <p:spPr>
          <a:xfrm>
            <a:off x="838200" y="365125"/>
            <a:ext cx="10515600" cy="641639"/>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217BDA-76E6-BB3E-B3E1-151E3CCFAB2B}"/>
              </a:ext>
            </a:extLst>
          </p:cNvPr>
          <p:cNvSpPr>
            <a:spLocks noGrp="1"/>
          </p:cNvSpPr>
          <p:nvPr>
            <p:ph idx="1"/>
          </p:nvPr>
        </p:nvSpPr>
        <p:spPr>
          <a:xfrm>
            <a:off x="838200" y="1136073"/>
            <a:ext cx="10515600" cy="50408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1672A-7349-F091-635B-C81F4457E1AB}"/>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9BC155B3-0013-6CB3-3C52-AA819CD7B6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70BAB0-7EE3-7141-51D1-831FE4DDE3A7}"/>
              </a:ext>
            </a:extLst>
          </p:cNvPr>
          <p:cNvSpPr>
            <a:spLocks noGrp="1"/>
          </p:cNvSpPr>
          <p:nvPr>
            <p:ph type="sldNum" sz="quarter" idx="12"/>
          </p:nvPr>
        </p:nvSpPr>
        <p:spPr/>
        <p:txBody>
          <a:bodyPr/>
          <a:lstStyle>
            <a:lvl1pPr>
              <a:defRPr/>
            </a:lvl1pPr>
          </a:lstStyle>
          <a:p>
            <a:fld id="{0099ECAC-965E-4A1B-8C35-92C0E7A8F938}" type="slidenum">
              <a:rPr lang="en-US" smtClean="0"/>
              <a:pPr/>
              <a:t>‹#›</a:t>
            </a:fld>
            <a:fld id="{85065064-5DB3-4099-8DC9-1EBF0BFFFD01}" type="slidenum">
              <a:rPr lang="en-US" smtClean="0"/>
              <a:pPr/>
              <a:t>‹#›</a:t>
            </a:fld>
            <a:endParaRPr lang="en-US" dirty="0"/>
          </a:p>
        </p:txBody>
      </p:sp>
    </p:spTree>
    <p:extLst>
      <p:ext uri="{BB962C8B-B14F-4D97-AF65-F5344CB8AC3E}">
        <p14:creationId xmlns:p14="http://schemas.microsoft.com/office/powerpoint/2010/main" val="114563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1B5A-36F5-0561-8044-B15742660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DD5348-FD4B-EC5A-395C-4EAA5808D3B3}"/>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Om Gurubhyo Namaha</a:t>
            </a:r>
          </a:p>
        </p:txBody>
      </p:sp>
      <p:sp>
        <p:nvSpPr>
          <p:cNvPr id="4" name="Date Placeholder 3">
            <a:extLst>
              <a:ext uri="{FF2B5EF4-FFF2-40B4-BE49-F238E27FC236}">
                <a16:creationId xmlns:a16="http://schemas.microsoft.com/office/drawing/2014/main" id="{17895131-E548-8CA2-4BC6-CA6C7C5819CD}"/>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3B5555FE-F203-B760-6BC5-637F0B00DA2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9C21015-E66D-15A8-078C-D8605B10EDF3}"/>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255440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BA64-C5EF-5A2A-D2F9-AA9982D752F1}"/>
              </a:ext>
            </a:extLst>
          </p:cNvPr>
          <p:cNvSpPr>
            <a:spLocks noGrp="1"/>
          </p:cNvSpPr>
          <p:nvPr>
            <p:ph type="title"/>
          </p:nvPr>
        </p:nvSpPr>
        <p:spPr>
          <a:xfrm>
            <a:off x="838200" y="365125"/>
            <a:ext cx="10515600" cy="660111"/>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F971D1-B7FF-2430-A0EE-1FF7DD10A3BE}"/>
              </a:ext>
            </a:extLst>
          </p:cNvPr>
          <p:cNvSpPr>
            <a:spLocks noGrp="1"/>
          </p:cNvSpPr>
          <p:nvPr>
            <p:ph sz="half" idx="1"/>
          </p:nvPr>
        </p:nvSpPr>
        <p:spPr>
          <a:xfrm>
            <a:off x="838200" y="1099127"/>
            <a:ext cx="5181600" cy="50778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7C53B-A6C5-3F9C-C349-65D4DBD732AB}"/>
              </a:ext>
            </a:extLst>
          </p:cNvPr>
          <p:cNvSpPr>
            <a:spLocks noGrp="1"/>
          </p:cNvSpPr>
          <p:nvPr>
            <p:ph sz="half" idx="2"/>
          </p:nvPr>
        </p:nvSpPr>
        <p:spPr>
          <a:xfrm>
            <a:off x="6172200" y="1204623"/>
            <a:ext cx="5181600" cy="497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5E7017F-B782-A90A-0FFA-E5265B52BF28}"/>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6" name="Footer Placeholder 5">
            <a:extLst>
              <a:ext uri="{FF2B5EF4-FFF2-40B4-BE49-F238E27FC236}">
                <a16:creationId xmlns:a16="http://schemas.microsoft.com/office/drawing/2014/main" id="{334C2B15-8DFF-1DE6-6A7C-FF0A144E89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3BC1BC-C419-38F2-7D1A-A20AC606E8DE}"/>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73620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A86-2FAC-2FF8-C3D3-180CCFDF87A6}"/>
              </a:ext>
            </a:extLst>
          </p:cNvPr>
          <p:cNvSpPr>
            <a:spLocks noGrp="1"/>
          </p:cNvSpPr>
          <p:nvPr>
            <p:ph type="title"/>
          </p:nvPr>
        </p:nvSpPr>
        <p:spPr>
          <a:xfrm>
            <a:off x="839788" y="365125"/>
            <a:ext cx="10515600" cy="1325563"/>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Text Placeholder 2">
            <a:extLst>
              <a:ext uri="{FF2B5EF4-FFF2-40B4-BE49-F238E27FC236}">
                <a16:creationId xmlns:a16="http://schemas.microsoft.com/office/drawing/2014/main" id="{FBBDC75F-12A6-F58E-99C0-0CF118438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06EF7-7BAE-BB9D-7AB7-7F0F5BD774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FC7-08A4-AE46-8C95-E996A7A09E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67CFAB-7D5B-B1DF-79BE-BF0035F9F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629BA-9088-21C7-B39F-6887B00FF456}"/>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8" name="Footer Placeholder 7">
            <a:extLst>
              <a:ext uri="{FF2B5EF4-FFF2-40B4-BE49-F238E27FC236}">
                <a16:creationId xmlns:a16="http://schemas.microsoft.com/office/drawing/2014/main" id="{B9DEA092-026A-7CF8-47E4-3DE1BD3DBFD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8D5890D-168E-4CD5-6766-DF6D944AA00C}"/>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30572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8478-E4BB-F911-B561-AEAFA0CFCB7C}"/>
              </a:ext>
            </a:extLst>
          </p:cNvPr>
          <p:cNvSpPr>
            <a:spLocks noGrp="1"/>
          </p:cNvSpPr>
          <p:nvPr>
            <p:ph type="title"/>
          </p:nvPr>
        </p:nvSpPr>
        <p:spPr>
          <a:xfrm>
            <a:off x="838200" y="365126"/>
            <a:ext cx="10515600" cy="613930"/>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Date Placeholder 2">
            <a:extLst>
              <a:ext uri="{FF2B5EF4-FFF2-40B4-BE49-F238E27FC236}">
                <a16:creationId xmlns:a16="http://schemas.microsoft.com/office/drawing/2014/main" id="{489B5571-61EB-9992-AD52-82D2C10C225F}"/>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4" name="Footer Placeholder 3">
            <a:extLst>
              <a:ext uri="{FF2B5EF4-FFF2-40B4-BE49-F238E27FC236}">
                <a16:creationId xmlns:a16="http://schemas.microsoft.com/office/drawing/2014/main" id="{2F361BD8-C049-6E41-BF02-8629DBFFE06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5FA10D-2130-2EEB-F88A-6FB28F7B459E}"/>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172773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7C35C-2F83-9112-3D05-5D79D98A72E4}"/>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3" name="Footer Placeholder 2">
            <a:extLst>
              <a:ext uri="{FF2B5EF4-FFF2-40B4-BE49-F238E27FC236}">
                <a16:creationId xmlns:a16="http://schemas.microsoft.com/office/drawing/2014/main" id="{2892D01F-2FBC-F3CF-2CDE-F3792EBA13C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0633B84-88E9-F70F-96B2-2E989B558C79}"/>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6242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BC4D-52EC-C1E3-353A-C54658AC4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2485-065D-E13E-0BCE-15FC989A0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0DA83-20BF-C343-1644-A3DFCA41F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DCEB9-B60E-4C38-CB6C-3AC8E00A1C0C}"/>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6" name="Footer Placeholder 5">
            <a:extLst>
              <a:ext uri="{FF2B5EF4-FFF2-40B4-BE49-F238E27FC236}">
                <a16:creationId xmlns:a16="http://schemas.microsoft.com/office/drawing/2014/main" id="{B1AA4633-70FB-7CE5-CE9E-4DEB2B7AC8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9371AF-944F-586D-BE5A-6BCFCFF73CE9}"/>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1102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206D-FAD5-741A-D949-1550EBB6A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11A9A-0F52-650A-D7FA-2AA795CF5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B9386B6-83F8-C5EB-C9EE-B00DCA4CC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DEDE3-14CF-04CD-19C2-EA856223F2F7}"/>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6" name="Footer Placeholder 5">
            <a:extLst>
              <a:ext uri="{FF2B5EF4-FFF2-40B4-BE49-F238E27FC236}">
                <a16:creationId xmlns:a16="http://schemas.microsoft.com/office/drawing/2014/main" id="{13472B4D-2904-9AA9-FEA0-6502A85BDAC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0315FCF-52CE-48CA-9004-E3C9DA0906B1}"/>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221206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3659-7E4A-C6A9-E0BE-966BF3F04B9C}"/>
              </a:ext>
            </a:extLst>
          </p:cNvPr>
          <p:cNvSpPr>
            <a:spLocks noGrp="1"/>
          </p:cNvSpPr>
          <p:nvPr>
            <p:ph type="title"/>
          </p:nvPr>
        </p:nvSpPr>
        <p:spPr>
          <a:xfrm>
            <a:off x="838200" y="365126"/>
            <a:ext cx="10515600" cy="734002"/>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A8F577EF-EF7C-B0E1-B78D-8E86EC5DE414}"/>
              </a:ext>
            </a:extLst>
          </p:cNvPr>
          <p:cNvSpPr>
            <a:spLocks noGrp="1"/>
          </p:cNvSpPr>
          <p:nvPr>
            <p:ph type="body" orient="vert" idx="1"/>
          </p:nvPr>
        </p:nvSpPr>
        <p:spPr>
          <a:xfrm>
            <a:off x="838200" y="1302327"/>
            <a:ext cx="10515600" cy="4874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53754-6FEB-1368-094C-D3C7E08A208B}"/>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6321C6AF-F657-77DA-7BBA-66686DCB0C8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5ED93A-DD25-5B55-758E-117717D6FF6E}"/>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88285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90E42-68AF-C485-0EC1-318D5A8E736A}"/>
              </a:ext>
            </a:extLst>
          </p:cNvPr>
          <p:cNvSpPr>
            <a:spLocks noGrp="1"/>
          </p:cNvSpPr>
          <p:nvPr>
            <p:ph type="title" orient="vert"/>
          </p:nvPr>
        </p:nvSpPr>
        <p:spPr>
          <a:xfrm>
            <a:off x="9550400" y="365125"/>
            <a:ext cx="1803400" cy="5811838"/>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1974279A-D88C-37A8-DA7E-A4D0FE362930}"/>
              </a:ext>
            </a:extLst>
          </p:cNvPr>
          <p:cNvSpPr>
            <a:spLocks noGrp="1"/>
          </p:cNvSpPr>
          <p:nvPr>
            <p:ph type="body" orient="vert" idx="1"/>
          </p:nvPr>
        </p:nvSpPr>
        <p:spPr>
          <a:xfrm>
            <a:off x="838200" y="365125"/>
            <a:ext cx="8712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AAF4-F208-5074-690E-8B10AFC9EC6F}"/>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407C460B-1688-0DE9-9D5C-5D9DAF1FF7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6475034-F447-EE34-3299-88C8BC402653}"/>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420463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A0F-D80C-CCE3-AB15-4783AD923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9EB6E9-CD61-61D0-8A2A-827A5B94C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B8389-146C-96C2-C745-C1D493ABD160}"/>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5CDD1293-2D74-169C-9E53-694A5B789B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DACD38-B4E5-EE42-4884-723589B257E7}"/>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8894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9CA-3F53-F2FD-F8D9-39864F70CE68}"/>
              </a:ext>
            </a:extLst>
          </p:cNvPr>
          <p:cNvSpPr>
            <a:spLocks noGrp="1"/>
          </p:cNvSpPr>
          <p:nvPr>
            <p:ph type="title"/>
          </p:nvPr>
        </p:nvSpPr>
        <p:spPr>
          <a:xfrm>
            <a:off x="838200" y="365125"/>
            <a:ext cx="10515600" cy="616247"/>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B20F1BE9-4D6F-913B-9039-67062033BD5D}"/>
              </a:ext>
            </a:extLst>
          </p:cNvPr>
          <p:cNvSpPr>
            <a:spLocks noGrp="1"/>
          </p:cNvSpPr>
          <p:nvPr>
            <p:ph idx="1"/>
          </p:nvPr>
        </p:nvSpPr>
        <p:spPr>
          <a:xfrm>
            <a:off x="838200" y="1225800"/>
            <a:ext cx="10515600" cy="495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8B3D8-762E-7074-723D-97BF15F1CFA4}"/>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031D5FC8-6DF0-00F7-2160-0E5A6D5E87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882BD-A8A2-BFC3-A911-A4EF600C10EF}"/>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7" name="Connector: Elbow 6">
            <a:extLst>
              <a:ext uri="{FF2B5EF4-FFF2-40B4-BE49-F238E27FC236}">
                <a16:creationId xmlns:a16="http://schemas.microsoft.com/office/drawing/2014/main" id="{EBAB159C-2028-2BD0-2BF1-70269BBB08E2}"/>
              </a:ext>
            </a:extLst>
          </p:cNvPr>
          <p:cNvCxnSpPr>
            <a:cxnSpLocks/>
          </p:cNvCxnSpPr>
          <p:nvPr userDrawn="1"/>
        </p:nvCxnSpPr>
        <p:spPr>
          <a:xfrm>
            <a:off x="9792218" y="2232504"/>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739026-2AB4-B8E9-D9E1-0B1FE103E04A}"/>
              </a:ext>
            </a:extLst>
          </p:cNvPr>
          <p:cNvCxnSpPr>
            <a:cxnSpLocks/>
          </p:cNvCxnSpPr>
          <p:nvPr userDrawn="1"/>
        </p:nvCxnSpPr>
        <p:spPr>
          <a:xfrm>
            <a:off x="9724766" y="2099829"/>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ocess 8">
            <a:extLst>
              <a:ext uri="{FF2B5EF4-FFF2-40B4-BE49-F238E27FC236}">
                <a16:creationId xmlns:a16="http://schemas.microsoft.com/office/drawing/2014/main" id="{A7FC00BF-29D0-616C-736D-09D0003D8650}"/>
              </a:ext>
            </a:extLst>
          </p:cNvPr>
          <p:cNvSpPr/>
          <p:nvPr userDrawn="1"/>
        </p:nvSpPr>
        <p:spPr>
          <a:xfrm>
            <a:off x="9792218" y="3377190"/>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0" name="Flowchart: Predefined Process 9">
            <a:extLst>
              <a:ext uri="{FF2B5EF4-FFF2-40B4-BE49-F238E27FC236}">
                <a16:creationId xmlns:a16="http://schemas.microsoft.com/office/drawing/2014/main" id="{DD210F9B-5A58-AECF-3AF9-AF74DA2186B5}"/>
              </a:ext>
            </a:extLst>
          </p:cNvPr>
          <p:cNvSpPr/>
          <p:nvPr userDrawn="1"/>
        </p:nvSpPr>
        <p:spPr>
          <a:xfrm>
            <a:off x="9791277" y="2687733"/>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1" name="Group 10">
            <a:extLst>
              <a:ext uri="{FF2B5EF4-FFF2-40B4-BE49-F238E27FC236}">
                <a16:creationId xmlns:a16="http://schemas.microsoft.com/office/drawing/2014/main" id="{02EF29D5-D592-F4EF-C0F8-0D0068B61D92}"/>
              </a:ext>
            </a:extLst>
          </p:cNvPr>
          <p:cNvGrpSpPr/>
          <p:nvPr userDrawn="1"/>
        </p:nvGrpSpPr>
        <p:grpSpPr>
          <a:xfrm>
            <a:off x="9836105" y="4029532"/>
            <a:ext cx="619432" cy="643638"/>
            <a:chOff x="5063613" y="1984029"/>
            <a:chExt cx="619432" cy="643638"/>
          </a:xfrm>
        </p:grpSpPr>
        <p:sp>
          <p:nvSpPr>
            <p:cNvPr id="12" name="Flowchart: Decision 11">
              <a:extLst>
                <a:ext uri="{FF2B5EF4-FFF2-40B4-BE49-F238E27FC236}">
                  <a16:creationId xmlns:a16="http://schemas.microsoft.com/office/drawing/2014/main" id="{24AA1AEC-072C-4C3C-3ED2-3B61B79707B6}"/>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3" name="Flowchart: Process 12">
              <a:extLst>
                <a:ext uri="{FF2B5EF4-FFF2-40B4-BE49-F238E27FC236}">
                  <a16:creationId xmlns:a16="http://schemas.microsoft.com/office/drawing/2014/main" id="{B76CDF6D-0209-CA35-7049-C9462C72B20F}"/>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4" name="Flowchart: Process 13">
              <a:extLst>
                <a:ext uri="{FF2B5EF4-FFF2-40B4-BE49-F238E27FC236}">
                  <a16:creationId xmlns:a16="http://schemas.microsoft.com/office/drawing/2014/main" id="{E63BCD9C-3431-5832-089E-34005BEF9947}"/>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5" name="Flowchart: Terminator 14">
            <a:extLst>
              <a:ext uri="{FF2B5EF4-FFF2-40B4-BE49-F238E27FC236}">
                <a16:creationId xmlns:a16="http://schemas.microsoft.com/office/drawing/2014/main" id="{88899EA2-6BCB-9DE8-F25D-BA3A48FAB970}"/>
              </a:ext>
            </a:extLst>
          </p:cNvPr>
          <p:cNvSpPr/>
          <p:nvPr userDrawn="1"/>
        </p:nvSpPr>
        <p:spPr>
          <a:xfrm>
            <a:off x="10137310" y="49756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Flowchart: Or 15">
            <a:extLst>
              <a:ext uri="{FF2B5EF4-FFF2-40B4-BE49-F238E27FC236}">
                <a16:creationId xmlns:a16="http://schemas.microsoft.com/office/drawing/2014/main" id="{5DC37016-2D9B-2B62-07CD-D8B0914498C5}"/>
              </a:ext>
            </a:extLst>
          </p:cNvPr>
          <p:cNvSpPr/>
          <p:nvPr userDrawn="1"/>
        </p:nvSpPr>
        <p:spPr>
          <a:xfrm>
            <a:off x="10153373" y="5385978"/>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7" name="TextBox 16">
            <a:extLst>
              <a:ext uri="{FF2B5EF4-FFF2-40B4-BE49-F238E27FC236}">
                <a16:creationId xmlns:a16="http://schemas.microsoft.com/office/drawing/2014/main" id="{A363C889-7A6E-8DF1-CCEC-0F3C05C946AF}"/>
              </a:ext>
            </a:extLst>
          </p:cNvPr>
          <p:cNvSpPr txBox="1"/>
          <p:nvPr userDrawn="1"/>
        </p:nvSpPr>
        <p:spPr>
          <a:xfrm>
            <a:off x="9954092" y="5862854"/>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232470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9770-E023-9410-C871-143F43C43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41C4A-E66E-D2AE-35D0-92AE7D4E1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9C4-BE68-F12A-CDDE-9751ED86FBA6}"/>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62772BB6-FD27-E76C-46F3-8955696897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1350A-9626-1197-4373-D237813733F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300168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A45F-F35C-647A-26D9-003C8303739B}"/>
              </a:ext>
            </a:extLst>
          </p:cNvPr>
          <p:cNvSpPr>
            <a:spLocks noGrp="1"/>
          </p:cNvSpPr>
          <p:nvPr>
            <p:ph type="title"/>
          </p:nvPr>
        </p:nvSpPr>
        <p:spPr>
          <a:xfrm>
            <a:off x="838200" y="365126"/>
            <a:ext cx="10515600" cy="676496"/>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F30E324-C87F-0589-C891-E1DDAF756061}"/>
              </a:ext>
            </a:extLst>
          </p:cNvPr>
          <p:cNvSpPr>
            <a:spLocks noGrp="1"/>
          </p:cNvSpPr>
          <p:nvPr>
            <p:ph sz="half" idx="1"/>
          </p:nvPr>
        </p:nvSpPr>
        <p:spPr>
          <a:xfrm>
            <a:off x="838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1F60C7-D973-AFC7-A0F5-CE7C8F2C8E4E}"/>
              </a:ext>
            </a:extLst>
          </p:cNvPr>
          <p:cNvSpPr>
            <a:spLocks noGrp="1"/>
          </p:cNvSpPr>
          <p:nvPr>
            <p:ph sz="half" idx="2"/>
          </p:nvPr>
        </p:nvSpPr>
        <p:spPr>
          <a:xfrm>
            <a:off x="6172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E4289-FEA8-BF2C-99D6-0BF68C2B904F}"/>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6" name="Footer Placeholder 5">
            <a:extLst>
              <a:ext uri="{FF2B5EF4-FFF2-40B4-BE49-F238E27FC236}">
                <a16:creationId xmlns:a16="http://schemas.microsoft.com/office/drawing/2014/main" id="{48B9C200-3D24-3465-1DA6-85F109357E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8E8B51-D1D3-6390-47D8-DCC16F2E3CA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332101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4E3-D4F7-CC8E-464D-5D298DD313C6}"/>
              </a:ext>
            </a:extLst>
          </p:cNvPr>
          <p:cNvSpPr>
            <a:spLocks noGrp="1"/>
          </p:cNvSpPr>
          <p:nvPr>
            <p:ph type="title"/>
          </p:nvPr>
        </p:nvSpPr>
        <p:spPr>
          <a:xfrm>
            <a:off x="839788" y="365125"/>
            <a:ext cx="10515600" cy="620837"/>
          </a:xfrm>
        </p:spPr>
        <p:txBody>
          <a:bodyPr>
            <a:no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A39ECF25-E39B-9601-65BA-93B93D42C00C}"/>
              </a:ext>
            </a:extLst>
          </p:cNvPr>
          <p:cNvSpPr>
            <a:spLocks noGrp="1"/>
          </p:cNvSpPr>
          <p:nvPr>
            <p:ph type="body" idx="1"/>
          </p:nvPr>
        </p:nvSpPr>
        <p:spPr>
          <a:xfrm>
            <a:off x="839788" y="1152649"/>
            <a:ext cx="5157787"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1E5F9-D04B-CD74-63D9-F61CB8ED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F9FD6-E78A-C4F8-EAF6-B812BB3E82B2}"/>
              </a:ext>
            </a:extLst>
          </p:cNvPr>
          <p:cNvSpPr>
            <a:spLocks noGrp="1"/>
          </p:cNvSpPr>
          <p:nvPr>
            <p:ph type="body" sz="quarter" idx="3"/>
          </p:nvPr>
        </p:nvSpPr>
        <p:spPr>
          <a:xfrm>
            <a:off x="6172200" y="1152649"/>
            <a:ext cx="5183188"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3319CD-420D-696D-9AAA-148FEC58E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92367-5D7E-2712-8BFB-3084888D503E}"/>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8" name="Footer Placeholder 7">
            <a:extLst>
              <a:ext uri="{FF2B5EF4-FFF2-40B4-BE49-F238E27FC236}">
                <a16:creationId xmlns:a16="http://schemas.microsoft.com/office/drawing/2014/main" id="{5139E9A8-8F5A-B094-C6C4-9A79DAFEA8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C0890FE-5675-AC73-A77C-596908FB5EB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825511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584C-1A3B-40C7-7210-08A7B73218BC}"/>
              </a:ext>
            </a:extLst>
          </p:cNvPr>
          <p:cNvSpPr>
            <a:spLocks noGrp="1"/>
          </p:cNvSpPr>
          <p:nvPr>
            <p:ph type="title"/>
          </p:nvPr>
        </p:nvSpPr>
        <p:spPr>
          <a:xfrm>
            <a:off x="838200" y="365126"/>
            <a:ext cx="10515600" cy="711528"/>
          </a:xfrm>
        </p:spPr>
        <p:txBody>
          <a:bodyPr>
            <a:normAutofit/>
          </a:bodyPr>
          <a:lstStyle>
            <a:lvl1pPr>
              <a:defRPr sz="2400"/>
            </a:lvl1pPr>
          </a:lstStyle>
          <a:p>
            <a:r>
              <a:rPr lang="en-US"/>
              <a:t>Click to edit Master title style</a:t>
            </a:r>
          </a:p>
        </p:txBody>
      </p:sp>
      <p:sp>
        <p:nvSpPr>
          <p:cNvPr id="3" name="Date Placeholder 2">
            <a:extLst>
              <a:ext uri="{FF2B5EF4-FFF2-40B4-BE49-F238E27FC236}">
                <a16:creationId xmlns:a16="http://schemas.microsoft.com/office/drawing/2014/main" id="{F520EFFE-758A-CBDD-383F-663159469BB1}"/>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4" name="Footer Placeholder 3">
            <a:extLst>
              <a:ext uri="{FF2B5EF4-FFF2-40B4-BE49-F238E27FC236}">
                <a16:creationId xmlns:a16="http://schemas.microsoft.com/office/drawing/2014/main" id="{41B5C464-9436-8292-82C4-58C692C44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800F54-3083-50BD-631C-045269AB8B27}"/>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6" name="Connector: Elbow 5">
            <a:extLst>
              <a:ext uri="{FF2B5EF4-FFF2-40B4-BE49-F238E27FC236}">
                <a16:creationId xmlns:a16="http://schemas.microsoft.com/office/drawing/2014/main" id="{CADB9EB1-13A2-12BF-CE55-2D04B72BCFEB}"/>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2C8F782-7310-7DAD-8E86-A5788CFCFB37}"/>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8" name="Flowchart: Process 7">
            <a:extLst>
              <a:ext uri="{FF2B5EF4-FFF2-40B4-BE49-F238E27FC236}">
                <a16:creationId xmlns:a16="http://schemas.microsoft.com/office/drawing/2014/main" id="{0FCCC052-341D-FEFB-7A64-36125CF6B220}"/>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9" name="Flowchart: Predefined Process 8">
            <a:extLst>
              <a:ext uri="{FF2B5EF4-FFF2-40B4-BE49-F238E27FC236}">
                <a16:creationId xmlns:a16="http://schemas.microsoft.com/office/drawing/2014/main" id="{57042A46-CAB6-42B1-AD9C-EA585273EDE6}"/>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0" name="Group 9">
            <a:extLst>
              <a:ext uri="{FF2B5EF4-FFF2-40B4-BE49-F238E27FC236}">
                <a16:creationId xmlns:a16="http://schemas.microsoft.com/office/drawing/2014/main" id="{140E25AA-B86E-55A7-9210-AABDB2AEDE93}"/>
              </a:ext>
            </a:extLst>
          </p:cNvPr>
          <p:cNvGrpSpPr/>
          <p:nvPr userDrawn="1"/>
        </p:nvGrpSpPr>
        <p:grpSpPr>
          <a:xfrm>
            <a:off x="11307096" y="3107181"/>
            <a:ext cx="619432" cy="643638"/>
            <a:chOff x="5063613" y="1984029"/>
            <a:chExt cx="619432" cy="643638"/>
          </a:xfrm>
        </p:grpSpPr>
        <p:sp>
          <p:nvSpPr>
            <p:cNvPr id="11" name="Flowchart: Decision 10">
              <a:extLst>
                <a:ext uri="{FF2B5EF4-FFF2-40B4-BE49-F238E27FC236}">
                  <a16:creationId xmlns:a16="http://schemas.microsoft.com/office/drawing/2014/main" id="{FF730E09-FF83-C9AA-3902-A4CC0008DF9A}"/>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2" name="Flowchart: Process 11">
              <a:extLst>
                <a:ext uri="{FF2B5EF4-FFF2-40B4-BE49-F238E27FC236}">
                  <a16:creationId xmlns:a16="http://schemas.microsoft.com/office/drawing/2014/main" id="{45A5E134-0ACB-03FA-B286-F8CB5B35D826}"/>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3" name="Flowchart: Process 12">
              <a:extLst>
                <a:ext uri="{FF2B5EF4-FFF2-40B4-BE49-F238E27FC236}">
                  <a16:creationId xmlns:a16="http://schemas.microsoft.com/office/drawing/2014/main" id="{4055C0C7-BB24-6FEA-4154-F4A8A6C9C8B6}"/>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4" name="Flowchart: Terminator 13">
            <a:extLst>
              <a:ext uri="{FF2B5EF4-FFF2-40B4-BE49-F238E27FC236}">
                <a16:creationId xmlns:a16="http://schemas.microsoft.com/office/drawing/2014/main" id="{C4D6068A-EF05-DED2-7FB5-A05D4E9FF5C9}"/>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Flowchart: Or 14">
            <a:extLst>
              <a:ext uri="{FF2B5EF4-FFF2-40B4-BE49-F238E27FC236}">
                <a16:creationId xmlns:a16="http://schemas.microsoft.com/office/drawing/2014/main" id="{E3CBF5DC-0A57-DB25-4086-720F2BB2D5C7}"/>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TextBox 15">
            <a:extLst>
              <a:ext uri="{FF2B5EF4-FFF2-40B4-BE49-F238E27FC236}">
                <a16:creationId xmlns:a16="http://schemas.microsoft.com/office/drawing/2014/main" id="{BA98C35E-05D4-FC16-284D-1FE0A740A24F}"/>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89892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4013F-69ED-5FD6-54E1-F66CD07D9DC5}"/>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3" name="Footer Placeholder 2">
            <a:extLst>
              <a:ext uri="{FF2B5EF4-FFF2-40B4-BE49-F238E27FC236}">
                <a16:creationId xmlns:a16="http://schemas.microsoft.com/office/drawing/2014/main" id="{5405AC58-0E18-109A-C336-B200265BD5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BB270DC-51B8-B8FA-FCE8-28E5E542E2E4}"/>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5" name="Connector: Elbow 4">
            <a:extLst>
              <a:ext uri="{FF2B5EF4-FFF2-40B4-BE49-F238E27FC236}">
                <a16:creationId xmlns:a16="http://schemas.microsoft.com/office/drawing/2014/main" id="{0C22BC47-DA0C-DC9F-1613-DECB093C048C}"/>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8CF4AE6-0DAC-7807-2D0C-6BF45FF6D40F}"/>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9A4769C0-5B8A-5727-0295-805812DCC991}"/>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8" name="Flowchart: Predefined Process 7">
            <a:extLst>
              <a:ext uri="{FF2B5EF4-FFF2-40B4-BE49-F238E27FC236}">
                <a16:creationId xmlns:a16="http://schemas.microsoft.com/office/drawing/2014/main" id="{BC110A3E-E08E-4F72-C915-04035FC069BC}"/>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9" name="Group 8">
            <a:extLst>
              <a:ext uri="{FF2B5EF4-FFF2-40B4-BE49-F238E27FC236}">
                <a16:creationId xmlns:a16="http://schemas.microsoft.com/office/drawing/2014/main" id="{7BB12E86-0A43-C8F0-B71B-051D97E2F7A8}"/>
              </a:ext>
            </a:extLst>
          </p:cNvPr>
          <p:cNvGrpSpPr/>
          <p:nvPr userDrawn="1"/>
        </p:nvGrpSpPr>
        <p:grpSpPr>
          <a:xfrm>
            <a:off x="11307096" y="3107181"/>
            <a:ext cx="619432" cy="643638"/>
            <a:chOff x="5063613" y="1984029"/>
            <a:chExt cx="619432" cy="643638"/>
          </a:xfrm>
        </p:grpSpPr>
        <p:sp>
          <p:nvSpPr>
            <p:cNvPr id="10" name="Flowchart: Decision 9">
              <a:extLst>
                <a:ext uri="{FF2B5EF4-FFF2-40B4-BE49-F238E27FC236}">
                  <a16:creationId xmlns:a16="http://schemas.microsoft.com/office/drawing/2014/main" id="{9FF152DB-562A-6101-BB35-46DAB8C33640}"/>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1" name="Flowchart: Process 10">
              <a:extLst>
                <a:ext uri="{FF2B5EF4-FFF2-40B4-BE49-F238E27FC236}">
                  <a16:creationId xmlns:a16="http://schemas.microsoft.com/office/drawing/2014/main" id="{341A865C-58A7-5C95-8E1D-A0F2EB5449DA}"/>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2" name="Flowchart: Process 11">
              <a:extLst>
                <a:ext uri="{FF2B5EF4-FFF2-40B4-BE49-F238E27FC236}">
                  <a16:creationId xmlns:a16="http://schemas.microsoft.com/office/drawing/2014/main" id="{51600EB1-F2BD-B7F2-D64E-D5E439186E5C}"/>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3" name="Flowchart: Terminator 12">
            <a:extLst>
              <a:ext uri="{FF2B5EF4-FFF2-40B4-BE49-F238E27FC236}">
                <a16:creationId xmlns:a16="http://schemas.microsoft.com/office/drawing/2014/main" id="{2B1F4DD4-D02F-332E-54B5-0A008A0EC2D1}"/>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4" name="Flowchart: Or 13">
            <a:extLst>
              <a:ext uri="{FF2B5EF4-FFF2-40B4-BE49-F238E27FC236}">
                <a16:creationId xmlns:a16="http://schemas.microsoft.com/office/drawing/2014/main" id="{802B57CA-B632-436C-6FE6-1E5A42B6203B}"/>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TextBox 14">
            <a:extLst>
              <a:ext uri="{FF2B5EF4-FFF2-40B4-BE49-F238E27FC236}">
                <a16:creationId xmlns:a16="http://schemas.microsoft.com/office/drawing/2014/main" id="{50B1507D-3E08-930D-9474-4DCC4DFA5D4B}"/>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54833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790-0DA3-0A21-E4F7-7D8BA40BB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6C797-24CB-8C02-FD9A-7B4A1A5FC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AEEE-F22F-2A4D-EB9F-3E11FB0EC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46557-3779-414E-9334-8CB4A554AC1D}"/>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6" name="Footer Placeholder 5">
            <a:extLst>
              <a:ext uri="{FF2B5EF4-FFF2-40B4-BE49-F238E27FC236}">
                <a16:creationId xmlns:a16="http://schemas.microsoft.com/office/drawing/2014/main" id="{E3959753-C4E1-3085-3ADB-AB70F0243D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49135-50CB-5B42-D981-7603A670CF3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427268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223E-20B0-FBBE-E2A2-77E27B06F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1CC382-E2ED-8228-67B0-E68056FD9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7E72B3-04DF-AEBD-DF86-6704D969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D0BB4-9E6A-BF1A-FC02-361C15CCB06D}"/>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6" name="Footer Placeholder 5">
            <a:extLst>
              <a:ext uri="{FF2B5EF4-FFF2-40B4-BE49-F238E27FC236}">
                <a16:creationId xmlns:a16="http://schemas.microsoft.com/office/drawing/2014/main" id="{FE3E8D7E-C9F3-2D80-B414-CF28017750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F75762-828F-7884-A027-1D4499B232B5}"/>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872929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2BA1-EFB8-3CB2-A131-6BE468BC8E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A4406-A093-5FDF-2923-FC9E8BFD1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A4ADA-A401-227F-4E0E-2E5F2DABE91B}"/>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7F918D7D-122A-2704-C650-EBCAA5CE14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71FD94-7043-047F-C788-B0CA3C9CC388}"/>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69985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9D2F1-0AF8-72C7-06AC-61204D293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A0608-744C-A09B-61F8-CD867253C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99943-6690-4FF9-2395-D6F303CEE7ED}"/>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626E97E0-DCF0-6E59-272E-6B2BCC0A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B02065-8D7B-FF3C-4AD2-57643EC58B9F}"/>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97012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60F18-5629-0D57-B902-6F25B881BB47}"/>
              </a:ext>
            </a:extLst>
          </p:cNvPr>
          <p:cNvSpPr>
            <a:spLocks noGrp="1"/>
          </p:cNvSpPr>
          <p:nvPr>
            <p:ph type="title"/>
          </p:nvPr>
        </p:nvSpPr>
        <p:spPr>
          <a:xfrm>
            <a:off x="838200" y="365126"/>
            <a:ext cx="10515600" cy="530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2A2B6F-B892-B035-22BD-F2AE28418166}"/>
              </a:ext>
            </a:extLst>
          </p:cNvPr>
          <p:cNvSpPr>
            <a:spLocks noGrp="1"/>
          </p:cNvSpPr>
          <p:nvPr>
            <p:ph type="body" idx="1"/>
          </p:nvPr>
        </p:nvSpPr>
        <p:spPr>
          <a:xfrm>
            <a:off x="838200" y="1025236"/>
            <a:ext cx="10515600" cy="51517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170D-6031-F3E8-BD71-046009B5A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53669B18-D71E-2EAF-2F4E-6B62A24E6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F453912-E807-3190-9E86-A51EB920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287B-8D1C-4A7C-9DA1-7D5302A44AAD}" type="slidenum">
              <a:rPr lang="en-US" smtClean="0"/>
              <a:t>‹#›</a:t>
            </a:fld>
            <a:endParaRPr lang="en-US" dirty="0"/>
          </a:p>
        </p:txBody>
      </p:sp>
    </p:spTree>
    <p:extLst>
      <p:ext uri="{BB962C8B-B14F-4D97-AF65-F5344CB8AC3E}">
        <p14:creationId xmlns:p14="http://schemas.microsoft.com/office/powerpoint/2010/main" val="554154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70D5-6246-80E4-B3A4-99839E625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153570-B867-214D-40CD-49325DBA8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D805C-53B7-73C9-F512-E43FB7F60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BDAD53F1-7C45-79A4-867D-A996F16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0BD18F-5B41-A223-E775-418217CDF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8E03B-08E9-4E47-AE19-F54F98104A83}" type="slidenum">
              <a:rPr lang="en-US" smtClean="0"/>
              <a:t>‹#›</a:t>
            </a:fld>
            <a:endParaRPr lang="en-US" dirty="0"/>
          </a:p>
        </p:txBody>
      </p:sp>
    </p:spTree>
    <p:extLst>
      <p:ext uri="{BB962C8B-B14F-4D97-AF65-F5344CB8AC3E}">
        <p14:creationId xmlns:p14="http://schemas.microsoft.com/office/powerpoint/2010/main" val="3198830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BAEEC-1F2E-8DFF-13B7-FBAE34B977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B1E9F6-2458-7C63-7686-875D57FD342C}"/>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23641321-3B27-FC58-06DA-91B3F92E8E26}"/>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71C21386-9D87-C9EF-C26A-DFC2DEB4A481}"/>
              </a:ext>
            </a:extLst>
          </p:cNvPr>
          <p:cNvSpPr/>
          <p:nvPr/>
        </p:nvSpPr>
        <p:spPr>
          <a:xfrm>
            <a:off x="4496607" y="1110810"/>
            <a:ext cx="436059" cy="44326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9" name="Flowchart: Process 8">
            <a:extLst>
              <a:ext uri="{FF2B5EF4-FFF2-40B4-BE49-F238E27FC236}">
                <a16:creationId xmlns:a16="http://schemas.microsoft.com/office/drawing/2014/main" id="{2C0D08E0-942F-2B17-1DDF-7164D3538397}"/>
              </a:ext>
            </a:extLst>
          </p:cNvPr>
          <p:cNvSpPr/>
          <p:nvPr/>
        </p:nvSpPr>
        <p:spPr>
          <a:xfrm>
            <a:off x="4806898" y="108156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7D336278-337A-A408-F5F4-964EB430DE51}"/>
              </a:ext>
            </a:extLst>
          </p:cNvPr>
          <p:cNvSpPr/>
          <p:nvPr/>
        </p:nvSpPr>
        <p:spPr>
          <a:xfrm>
            <a:off x="4296505" y="14725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54602DC5-F426-1FB1-B185-03858EA7921C}"/>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4812B52C-963E-0619-C585-344D3D1B27E7}"/>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4741FA21-E2D0-0FE9-D680-9B7B5637DB8B}"/>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22B30CB8-7D55-C30F-9D0F-77D07E62935D}"/>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BFA64AB0-2A8F-BC9D-EFCC-8DBA1938747D}"/>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FE6856BE-ABA6-E966-BCAC-D34A582AFD49}"/>
              </a:ext>
            </a:extLst>
          </p:cNvPr>
          <p:cNvSpPr txBox="1"/>
          <p:nvPr/>
        </p:nvSpPr>
        <p:spPr>
          <a:xfrm>
            <a:off x="266123" y="4952038"/>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F2CD35C1-8032-8FEA-6AD6-53514F1B53E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F6D87316-5136-A8F4-C50B-890A5626A640}"/>
              </a:ext>
            </a:extLst>
          </p:cNvPr>
          <p:cNvCxnSpPr>
            <a:cxnSpLocks/>
            <a:stCxn id="8" idx="0"/>
            <a:endCxn id="12" idx="1"/>
          </p:cNvCxnSpPr>
          <p:nvPr/>
        </p:nvCxnSpPr>
        <p:spPr>
          <a:xfrm rot="5400000" flipH="1" flipV="1">
            <a:off x="6497141" y="-780946"/>
            <a:ext cx="109252" cy="3674260"/>
          </a:xfrm>
          <a:prstGeom prst="bentConnector2">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B492562-7BBD-687C-2957-19034FD12313}"/>
              </a:ext>
            </a:extLst>
          </p:cNvPr>
          <p:cNvCxnSpPr>
            <a:cxnSpLocks/>
            <a:stCxn id="8" idx="2"/>
            <a:endCxn id="13" idx="1"/>
          </p:cNvCxnSpPr>
          <p:nvPr/>
        </p:nvCxnSpPr>
        <p:spPr>
          <a:xfrm rot="16200000" flipH="1">
            <a:off x="4957148" y="1311564"/>
            <a:ext cx="210795" cy="695816"/>
          </a:xfrm>
          <a:prstGeom prst="bentConnector2">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9F1D1671-46B8-71E3-3FEC-C8BC1FA3C965}"/>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BE72A439-7C1F-7655-3289-EE9CC618C12E}"/>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BFB28413-E356-AF28-11DE-99075212B4AD}"/>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C01359E1-0FC5-B673-D326-A6A229316E63}"/>
              </a:ext>
            </a:extLst>
          </p:cNvPr>
          <p:cNvSpPr/>
          <p:nvPr/>
        </p:nvSpPr>
        <p:spPr>
          <a:xfrm>
            <a:off x="6887777" y="3075586"/>
            <a:ext cx="506784" cy="475501"/>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86" name="TextBox 85">
            <a:extLst>
              <a:ext uri="{FF2B5EF4-FFF2-40B4-BE49-F238E27FC236}">
                <a16:creationId xmlns:a16="http://schemas.microsoft.com/office/drawing/2014/main" id="{19B5B8F0-DF6F-99EE-B922-15FFAF5380D3}"/>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27112126-D9BD-D6D5-73CE-0FE2A04CEFD7}"/>
              </a:ext>
            </a:extLst>
          </p:cNvPr>
          <p:cNvCxnSpPr>
            <a:cxnSpLocks/>
            <a:stCxn id="66" idx="3"/>
            <a:endCxn id="83" idx="1"/>
          </p:cNvCxnSpPr>
          <p:nvPr/>
        </p:nvCxnSpPr>
        <p:spPr>
          <a:xfrm>
            <a:off x="6552615" y="3311494"/>
            <a:ext cx="335162" cy="1843"/>
          </a:xfrm>
          <a:prstGeom prst="bentConnector3">
            <a:avLst>
              <a:gd name="adj1" fmla="val 50000"/>
            </a:avLst>
          </a:prstGeom>
          <a:ln w="28575"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47804BAB-D2B9-69A6-408B-9BDAA0C8AE3B}"/>
              </a:ext>
            </a:extLst>
          </p:cNvPr>
          <p:cNvCxnSpPr>
            <a:cxnSpLocks/>
            <a:stCxn id="83" idx="0"/>
            <a:endCxn id="17" idx="1"/>
          </p:cNvCxnSpPr>
          <p:nvPr/>
        </p:nvCxnSpPr>
        <p:spPr>
          <a:xfrm rot="5400000" flipH="1" flipV="1">
            <a:off x="7686953" y="2250390"/>
            <a:ext cx="279413" cy="1370980"/>
          </a:xfrm>
          <a:prstGeom prst="bentConnector2">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ED2C131-7A3A-899E-FEB8-9261BB55FE01}"/>
              </a:ext>
            </a:extLst>
          </p:cNvPr>
          <p:cNvCxnSpPr>
            <a:cxnSpLocks/>
            <a:stCxn id="83" idx="2"/>
            <a:endCxn id="7" idx="2"/>
          </p:cNvCxnSpPr>
          <p:nvPr/>
        </p:nvCxnSpPr>
        <p:spPr>
          <a:xfrm rot="16200000" flipH="1">
            <a:off x="7430226" y="3262029"/>
            <a:ext cx="227110" cy="805225"/>
          </a:xfrm>
          <a:prstGeom prst="bentConnector2">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6F72753A-9216-A916-D5AA-E8DD38DE80C6}"/>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9B83892B-621F-05BC-2300-D095A475A99E}"/>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76BCE314-E08E-6CF6-2AFF-B961DBDB8A00}"/>
              </a:ext>
            </a:extLst>
          </p:cNvPr>
          <p:cNvCxnSpPr>
            <a:cxnSpLocks/>
            <a:stCxn id="105" idx="2"/>
            <a:endCxn id="15" idx="1"/>
          </p:cNvCxnSpPr>
          <p:nvPr/>
        </p:nvCxnSpPr>
        <p:spPr>
          <a:xfrm rot="16200000" flipH="1">
            <a:off x="1023486" y="2935176"/>
            <a:ext cx="483986" cy="271529"/>
          </a:xfrm>
          <a:prstGeom prst="bentConnector2">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2BFE98F-5AE9-9738-3FDA-4AF1B9C5236E}"/>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A84B0080-8376-3498-AC43-A17579FBE264}"/>
              </a:ext>
            </a:extLst>
          </p:cNvPr>
          <p:cNvCxnSpPr>
            <a:cxnSpLocks/>
            <a:stCxn id="121" idx="3"/>
            <a:endCxn id="16" idx="0"/>
          </p:cNvCxnSpPr>
          <p:nvPr/>
        </p:nvCxnSpPr>
        <p:spPr>
          <a:xfrm flipH="1">
            <a:off x="1058181" y="3792223"/>
            <a:ext cx="10052511" cy="1159815"/>
          </a:xfrm>
          <a:prstGeom prst="bentConnector4">
            <a:avLst>
              <a:gd name="adj1" fmla="val -2274"/>
              <a:gd name="adj2" fmla="val 46298"/>
            </a:avLst>
          </a:prstGeom>
          <a:ln w="28575"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6ACE5972-E6DE-5676-0D3D-23DF4D8DD49E}"/>
              </a:ext>
            </a:extLst>
          </p:cNvPr>
          <p:cNvSpPr txBox="1"/>
          <p:nvPr/>
        </p:nvSpPr>
        <p:spPr>
          <a:xfrm>
            <a:off x="2293240" y="4948640"/>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6D936F94-A1A7-6B7C-9F4A-EF28DEF1386E}"/>
              </a:ext>
            </a:extLst>
          </p:cNvPr>
          <p:cNvSpPr/>
          <p:nvPr/>
        </p:nvSpPr>
        <p:spPr>
          <a:xfrm>
            <a:off x="4390904" y="4980132"/>
            <a:ext cx="491992" cy="46201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sp>
        <p:nvSpPr>
          <p:cNvPr id="143" name="TextBox 142">
            <a:extLst>
              <a:ext uri="{FF2B5EF4-FFF2-40B4-BE49-F238E27FC236}">
                <a16:creationId xmlns:a16="http://schemas.microsoft.com/office/drawing/2014/main" id="{A26EC00E-0A5F-DF03-15ED-53FD6F2CA612}"/>
              </a:ext>
            </a:extLst>
          </p:cNvPr>
          <p:cNvSpPr txBox="1"/>
          <p:nvPr/>
        </p:nvSpPr>
        <p:spPr>
          <a:xfrm>
            <a:off x="3872860" y="4760852"/>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87221550-D496-D2B7-9BF7-EFB1F9B03589}"/>
              </a:ext>
            </a:extLst>
          </p:cNvPr>
          <p:cNvSpPr txBox="1"/>
          <p:nvPr/>
        </p:nvSpPr>
        <p:spPr>
          <a:xfrm>
            <a:off x="5410454" y="4857433"/>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4A416E1F-5F81-6FFF-6545-5F290CCCE3B8}"/>
              </a:ext>
            </a:extLst>
          </p:cNvPr>
          <p:cNvSpPr txBox="1"/>
          <p:nvPr/>
        </p:nvSpPr>
        <p:spPr>
          <a:xfrm>
            <a:off x="8512149" y="4856547"/>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4A76C601-3C0D-C83A-60AB-E5688CC4E119}"/>
              </a:ext>
            </a:extLst>
          </p:cNvPr>
          <p:cNvSpPr txBox="1"/>
          <p:nvPr/>
        </p:nvSpPr>
        <p:spPr>
          <a:xfrm>
            <a:off x="7246619" y="5697375"/>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71DF2D97-7E6B-2EF6-46C6-3F16AC0CBC62}"/>
              </a:ext>
            </a:extLst>
          </p:cNvPr>
          <p:cNvCxnSpPr>
            <a:cxnSpLocks/>
            <a:stCxn id="139" idx="2"/>
            <a:endCxn id="150" idx="1"/>
          </p:cNvCxnSpPr>
          <p:nvPr/>
        </p:nvCxnSpPr>
        <p:spPr>
          <a:xfrm rot="16200000" flipH="1">
            <a:off x="5737201" y="4341845"/>
            <a:ext cx="409117" cy="2609719"/>
          </a:xfrm>
          <a:prstGeom prst="bentConnector2">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5AF82DA3-F299-F9EB-90FB-C2E0FA94FC02}"/>
              </a:ext>
            </a:extLst>
          </p:cNvPr>
          <p:cNvCxnSpPr>
            <a:cxnSpLocks/>
            <a:stCxn id="149" idx="3"/>
            <a:endCxn id="150" idx="3"/>
          </p:cNvCxnSpPr>
          <p:nvPr/>
        </p:nvCxnSpPr>
        <p:spPr>
          <a:xfrm flipH="1">
            <a:off x="9249235" y="5118157"/>
            <a:ext cx="1830271" cy="733107"/>
          </a:xfrm>
          <a:prstGeom prst="bentConnector3">
            <a:avLst>
              <a:gd name="adj1" fmla="val -12490"/>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E7720A0D-4B9D-4489-FA56-0FB8302A80AB}"/>
              </a:ext>
            </a:extLst>
          </p:cNvPr>
          <p:cNvCxnSpPr>
            <a:cxnSpLocks/>
            <a:stCxn id="139" idx="0"/>
            <a:endCxn id="148" idx="0"/>
          </p:cNvCxnSpPr>
          <p:nvPr/>
        </p:nvCxnSpPr>
        <p:spPr>
          <a:xfrm rot="5400000" flipH="1" flipV="1">
            <a:off x="5574455" y="3919879"/>
            <a:ext cx="122699" cy="1997809"/>
          </a:xfrm>
          <a:prstGeom prst="bentConnector3">
            <a:avLst>
              <a:gd name="adj1" fmla="val 286310"/>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BD075333-F391-A4EB-B0E8-7039B5FD0F24}"/>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8ABF284B-5189-ECA9-1A52-1DAFAAB50AF4}"/>
              </a:ext>
            </a:extLst>
          </p:cNvPr>
          <p:cNvCxnSpPr>
            <a:cxnSpLocks/>
            <a:stCxn id="7" idx="6"/>
            <a:endCxn id="121" idx="1"/>
          </p:cNvCxnSpPr>
          <p:nvPr/>
        </p:nvCxnSpPr>
        <p:spPr>
          <a:xfrm>
            <a:off x="8130920" y="3778197"/>
            <a:ext cx="413144" cy="14026"/>
          </a:xfrm>
          <a:prstGeom prst="straightConnector1">
            <a:avLst/>
          </a:prstGeom>
          <a:ln w="28575"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397C85C-60A0-7BF9-4305-9735AE650DC4}"/>
              </a:ext>
            </a:extLst>
          </p:cNvPr>
          <p:cNvCxnSpPr>
            <a:cxnSpLocks/>
            <a:stCxn id="16" idx="3"/>
            <a:endCxn id="133" idx="1"/>
          </p:cNvCxnSpPr>
          <p:nvPr/>
        </p:nvCxnSpPr>
        <p:spPr>
          <a:xfrm flipV="1">
            <a:off x="1850238" y="5210250"/>
            <a:ext cx="443002" cy="3398"/>
          </a:xfrm>
          <a:prstGeom prst="straightConnector1">
            <a:avLst/>
          </a:prstGeom>
          <a:ln w="28575"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15A5A97-9F6E-2557-A1EC-6160F750E4DC}"/>
              </a:ext>
            </a:extLst>
          </p:cNvPr>
          <p:cNvCxnSpPr>
            <a:cxnSpLocks/>
            <a:stCxn id="133" idx="3"/>
            <a:endCxn id="139" idx="1"/>
          </p:cNvCxnSpPr>
          <p:nvPr/>
        </p:nvCxnSpPr>
        <p:spPr>
          <a:xfrm>
            <a:off x="3877355" y="5210250"/>
            <a:ext cx="513549" cy="890"/>
          </a:xfrm>
          <a:prstGeom prst="straightConnector1">
            <a:avLst/>
          </a:prstGeom>
          <a:ln w="28575"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B03084C5-19D9-104B-35C2-39E1C641FB46}"/>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EE78A682-CA54-4702-9469-F96721D2CC86}"/>
              </a:ext>
            </a:extLst>
          </p:cNvPr>
          <p:cNvCxnSpPr>
            <a:cxnSpLocks/>
            <a:stCxn id="39" idx="6"/>
            <a:endCxn id="66" idx="1"/>
          </p:cNvCxnSpPr>
          <p:nvPr/>
        </p:nvCxnSpPr>
        <p:spPr>
          <a:xfrm>
            <a:off x="3940736" y="3311494"/>
            <a:ext cx="414521" cy="0"/>
          </a:xfrm>
          <a:prstGeom prst="straightConnector1">
            <a:avLst/>
          </a:prstGeom>
          <a:ln w="28575"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B8E2A64-8EFF-BC6F-EDFA-030462652AC1}"/>
              </a:ext>
            </a:extLst>
          </p:cNvPr>
          <p:cNvCxnSpPr>
            <a:cxnSpLocks/>
            <a:stCxn id="15" idx="3"/>
            <a:endCxn id="39" idx="2"/>
          </p:cNvCxnSpPr>
          <p:nvPr/>
        </p:nvCxnSpPr>
        <p:spPr>
          <a:xfrm flipV="1">
            <a:off x="3216521" y="3311494"/>
            <a:ext cx="539689" cy="1440"/>
          </a:xfrm>
          <a:prstGeom prst="straightConnector1">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5550C97-43BA-0AC8-2F96-B6B149E8EE01}"/>
              </a:ext>
            </a:extLst>
          </p:cNvPr>
          <p:cNvCxnSpPr>
            <a:cxnSpLocks/>
            <a:stCxn id="5" idx="3"/>
            <a:endCxn id="6" idx="1"/>
          </p:cNvCxnSpPr>
          <p:nvPr/>
        </p:nvCxnSpPr>
        <p:spPr>
          <a:xfrm>
            <a:off x="1737070" y="1328292"/>
            <a:ext cx="390426" cy="1121"/>
          </a:xfrm>
          <a:prstGeom prst="straightConnector1">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68C9C7A-9848-461D-9A8A-E6E1AF17B25F}"/>
              </a:ext>
            </a:extLst>
          </p:cNvPr>
          <p:cNvCxnSpPr>
            <a:cxnSpLocks/>
            <a:stCxn id="6" idx="3"/>
            <a:endCxn id="8" idx="1"/>
          </p:cNvCxnSpPr>
          <p:nvPr/>
        </p:nvCxnSpPr>
        <p:spPr>
          <a:xfrm>
            <a:off x="3648371" y="1329413"/>
            <a:ext cx="848236" cy="3030"/>
          </a:xfrm>
          <a:prstGeom prst="straightConnector1">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B171E40-069A-F451-8F2F-6C974546D207}"/>
              </a:ext>
            </a:extLst>
          </p:cNvPr>
          <p:cNvCxnSpPr>
            <a:cxnSpLocks/>
            <a:stCxn id="148" idx="3"/>
            <a:endCxn id="149" idx="1"/>
          </p:cNvCxnSpPr>
          <p:nvPr/>
        </p:nvCxnSpPr>
        <p:spPr>
          <a:xfrm flipV="1">
            <a:off x="7858964" y="5118157"/>
            <a:ext cx="653185" cy="886"/>
          </a:xfrm>
          <a:prstGeom prst="straightConnector1">
            <a:avLst/>
          </a:prstGeom>
          <a:ln w="28575"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28CA7AF-DDD4-56CC-0E4F-057D2990E3BB}"/>
              </a:ext>
            </a:extLst>
          </p:cNvPr>
          <p:cNvCxnSpPr>
            <a:cxnSpLocks/>
            <a:stCxn id="13" idx="3"/>
            <a:endCxn id="14" idx="1"/>
          </p:cNvCxnSpPr>
          <p:nvPr/>
        </p:nvCxnSpPr>
        <p:spPr>
          <a:xfrm>
            <a:off x="7858963" y="1764870"/>
            <a:ext cx="575316" cy="2118"/>
          </a:xfrm>
          <a:prstGeom prst="straightConnector1">
            <a:avLst/>
          </a:prstGeom>
          <a:ln w="2857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32D3AF6-8347-0097-D160-CC79F647F3F8}"/>
              </a:ext>
            </a:extLst>
          </p:cNvPr>
          <p:cNvSpPr txBox="1"/>
          <p:nvPr/>
        </p:nvSpPr>
        <p:spPr>
          <a:xfrm>
            <a:off x="135429" y="5884400"/>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21DB4962-CCB1-63C4-A44E-C5BA45DBD93A}"/>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25 12 21 0803</a:t>
            </a:r>
          </a:p>
        </p:txBody>
      </p:sp>
      <p:sp>
        <p:nvSpPr>
          <p:cNvPr id="33" name="Flowchart: Process 32">
            <a:extLst>
              <a:ext uri="{FF2B5EF4-FFF2-40B4-BE49-F238E27FC236}">
                <a16:creationId xmlns:a16="http://schemas.microsoft.com/office/drawing/2014/main" id="{213273D8-AA1A-301B-F4C4-F4EE3D835138}"/>
              </a:ext>
            </a:extLst>
          </p:cNvPr>
          <p:cNvSpPr/>
          <p:nvPr/>
        </p:nvSpPr>
        <p:spPr>
          <a:xfrm>
            <a:off x="7209862" y="2954879"/>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68661F0C-4E6E-DEBB-4C6E-73B20BF3FA07}"/>
              </a:ext>
            </a:extLst>
          </p:cNvPr>
          <p:cNvSpPr/>
          <p:nvPr/>
        </p:nvSpPr>
        <p:spPr>
          <a:xfrm>
            <a:off x="4695178" y="4874680"/>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23983BF1-72C3-D72D-8EA5-053B5351C31D}"/>
              </a:ext>
            </a:extLst>
          </p:cNvPr>
          <p:cNvSpPr/>
          <p:nvPr/>
        </p:nvSpPr>
        <p:spPr>
          <a:xfrm>
            <a:off x="6704265" y="3471830"/>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D62EF9A9-FCE5-6753-010E-EA27D1F903C2}"/>
              </a:ext>
            </a:extLst>
          </p:cNvPr>
          <p:cNvSpPr/>
          <p:nvPr/>
        </p:nvSpPr>
        <p:spPr>
          <a:xfrm>
            <a:off x="4152687" y="528371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F342C44E-7092-9672-3D52-C210F03528AA}"/>
              </a:ext>
            </a:extLst>
          </p:cNvPr>
          <p:cNvSpPr/>
          <p:nvPr/>
        </p:nvSpPr>
        <p:spPr>
          <a:xfrm>
            <a:off x="3410383" y="436861"/>
            <a:ext cx="5155275" cy="374716"/>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3" name="Parlance">
            <a:extLst>
              <a:ext uri="{FF2B5EF4-FFF2-40B4-BE49-F238E27FC236}">
                <a16:creationId xmlns:a16="http://schemas.microsoft.com/office/drawing/2014/main" id="{F74373C8-D302-EB0D-22D6-F465A64BA301}"/>
              </a:ext>
            </a:extLst>
          </p:cNvPr>
          <p:cNvSpPr txBox="1"/>
          <p:nvPr/>
        </p:nvSpPr>
        <p:spPr>
          <a:xfrm>
            <a:off x="1850238" y="620969"/>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2" name="-M1. Rental process at Palco">
            <a:extLst>
              <a:ext uri="{FF2B5EF4-FFF2-40B4-BE49-F238E27FC236}">
                <a16:creationId xmlns:a16="http://schemas.microsoft.com/office/drawing/2014/main" id="{93CFC48F-7F5B-EDDB-0BF8-42EDFA6554A0}"/>
              </a:ext>
            </a:extLst>
          </p:cNvPr>
          <p:cNvSpPr>
            <a:spLocks noGrp="1"/>
          </p:cNvSpPr>
          <p:nvPr>
            <p:ph type="title"/>
          </p:nvPr>
        </p:nvSpPr>
        <p:spPr>
          <a:xfrm>
            <a:off x="726132" y="122387"/>
            <a:ext cx="10515600" cy="399216"/>
          </a:xfrm>
        </p:spPr>
        <p:txBody>
          <a:bodyPr>
            <a:noAutofit/>
          </a:bodyPr>
          <a:lstStyle/>
          <a:p>
            <a:pPr algn="ctr"/>
            <a:r>
              <a:rPr lang="en-US" sz="1800" b="1" dirty="0"/>
              <a:t>M1. Rental SOP  - PPS Service Rental</a:t>
            </a:r>
          </a:p>
        </p:txBody>
      </p:sp>
    </p:spTree>
    <p:extLst>
      <p:ext uri="{BB962C8B-B14F-4D97-AF65-F5344CB8AC3E}">
        <p14:creationId xmlns:p14="http://schemas.microsoft.com/office/powerpoint/2010/main" val="2563203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A1D45B32-9E08-4E92-AC68-322278330F1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65D0A2C0-6B61-4A40-BDFF-355584D2D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Subi template for Process etc</Template>
  <TotalTime>1448</TotalTime>
  <Words>330</Words>
  <Application>Microsoft Office PowerPoint</Application>
  <PresentationFormat>Widescreen</PresentationFormat>
  <Paragraphs>48</Paragraphs>
  <Slides>1</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vt:i4>
      </vt:variant>
    </vt:vector>
  </HeadingPairs>
  <TitlesOfParts>
    <vt:vector size="6" baseType="lpstr">
      <vt:lpstr>Arial</vt:lpstr>
      <vt:lpstr>Calibri</vt:lpstr>
      <vt:lpstr>Calibri Light</vt:lpstr>
      <vt:lpstr>Office Theme</vt:lpstr>
      <vt:lpstr>1_Office Theme</vt:lpstr>
      <vt:lpstr>M1. Rental SOP  - PPS Service Rental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Rajagopalan</dc:creator>
  <cp:lastModifiedBy>Subi R</cp:lastModifiedBy>
  <cp:revision>14</cp:revision>
  <dcterms:created xsi:type="dcterms:W3CDTF">2025-06-03T13:31:39Z</dcterms:created>
  <dcterms:modified xsi:type="dcterms:W3CDTF">2025-12-21T12:31:16Z</dcterms:modified>
</cp:coreProperties>
</file>