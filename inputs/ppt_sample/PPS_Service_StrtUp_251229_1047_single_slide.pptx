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sldIdLst>
    <p:sldId id="57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44" autoAdjust="0"/>
    <p:restoredTop sz="94660"/>
  </p:normalViewPr>
  <p:slideViewPr>
    <p:cSldViewPr snapToGrid="0">
      <p:cViewPr varScale="1">
        <p:scale>
          <a:sx n="55" d="100"/>
          <a:sy n="55" d="100"/>
        </p:scale>
        <p:origin x="4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2812B-38D3-4B49-B99D-BAAF95AC82A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03784-C198-49B1-BBEF-9EB2D7F83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24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45930-401B-E1EF-94E9-27A210BF2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C1E343-3315-5B46-0578-0866FFF1F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DDB688-BAC7-8E4E-44E9-7529EA99B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92EF6-D14C-935B-399E-C7277EDF6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2EF15-161C-458A-BBAC-40A3953D9D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560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645C8-50CF-415A-F008-0541068DA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7D5AEA-3323-48FA-BD11-1ADBDDE77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A9AA9-C036-BFD9-A6BA-FB090DC1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F9165-C9B7-6890-911F-5E9B6031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FB95A-E7F1-5CEF-9017-D6370EFE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F8C69-0836-D57F-A1D1-0AD128EE6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639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17BDA-76E6-BB3E-B3E1-151E3CCFA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6073"/>
            <a:ext cx="10515600" cy="50408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1672A-7349-F091-635B-C81F4457E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155B3-0013-6CB3-3C52-AA819CD7B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0BAB0-7EE3-7141-51D1-831FE4DDE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99ECAC-965E-4A1B-8C35-92C0E7A8F938}" type="slidenum">
              <a:rPr lang="en-US" smtClean="0"/>
              <a:pPr/>
              <a:t>‹#›</a:t>
            </a:fld>
            <a:fld id="{85065064-5DB3-4099-8DC9-1EBF0BFFFD0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639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C1B5A-36F5-0561-8044-B15742660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D5348-FD4B-EC5A-395C-4EAA5808D3B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Om Gurubhyo Namaha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95131-E548-8CA2-4BC6-CA6C7C581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555FE-F203-B760-6BC5-637F0B00D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21015-E66D-15A8-078C-D8605B10E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07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1BA64-C5EF-5A2A-D2F9-AA9982D75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011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971D1-B7FF-2430-A0EE-1FF7DD10A3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99127"/>
            <a:ext cx="5181600" cy="50778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7C53B-A6C5-3F9C-C349-65D4DBD73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04623"/>
            <a:ext cx="5181600" cy="49723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7017F-B782-A90A-0FFA-E5265B52B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C2B15-8DFF-1DE6-6A7C-FF0A144E8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BC1BC-C419-38F2-7D1A-A20AC606E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05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41A86-2FAC-2FF8-C3D3-180CCFDF8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800"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DC75F-12A6-F58E-99C0-0CF118438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06EF7-7BAE-BB9D-7AB7-7F0F5BD77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440FC7-08A4-AE46-8C95-E996A7A09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67CFAB-7D5B-B1DF-79BE-BF0035F9F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B629BA-9088-21C7-B39F-6887B00FF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DEA092-026A-7CF8-47E4-3DE1BD3D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890D-168E-4CD5-6766-DF6D944AA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4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28478-E4BB-F911-B561-AEAFA0CFC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93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800"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9B5571-61EB-9992-AD52-82D2C10C2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361BD8-C049-6E41-BF02-8629DBFFE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FA10D-2130-2EEB-F88A-6FB28F7B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739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17C35C-2F83-9112-3D05-5D79D98A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92D01F-2FBC-F3CF-2CDE-F3792EBA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33B84-88E9-F70F-96B2-2E989B558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21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4BC4D-52EC-C1E3-353A-C54658AC4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42485-065D-E13E-0BCE-15FC989A0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A0DA83-20BF-C343-1644-A3DFCA41F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DCEB9-B60E-4C38-CB6C-3AC8E00A1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A4633-70FB-7CE5-CE9E-4DEB2B7AC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371AF-944F-586D-BE5A-6BCFCFF73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21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206D-FAD5-741A-D949-1550EBB6A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111A9A-0F52-650A-D7FA-2AA795CF57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386B6-83F8-C5EB-C9EE-B00DCA4CC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DEDE3-14CF-04CD-19C2-EA856223F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72B4D-2904-9AA9-FEA0-6502A85BD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15FCF-52CE-48CA-9004-E3C9DA090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69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B3659-7E4A-C6A9-E0BE-966BF3F04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800"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577EF-EF7C-B0E1-B78D-8E86EC5DE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02327"/>
            <a:ext cx="10515600" cy="487463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53754-6FEB-1368-094C-D3C7E08A2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1C6AF-F657-77DA-7BBA-66686DCB0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ED93A-DD25-5B55-758E-117717D6F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50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C90E42-68AF-C485-0EC1-318D5A8E7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50400" y="365125"/>
            <a:ext cx="1803400" cy="58118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800"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4279A-D88C-37A8-DA7E-A4D0FE362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7122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1AAF4-F208-5074-690E-8B10AFC9E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C460B-1688-0DE9-9D5C-5D9DAF1FF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75034-F447-EE34-3299-88C8BC402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638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26A0F-D80C-CCE3-AB15-4783AD923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EB6E9-CD61-61D0-8A2A-827A5B94CD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B8389-146C-96C2-C745-C1D493ABD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D1293-2D74-169C-9E53-694A5B789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ACD38-B4E5-EE42-4884-723589B2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947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C9CA-3F53-F2FD-F8D9-39864F70C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6247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F1BE9-4D6F-913B-9039-67062033B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5800"/>
            <a:ext cx="10515600" cy="4951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8B3D8-762E-7074-723D-97BF15F1C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D5FC8-6DF0-00F7-2160-0E5A6D5E8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882BD-A8A2-BFC3-A911-A4EF600C1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EBAB159C-2028-2BD0-2BF1-70269BBB08E2}"/>
              </a:ext>
            </a:extLst>
          </p:cNvPr>
          <p:cNvCxnSpPr>
            <a:cxnSpLocks/>
          </p:cNvCxnSpPr>
          <p:nvPr userDrawn="1"/>
        </p:nvCxnSpPr>
        <p:spPr>
          <a:xfrm>
            <a:off x="9792218" y="2232504"/>
            <a:ext cx="643655" cy="368710"/>
          </a:xfrm>
          <a:prstGeom prst="bentConnector3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739026-2AB4-B8E9-D9E1-0B1FE103E04A}"/>
              </a:ext>
            </a:extLst>
          </p:cNvPr>
          <p:cNvCxnSpPr>
            <a:cxnSpLocks/>
          </p:cNvCxnSpPr>
          <p:nvPr userDrawn="1"/>
        </p:nvCxnSpPr>
        <p:spPr>
          <a:xfrm>
            <a:off x="9724766" y="2099829"/>
            <a:ext cx="658761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A7FC00BF-29D0-616C-736D-09D0003D8650}"/>
              </a:ext>
            </a:extLst>
          </p:cNvPr>
          <p:cNvSpPr/>
          <p:nvPr userDrawn="1"/>
        </p:nvSpPr>
        <p:spPr>
          <a:xfrm>
            <a:off x="9792218" y="3377190"/>
            <a:ext cx="818714" cy="59976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0" name="Flowchart: Predefined Process 9">
            <a:extLst>
              <a:ext uri="{FF2B5EF4-FFF2-40B4-BE49-F238E27FC236}">
                <a16:creationId xmlns:a16="http://schemas.microsoft.com/office/drawing/2014/main" id="{DD210F9B-5A58-AECF-3AF9-AF74DA2186B5}"/>
              </a:ext>
            </a:extLst>
          </p:cNvPr>
          <p:cNvSpPr/>
          <p:nvPr userDrawn="1"/>
        </p:nvSpPr>
        <p:spPr>
          <a:xfrm>
            <a:off x="9791277" y="2687733"/>
            <a:ext cx="818714" cy="599764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test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2EF29D5-D592-F4EF-C0F8-0D0068B61D92}"/>
              </a:ext>
            </a:extLst>
          </p:cNvPr>
          <p:cNvGrpSpPr/>
          <p:nvPr userDrawn="1"/>
        </p:nvGrpSpPr>
        <p:grpSpPr>
          <a:xfrm>
            <a:off x="9836105" y="4029532"/>
            <a:ext cx="619432" cy="643638"/>
            <a:chOff x="5063613" y="1984029"/>
            <a:chExt cx="619432" cy="643638"/>
          </a:xfrm>
        </p:grpSpPr>
        <p:sp>
          <p:nvSpPr>
            <p:cNvPr id="12" name="Flowchart: Decision 11">
              <a:extLst>
                <a:ext uri="{FF2B5EF4-FFF2-40B4-BE49-F238E27FC236}">
                  <a16:creationId xmlns:a16="http://schemas.microsoft.com/office/drawing/2014/main" id="{24AA1AEC-072C-4C3C-3ED2-3B61B79707B6}"/>
                </a:ext>
              </a:extLst>
            </p:cNvPr>
            <p:cNvSpPr/>
            <p:nvPr/>
          </p:nvSpPr>
          <p:spPr>
            <a:xfrm>
              <a:off x="5073445" y="2064771"/>
              <a:ext cx="599768" cy="501448"/>
            </a:xfrm>
            <a:prstGeom prst="flowChartDecis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3" name="Flowchart: Process 12">
              <a:extLst>
                <a:ext uri="{FF2B5EF4-FFF2-40B4-BE49-F238E27FC236}">
                  <a16:creationId xmlns:a16="http://schemas.microsoft.com/office/drawing/2014/main" id="{B76CDF6D-0209-CA35-7049-C9462C72B20F}"/>
                </a:ext>
              </a:extLst>
            </p:cNvPr>
            <p:cNvSpPr/>
            <p:nvPr/>
          </p:nvSpPr>
          <p:spPr>
            <a:xfrm>
              <a:off x="5447071" y="1984029"/>
              <a:ext cx="235974" cy="246222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14" name="Flowchart: Process 13">
              <a:extLst>
                <a:ext uri="{FF2B5EF4-FFF2-40B4-BE49-F238E27FC236}">
                  <a16:creationId xmlns:a16="http://schemas.microsoft.com/office/drawing/2014/main" id="{E63BCD9C-3431-5832-089E-34005BEF9947}"/>
                </a:ext>
              </a:extLst>
            </p:cNvPr>
            <p:cNvSpPr/>
            <p:nvPr/>
          </p:nvSpPr>
          <p:spPr>
            <a:xfrm>
              <a:off x="5063613" y="2381445"/>
              <a:ext cx="235974" cy="246222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N</a:t>
              </a:r>
            </a:p>
          </p:txBody>
        </p:sp>
      </p:grpSp>
      <p:sp>
        <p:nvSpPr>
          <p:cNvPr id="15" name="Flowchart: Terminator 14">
            <a:extLst>
              <a:ext uri="{FF2B5EF4-FFF2-40B4-BE49-F238E27FC236}">
                <a16:creationId xmlns:a16="http://schemas.microsoft.com/office/drawing/2014/main" id="{88899EA2-6BCB-9DE8-F25D-BA3A48FAB970}"/>
              </a:ext>
            </a:extLst>
          </p:cNvPr>
          <p:cNvSpPr/>
          <p:nvPr userDrawn="1"/>
        </p:nvSpPr>
        <p:spPr>
          <a:xfrm>
            <a:off x="10137310" y="4975692"/>
            <a:ext cx="285137" cy="179632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6" name="Flowchart: Or 15">
            <a:extLst>
              <a:ext uri="{FF2B5EF4-FFF2-40B4-BE49-F238E27FC236}">
                <a16:creationId xmlns:a16="http://schemas.microsoft.com/office/drawing/2014/main" id="{5DC37016-2D9B-2B62-07CD-D8B0914498C5}"/>
              </a:ext>
            </a:extLst>
          </p:cNvPr>
          <p:cNvSpPr/>
          <p:nvPr userDrawn="1"/>
        </p:nvSpPr>
        <p:spPr>
          <a:xfrm>
            <a:off x="10153373" y="5385978"/>
            <a:ext cx="265471" cy="246222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63C889-7A6E-8DF1-CCEC-0F3C05C946AF}"/>
              </a:ext>
            </a:extLst>
          </p:cNvPr>
          <p:cNvSpPr txBox="1"/>
          <p:nvPr userDrawn="1"/>
        </p:nvSpPr>
        <p:spPr>
          <a:xfrm>
            <a:off x="9954092" y="5862854"/>
            <a:ext cx="501445" cy="246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/>
                </a:solidFill>
                <a:hlinkClick r:id="" action="ppaction://noaction"/>
              </a:rPr>
              <a:t>Link 1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2324704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D9770-E023-9410-C871-143F43C43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41C4A-E66E-D2AE-35D0-92AE7D4E1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759C4-BE68-F12A-CDDE-9751ED86F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72BB6-FD27-E76C-46F3-895569689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1350A-9626-1197-4373-D23781373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1680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3A45F-F35C-647A-26D9-003C83037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6496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0E324-C87F-0589-C891-E1DDAF7560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88111"/>
            <a:ext cx="5181600" cy="4888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1F60C7-D973-AFC7-A0F5-CE7C8F2C8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88111"/>
            <a:ext cx="5181600" cy="4888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E4289-FEA8-BF2C-99D6-0BF68C2B9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9C200-3D24-3465-1DA6-85F109357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E8B51-D1D3-6390-47D8-DCC16F2E3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101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3B4E3-D4F7-CC8E-464D-5D298DD31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20837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ECF25-E39B-9601-65BA-93B93D42C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52649"/>
            <a:ext cx="5157787" cy="135242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1E5F9-D04B-CD74-63D9-F61CB8ED7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4F9FD6-E78A-C4F8-EAF6-B812BB3E82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52649"/>
            <a:ext cx="5183188" cy="135242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3319CD-420D-696D-9AAA-148FEC58EC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992367-5D7E-2712-8BFB-3084888D5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39E9A8-8F5A-B094-C6C4-9A79DAFEA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0890FE-5675-AC73-A77C-596908FB5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5115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7584C-1A3B-40C7-7210-08A7B7321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152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20EFFE-758A-CBDD-383F-663159469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B5C464-9436-8292-82C4-58C692C44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800F54-3083-50BD-631C-045269AB8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CADB9EB1-13A2-12BF-CE55-2D04B72BCFEB}"/>
              </a:ext>
            </a:extLst>
          </p:cNvPr>
          <p:cNvCxnSpPr>
            <a:cxnSpLocks/>
          </p:cNvCxnSpPr>
          <p:nvPr userDrawn="1"/>
        </p:nvCxnSpPr>
        <p:spPr>
          <a:xfrm>
            <a:off x="11263209" y="833283"/>
            <a:ext cx="643655" cy="368710"/>
          </a:xfrm>
          <a:prstGeom prst="bentConnector3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C8F782-7310-7DAD-8E86-A5788CFCFB37}"/>
              </a:ext>
            </a:extLst>
          </p:cNvPr>
          <p:cNvCxnSpPr>
            <a:cxnSpLocks/>
          </p:cNvCxnSpPr>
          <p:nvPr userDrawn="1"/>
        </p:nvCxnSpPr>
        <p:spPr>
          <a:xfrm>
            <a:off x="11248103" y="668595"/>
            <a:ext cx="658761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0FCCC052-341D-FEFB-7A64-36125CF6B220}"/>
              </a:ext>
            </a:extLst>
          </p:cNvPr>
          <p:cNvSpPr/>
          <p:nvPr userDrawn="1"/>
        </p:nvSpPr>
        <p:spPr>
          <a:xfrm>
            <a:off x="11248103" y="2327785"/>
            <a:ext cx="818714" cy="59976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9" name="Flowchart: Predefined Process 8">
            <a:extLst>
              <a:ext uri="{FF2B5EF4-FFF2-40B4-BE49-F238E27FC236}">
                <a16:creationId xmlns:a16="http://schemas.microsoft.com/office/drawing/2014/main" id="{57042A46-CAB6-42B1-AD9C-EA585273EDE6}"/>
              </a:ext>
            </a:extLst>
          </p:cNvPr>
          <p:cNvSpPr/>
          <p:nvPr userDrawn="1"/>
        </p:nvSpPr>
        <p:spPr>
          <a:xfrm>
            <a:off x="11307096" y="1465007"/>
            <a:ext cx="818714" cy="599764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test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40E25AA-B86E-55A7-9210-AABDB2AEDE93}"/>
              </a:ext>
            </a:extLst>
          </p:cNvPr>
          <p:cNvGrpSpPr/>
          <p:nvPr userDrawn="1"/>
        </p:nvGrpSpPr>
        <p:grpSpPr>
          <a:xfrm>
            <a:off x="11307096" y="3107181"/>
            <a:ext cx="619432" cy="643638"/>
            <a:chOff x="5063613" y="1984029"/>
            <a:chExt cx="619432" cy="643638"/>
          </a:xfrm>
        </p:grpSpPr>
        <p:sp>
          <p:nvSpPr>
            <p:cNvPr id="11" name="Flowchart: Decision 10">
              <a:extLst>
                <a:ext uri="{FF2B5EF4-FFF2-40B4-BE49-F238E27FC236}">
                  <a16:creationId xmlns:a16="http://schemas.microsoft.com/office/drawing/2014/main" id="{FF730E09-FF83-C9AA-3902-A4CC0008DF9A}"/>
                </a:ext>
              </a:extLst>
            </p:cNvPr>
            <p:cNvSpPr/>
            <p:nvPr/>
          </p:nvSpPr>
          <p:spPr>
            <a:xfrm>
              <a:off x="5073445" y="2064771"/>
              <a:ext cx="599768" cy="501448"/>
            </a:xfrm>
            <a:prstGeom prst="flowChartDecis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2" name="Flowchart: Process 11">
              <a:extLst>
                <a:ext uri="{FF2B5EF4-FFF2-40B4-BE49-F238E27FC236}">
                  <a16:creationId xmlns:a16="http://schemas.microsoft.com/office/drawing/2014/main" id="{45A5E134-0ACB-03FA-B286-F8CB5B35D826}"/>
                </a:ext>
              </a:extLst>
            </p:cNvPr>
            <p:cNvSpPr/>
            <p:nvPr/>
          </p:nvSpPr>
          <p:spPr>
            <a:xfrm>
              <a:off x="5447071" y="1984029"/>
              <a:ext cx="235974" cy="246222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13" name="Flowchart: Process 12">
              <a:extLst>
                <a:ext uri="{FF2B5EF4-FFF2-40B4-BE49-F238E27FC236}">
                  <a16:creationId xmlns:a16="http://schemas.microsoft.com/office/drawing/2014/main" id="{4055C0C7-BB24-6FEA-4154-F4A8A6C9C8B6}"/>
                </a:ext>
              </a:extLst>
            </p:cNvPr>
            <p:cNvSpPr/>
            <p:nvPr/>
          </p:nvSpPr>
          <p:spPr>
            <a:xfrm>
              <a:off x="5063613" y="2381445"/>
              <a:ext cx="235974" cy="246222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N</a:t>
              </a:r>
            </a:p>
          </p:txBody>
        </p:sp>
      </p:grpSp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C4D6068A-EF05-DED2-7FB5-A05D4E9FF5C9}"/>
              </a:ext>
            </a:extLst>
          </p:cNvPr>
          <p:cNvSpPr/>
          <p:nvPr userDrawn="1"/>
        </p:nvSpPr>
        <p:spPr>
          <a:xfrm>
            <a:off x="11608301" y="4053341"/>
            <a:ext cx="285137" cy="179632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5" name="Flowchart: Or 14">
            <a:extLst>
              <a:ext uri="{FF2B5EF4-FFF2-40B4-BE49-F238E27FC236}">
                <a16:creationId xmlns:a16="http://schemas.microsoft.com/office/drawing/2014/main" id="{E3CBF5DC-0A57-DB25-4086-720F2BB2D5C7}"/>
              </a:ext>
            </a:extLst>
          </p:cNvPr>
          <p:cNvSpPr/>
          <p:nvPr userDrawn="1"/>
        </p:nvSpPr>
        <p:spPr>
          <a:xfrm>
            <a:off x="11624364" y="4463627"/>
            <a:ext cx="265471" cy="246222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98C35E-05D4-FC16-284D-1FE0A740A24F}"/>
              </a:ext>
            </a:extLst>
          </p:cNvPr>
          <p:cNvSpPr txBox="1"/>
          <p:nvPr userDrawn="1"/>
        </p:nvSpPr>
        <p:spPr>
          <a:xfrm>
            <a:off x="11425083" y="4940503"/>
            <a:ext cx="501445" cy="246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/>
                </a:solidFill>
                <a:hlinkClick r:id="" action="ppaction://noaction"/>
              </a:rPr>
              <a:t>Link 1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898929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04013F-69ED-5FD6-54E1-F66CD07D9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05AC58-0E18-109A-C336-B200265BD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270DC-51B8-B8FA-FCE8-28E5E542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0C22BC47-DA0C-DC9F-1613-DECB093C048C}"/>
              </a:ext>
            </a:extLst>
          </p:cNvPr>
          <p:cNvCxnSpPr>
            <a:cxnSpLocks/>
          </p:cNvCxnSpPr>
          <p:nvPr userDrawn="1"/>
        </p:nvCxnSpPr>
        <p:spPr>
          <a:xfrm>
            <a:off x="11263209" y="833283"/>
            <a:ext cx="643655" cy="368710"/>
          </a:xfrm>
          <a:prstGeom prst="bentConnector3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8CF4AE6-0DAC-7807-2D0C-6BF45FF6D40F}"/>
              </a:ext>
            </a:extLst>
          </p:cNvPr>
          <p:cNvCxnSpPr>
            <a:cxnSpLocks/>
          </p:cNvCxnSpPr>
          <p:nvPr userDrawn="1"/>
        </p:nvCxnSpPr>
        <p:spPr>
          <a:xfrm>
            <a:off x="11248103" y="668595"/>
            <a:ext cx="658761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9A4769C0-5B8A-5727-0295-805812DCC991}"/>
              </a:ext>
            </a:extLst>
          </p:cNvPr>
          <p:cNvSpPr/>
          <p:nvPr userDrawn="1"/>
        </p:nvSpPr>
        <p:spPr>
          <a:xfrm>
            <a:off x="11248103" y="2327785"/>
            <a:ext cx="818714" cy="59976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" name="Flowchart: Predefined Process 7">
            <a:extLst>
              <a:ext uri="{FF2B5EF4-FFF2-40B4-BE49-F238E27FC236}">
                <a16:creationId xmlns:a16="http://schemas.microsoft.com/office/drawing/2014/main" id="{BC110A3E-E08E-4F72-C915-04035FC069BC}"/>
              </a:ext>
            </a:extLst>
          </p:cNvPr>
          <p:cNvSpPr/>
          <p:nvPr userDrawn="1"/>
        </p:nvSpPr>
        <p:spPr>
          <a:xfrm>
            <a:off x="11307096" y="1465007"/>
            <a:ext cx="818714" cy="599764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test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BB12E86-0A43-C8F0-B71B-051D97E2F7A8}"/>
              </a:ext>
            </a:extLst>
          </p:cNvPr>
          <p:cNvGrpSpPr/>
          <p:nvPr userDrawn="1"/>
        </p:nvGrpSpPr>
        <p:grpSpPr>
          <a:xfrm>
            <a:off x="11307096" y="3107181"/>
            <a:ext cx="619432" cy="643638"/>
            <a:chOff x="5063613" y="1984029"/>
            <a:chExt cx="619432" cy="643638"/>
          </a:xfrm>
        </p:grpSpPr>
        <p:sp>
          <p:nvSpPr>
            <p:cNvPr id="10" name="Flowchart: Decision 9">
              <a:extLst>
                <a:ext uri="{FF2B5EF4-FFF2-40B4-BE49-F238E27FC236}">
                  <a16:creationId xmlns:a16="http://schemas.microsoft.com/office/drawing/2014/main" id="{9FF152DB-562A-6101-BB35-46DAB8C33640}"/>
                </a:ext>
              </a:extLst>
            </p:cNvPr>
            <p:cNvSpPr/>
            <p:nvPr/>
          </p:nvSpPr>
          <p:spPr>
            <a:xfrm>
              <a:off x="5073445" y="2064771"/>
              <a:ext cx="599768" cy="501448"/>
            </a:xfrm>
            <a:prstGeom prst="flowChartDecis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" name="Flowchart: Process 10">
              <a:extLst>
                <a:ext uri="{FF2B5EF4-FFF2-40B4-BE49-F238E27FC236}">
                  <a16:creationId xmlns:a16="http://schemas.microsoft.com/office/drawing/2014/main" id="{341A865C-58A7-5C95-8E1D-A0F2EB5449DA}"/>
                </a:ext>
              </a:extLst>
            </p:cNvPr>
            <p:cNvSpPr/>
            <p:nvPr/>
          </p:nvSpPr>
          <p:spPr>
            <a:xfrm>
              <a:off x="5447071" y="1984029"/>
              <a:ext cx="235974" cy="246222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12" name="Flowchart: Process 11">
              <a:extLst>
                <a:ext uri="{FF2B5EF4-FFF2-40B4-BE49-F238E27FC236}">
                  <a16:creationId xmlns:a16="http://schemas.microsoft.com/office/drawing/2014/main" id="{51600EB1-F2BD-B7F2-D64E-D5E439186E5C}"/>
                </a:ext>
              </a:extLst>
            </p:cNvPr>
            <p:cNvSpPr/>
            <p:nvPr/>
          </p:nvSpPr>
          <p:spPr>
            <a:xfrm>
              <a:off x="5063613" y="2381445"/>
              <a:ext cx="235974" cy="246222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N</a:t>
              </a:r>
            </a:p>
          </p:txBody>
        </p:sp>
      </p:grpSp>
      <p:sp>
        <p:nvSpPr>
          <p:cNvPr id="13" name="Flowchart: Terminator 12">
            <a:extLst>
              <a:ext uri="{FF2B5EF4-FFF2-40B4-BE49-F238E27FC236}">
                <a16:creationId xmlns:a16="http://schemas.microsoft.com/office/drawing/2014/main" id="{2B1F4DD4-D02F-332E-54B5-0A008A0EC2D1}"/>
              </a:ext>
            </a:extLst>
          </p:cNvPr>
          <p:cNvSpPr/>
          <p:nvPr userDrawn="1"/>
        </p:nvSpPr>
        <p:spPr>
          <a:xfrm>
            <a:off x="11608301" y="4053341"/>
            <a:ext cx="285137" cy="179632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4" name="Flowchart: Or 13">
            <a:extLst>
              <a:ext uri="{FF2B5EF4-FFF2-40B4-BE49-F238E27FC236}">
                <a16:creationId xmlns:a16="http://schemas.microsoft.com/office/drawing/2014/main" id="{802B57CA-B632-436C-6FE6-1E5A42B6203B}"/>
              </a:ext>
            </a:extLst>
          </p:cNvPr>
          <p:cNvSpPr/>
          <p:nvPr userDrawn="1"/>
        </p:nvSpPr>
        <p:spPr>
          <a:xfrm>
            <a:off x="11624364" y="4463627"/>
            <a:ext cx="265471" cy="246222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B1507D-3E08-930D-9474-4DCC4DFA5D4B}"/>
              </a:ext>
            </a:extLst>
          </p:cNvPr>
          <p:cNvSpPr txBox="1"/>
          <p:nvPr userDrawn="1"/>
        </p:nvSpPr>
        <p:spPr>
          <a:xfrm>
            <a:off x="11425083" y="4940503"/>
            <a:ext cx="501445" cy="246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/>
                </a:solidFill>
                <a:hlinkClick r:id="" action="ppaction://noaction"/>
              </a:rPr>
              <a:t>Link 1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5483308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0790-0DA3-0A21-E4F7-7D8BA40BB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6C797-24CB-8C02-FD9A-7B4A1A5FC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0AEEE-F22F-2A4D-EB9F-3E11FB0EC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46557-3779-414E-9334-8CB4A554A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959753-C4E1-3085-3ADB-AB70F024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49135-50CB-5B42-D981-7603A670C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6883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F223E-20B0-FBBE-E2A2-77E27B06F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1CC382-E2ED-8228-67B0-E68056FD9A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7E72B3-04DF-AEBD-DF86-6704D969E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D0BB4-9E6A-BF1A-FC02-361C15CCB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E8D7E-C9F3-2D80-B414-CF2801775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75762-828F-7884-A027-1D4499B23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9296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2BA1-EFB8-3CB2-A131-6BE468BC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A4406-A093-5FDF-2923-FC9E8BFD1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A4ADA-A401-227F-4E0E-2E5F2DABE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18D7D-122A-2704-C650-EBCAA5CE1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1FD94-7043-047F-C788-B0CA3C9CC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9853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19D2F1-0AF8-72C7-06AC-61204D2937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2A0608-744C-A09B-61F8-CD867253C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99943-6690-4FF9-2395-D6F303CEE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E97E0-DCF0-6E59-272E-6B2BCC0A8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02065-8D7B-FF3C-4AD2-57643EC58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12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460F18-5629-0D57-B902-6F25B881B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0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A2B6F-B892-B035-22BD-F2AE28418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25236"/>
            <a:ext cx="10515600" cy="5151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0170D-6031-F3E8-BD71-046009B5A4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7D8AE-1B8B-4D2F-BD23-DE7C5E143A5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69B18-D71E-2EAF-2F4E-6B62A24E6A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53912-E807-3190-9E86-A51EB92029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5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0070D5-6246-80E4-B3A4-99839E625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53570-B867-214D-40CD-49325DBA8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D805C-53B7-73C9-F512-E43FB7F601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2DE7D-D2CB-4B16-9AC8-54D9C54416BF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D53F1-7C45-79A4-867D-A996F16BB9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BD18F-5B41-A223-E775-418217CDF4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830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26E93-6BA7-5179-DA8E-8B3A544CC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48137958-51F7-DB79-570F-E353251D1C13}"/>
              </a:ext>
            </a:extLst>
          </p:cNvPr>
          <p:cNvSpPr txBox="1"/>
          <p:nvPr/>
        </p:nvSpPr>
        <p:spPr>
          <a:xfrm>
            <a:off x="59177" y="5872336"/>
            <a:ext cx="994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Draft completed on 05 12 2025 19 10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F91CDEC-E028-F7B6-CDD2-25B52EE13918}"/>
              </a:ext>
            </a:extLst>
          </p:cNvPr>
          <p:cNvSpPr txBox="1"/>
          <p:nvPr/>
        </p:nvSpPr>
        <p:spPr>
          <a:xfrm>
            <a:off x="59177" y="6233705"/>
            <a:ext cx="1015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Train Slide updated by TS VM SR TD MS</a:t>
            </a:r>
          </a:p>
          <a:p>
            <a:r>
              <a:rPr lang="en-US" sz="800" dirty="0"/>
              <a:t> 25 12 28 0800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EBC9DC4-DB98-8654-7319-171C32DCBA97}"/>
              </a:ext>
            </a:extLst>
          </p:cNvPr>
          <p:cNvSpPr txBox="1"/>
          <p:nvPr/>
        </p:nvSpPr>
        <p:spPr>
          <a:xfrm>
            <a:off x="1865996" y="5979789"/>
            <a:ext cx="1546948" cy="507831"/>
          </a:xfrm>
          <a:prstGeom prst="flowChartPredefined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Indicates a separate Sub or  Subsequent process (if Present)</a:t>
            </a:r>
          </a:p>
        </p:txBody>
      </p:sp>
      <p:sp>
        <p:nvSpPr>
          <p:cNvPr id="319" name="Current_process indicator">
            <a:extLst>
              <a:ext uri="{FF2B5EF4-FFF2-40B4-BE49-F238E27FC236}">
                <a16:creationId xmlns:a16="http://schemas.microsoft.com/office/drawing/2014/main" id="{F7685236-7BF6-BB31-9AB3-656F3F23B920}"/>
              </a:ext>
            </a:extLst>
          </p:cNvPr>
          <p:cNvSpPr/>
          <p:nvPr/>
        </p:nvSpPr>
        <p:spPr>
          <a:xfrm>
            <a:off x="3946226" y="565301"/>
            <a:ext cx="4899578" cy="227928"/>
          </a:xfrm>
          <a:prstGeom prst="rect">
            <a:avLst/>
          </a:prstGeom>
          <a:solidFill>
            <a:schemeClr val="accent4">
              <a:lumMod val="20000"/>
              <a:lumOff val="8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50" b="1" dirty="0">
                <a:solidFill>
                  <a:schemeClr val="accent1">
                    <a:lumMod val="50000"/>
                  </a:schemeClr>
                </a:solidFill>
              </a:rPr>
              <a:t>Process Being Presented</a:t>
            </a:r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229C45E-783F-21B5-6C7E-467F11D02ED2}"/>
              </a:ext>
            </a:extLst>
          </p:cNvPr>
          <p:cNvSpPr/>
          <p:nvPr/>
        </p:nvSpPr>
        <p:spPr>
          <a:xfrm>
            <a:off x="713349" y="2526777"/>
            <a:ext cx="1327355" cy="42399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S1. Customer Calls For Start-Up</a:t>
            </a:r>
          </a:p>
        </p:txBody>
      </p:sp>
      <p:sp>
        <p:nvSpPr>
          <p:cNvPr id="5" name="Flowchart: Decision 4">
            <a:extLst>
              <a:ext uri="{FF2B5EF4-FFF2-40B4-BE49-F238E27FC236}">
                <a16:creationId xmlns:a16="http://schemas.microsoft.com/office/drawing/2014/main" id="{FDB915BE-936B-59A2-8E8B-75BC1FA07EB4}"/>
              </a:ext>
            </a:extLst>
          </p:cNvPr>
          <p:cNvSpPr/>
          <p:nvPr/>
        </p:nvSpPr>
        <p:spPr>
          <a:xfrm>
            <a:off x="2967399" y="2556048"/>
            <a:ext cx="570871" cy="36544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D1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6042F67A-9260-E66B-DE5A-FF3F43C10089}"/>
              </a:ext>
            </a:extLst>
          </p:cNvPr>
          <p:cNvSpPr/>
          <p:nvPr/>
        </p:nvSpPr>
        <p:spPr>
          <a:xfrm>
            <a:off x="3323024" y="2497204"/>
            <a:ext cx="224605" cy="179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Y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71B88EDE-FF85-8490-DE50-D05200A9E6E7}"/>
              </a:ext>
            </a:extLst>
          </p:cNvPr>
          <p:cNvSpPr/>
          <p:nvPr/>
        </p:nvSpPr>
        <p:spPr>
          <a:xfrm>
            <a:off x="2958041" y="2786835"/>
            <a:ext cx="224605" cy="179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FB03A6-2C75-FA20-5650-1ED1FFA693D7}"/>
              </a:ext>
            </a:extLst>
          </p:cNvPr>
          <p:cNvSpPr txBox="1"/>
          <p:nvPr/>
        </p:nvSpPr>
        <p:spPr>
          <a:xfrm>
            <a:off x="2332800" y="2331480"/>
            <a:ext cx="948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Q1.Did We Sell The Generator?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1A19CF-CE2C-CAEB-ED23-374D1597BA82}"/>
              </a:ext>
            </a:extLst>
          </p:cNvPr>
          <p:cNvSpPr txBox="1"/>
          <p:nvPr/>
        </p:nvSpPr>
        <p:spPr>
          <a:xfrm>
            <a:off x="8765349" y="3220771"/>
            <a:ext cx="1721329" cy="471755"/>
          </a:xfrm>
          <a:prstGeom prst="flowChartInternalStorag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S7. Service Order Process at charge SOP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A41C003-15C4-76AF-FA7A-C6A60D48DFBC}"/>
              </a:ext>
            </a:extLst>
          </p:cNvPr>
          <p:cNvCxnSpPr>
            <a:cxnSpLocks/>
            <a:stCxn id="5" idx="2"/>
            <a:endCxn id="31" idx="1"/>
          </p:cNvCxnSpPr>
          <p:nvPr/>
        </p:nvCxnSpPr>
        <p:spPr>
          <a:xfrm rot="16200000" flipH="1">
            <a:off x="4188391" y="1985939"/>
            <a:ext cx="537107" cy="2408219"/>
          </a:xfrm>
          <a:prstGeom prst="bentConnector2">
            <a:avLst/>
          </a:prstGeom>
          <a:ln w="254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Predefined Process 11">
            <a:extLst>
              <a:ext uri="{FF2B5EF4-FFF2-40B4-BE49-F238E27FC236}">
                <a16:creationId xmlns:a16="http://schemas.microsoft.com/office/drawing/2014/main" id="{33E2A2A2-02AC-4FC6-5663-D3C86FC70C6F}"/>
              </a:ext>
            </a:extLst>
          </p:cNvPr>
          <p:cNvSpPr/>
          <p:nvPr/>
        </p:nvSpPr>
        <p:spPr>
          <a:xfrm>
            <a:off x="5731343" y="1060541"/>
            <a:ext cx="1135627" cy="469074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S2. Order Inquiry 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A024961E-2CE6-8357-F813-60453177D69A}"/>
              </a:ext>
            </a:extLst>
          </p:cNvPr>
          <p:cNvCxnSpPr>
            <a:cxnSpLocks/>
            <a:stCxn id="5" idx="0"/>
            <a:endCxn id="24" idx="1"/>
          </p:cNvCxnSpPr>
          <p:nvPr/>
        </p:nvCxnSpPr>
        <p:spPr>
          <a:xfrm rot="5400000" flipH="1" flipV="1">
            <a:off x="3561610" y="1589667"/>
            <a:ext cx="657606" cy="1275157"/>
          </a:xfrm>
          <a:prstGeom prst="bentConnector2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Predefined Process 13">
            <a:extLst>
              <a:ext uri="{FF2B5EF4-FFF2-40B4-BE49-F238E27FC236}">
                <a16:creationId xmlns:a16="http://schemas.microsoft.com/office/drawing/2014/main" id="{C9F33D9D-6DFE-9ACC-C015-1910F10D1113}"/>
              </a:ext>
            </a:extLst>
          </p:cNvPr>
          <p:cNvSpPr/>
          <p:nvPr/>
        </p:nvSpPr>
        <p:spPr>
          <a:xfrm>
            <a:off x="9923907" y="1064419"/>
            <a:ext cx="1471216" cy="469074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S4. Create Start-Up Incident</a:t>
            </a:r>
          </a:p>
        </p:txBody>
      </p:sp>
      <p:sp>
        <p:nvSpPr>
          <p:cNvPr id="15" name="Flowchart: Predefined Process 14">
            <a:extLst>
              <a:ext uri="{FF2B5EF4-FFF2-40B4-BE49-F238E27FC236}">
                <a16:creationId xmlns:a16="http://schemas.microsoft.com/office/drawing/2014/main" id="{13F506F5-F6FB-7E7F-BA03-15FE7B324F4E}"/>
              </a:ext>
            </a:extLst>
          </p:cNvPr>
          <p:cNvSpPr/>
          <p:nvPr/>
        </p:nvSpPr>
        <p:spPr>
          <a:xfrm>
            <a:off x="405360" y="4455642"/>
            <a:ext cx="1635344" cy="43841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S8. Add Start-Up Notes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3823F9A7-9360-82A1-E711-02BE7070322D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5400000">
            <a:off x="4480200" y="-1723674"/>
            <a:ext cx="2922149" cy="9436483"/>
          </a:xfrm>
          <a:prstGeom prst="bentConnector3">
            <a:avLst>
              <a:gd name="adj1" fmla="val 87942"/>
            </a:avLst>
          </a:prstGeom>
          <a:ln w="25400" cmpd="dbl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Predefined Process 16">
            <a:extLst>
              <a:ext uri="{FF2B5EF4-FFF2-40B4-BE49-F238E27FC236}">
                <a16:creationId xmlns:a16="http://schemas.microsoft.com/office/drawing/2014/main" id="{E5C5D77B-6201-5D8A-8892-973E3A194787}"/>
              </a:ext>
            </a:extLst>
          </p:cNvPr>
          <p:cNvSpPr/>
          <p:nvPr/>
        </p:nvSpPr>
        <p:spPr>
          <a:xfrm>
            <a:off x="2431645" y="4448976"/>
            <a:ext cx="1635344" cy="43841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S9. Add Line</a:t>
            </a:r>
          </a:p>
        </p:txBody>
      </p:sp>
      <p:sp>
        <p:nvSpPr>
          <p:cNvPr id="18" name="Flowchart: Predefined Process 17">
            <a:extLst>
              <a:ext uri="{FF2B5EF4-FFF2-40B4-BE49-F238E27FC236}">
                <a16:creationId xmlns:a16="http://schemas.microsoft.com/office/drawing/2014/main" id="{9FD9ABAB-DDF3-0254-A503-4D0709AF4367}"/>
              </a:ext>
            </a:extLst>
          </p:cNvPr>
          <p:cNvSpPr/>
          <p:nvPr/>
        </p:nvSpPr>
        <p:spPr>
          <a:xfrm>
            <a:off x="4426735" y="4449327"/>
            <a:ext cx="1635344" cy="43841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S10. Schedule</a:t>
            </a:r>
          </a:p>
        </p:txBody>
      </p:sp>
      <p:sp>
        <p:nvSpPr>
          <p:cNvPr id="19" name="Flowchart: Predefined Process 18">
            <a:extLst>
              <a:ext uri="{FF2B5EF4-FFF2-40B4-BE49-F238E27FC236}">
                <a16:creationId xmlns:a16="http://schemas.microsoft.com/office/drawing/2014/main" id="{085DB94A-9BE3-6246-BB75-261AB8D2501C}"/>
              </a:ext>
            </a:extLst>
          </p:cNvPr>
          <p:cNvSpPr/>
          <p:nvPr/>
        </p:nvSpPr>
        <p:spPr>
          <a:xfrm>
            <a:off x="6576675" y="4448804"/>
            <a:ext cx="1375653" cy="438417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S11. Print Pick Ticket</a:t>
            </a:r>
          </a:p>
        </p:txBody>
      </p:sp>
      <p:sp>
        <p:nvSpPr>
          <p:cNvPr id="20" name="Flowchart: Predefined Process 19">
            <a:extLst>
              <a:ext uri="{FF2B5EF4-FFF2-40B4-BE49-F238E27FC236}">
                <a16:creationId xmlns:a16="http://schemas.microsoft.com/office/drawing/2014/main" id="{0F5DAE03-37B4-7537-1B9F-C82996A98C9A}"/>
              </a:ext>
            </a:extLst>
          </p:cNvPr>
          <p:cNvSpPr/>
          <p:nvPr/>
        </p:nvSpPr>
        <p:spPr>
          <a:xfrm>
            <a:off x="8429193" y="4438973"/>
            <a:ext cx="1469923" cy="43841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S12. Shipping Feedback Ship </a:t>
            </a:r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629F49B6-3CCF-4BAA-5A1D-C62BACC45D7B}"/>
              </a:ext>
            </a:extLst>
          </p:cNvPr>
          <p:cNvSpPr/>
          <p:nvPr/>
        </p:nvSpPr>
        <p:spPr>
          <a:xfrm>
            <a:off x="10234705" y="4422303"/>
            <a:ext cx="1327355" cy="47175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S13. Tech Performs Start-Up</a:t>
            </a:r>
          </a:p>
        </p:txBody>
      </p:sp>
      <p:sp>
        <p:nvSpPr>
          <p:cNvPr id="22" name="Flowchart: Predefined Process 21">
            <a:extLst>
              <a:ext uri="{FF2B5EF4-FFF2-40B4-BE49-F238E27FC236}">
                <a16:creationId xmlns:a16="http://schemas.microsoft.com/office/drawing/2014/main" id="{217CFC4D-2659-5B85-DC00-55B7E8356E27}"/>
              </a:ext>
            </a:extLst>
          </p:cNvPr>
          <p:cNvSpPr/>
          <p:nvPr/>
        </p:nvSpPr>
        <p:spPr>
          <a:xfrm>
            <a:off x="5661054" y="5340892"/>
            <a:ext cx="1469923" cy="43841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S14. Register A Unit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EE7B2100-7D01-50B0-BC94-6DAB8ADD8092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rot="5400000">
            <a:off x="8423783" y="2866292"/>
            <a:ext cx="446834" cy="4502367"/>
          </a:xfrm>
          <a:prstGeom prst="bentConnector3">
            <a:avLst>
              <a:gd name="adj1" fmla="val 50000"/>
            </a:avLst>
          </a:prstGeom>
          <a:ln w="25400" cmpd="dbl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Decision 23">
            <a:extLst>
              <a:ext uri="{FF2B5EF4-FFF2-40B4-BE49-F238E27FC236}">
                <a16:creationId xmlns:a16="http://schemas.microsoft.com/office/drawing/2014/main" id="{4768D4C9-14DF-012B-7C3A-4CE3FEA1EA5C}"/>
              </a:ext>
            </a:extLst>
          </p:cNvPr>
          <p:cNvSpPr/>
          <p:nvPr/>
        </p:nvSpPr>
        <p:spPr>
          <a:xfrm>
            <a:off x="4527992" y="1724244"/>
            <a:ext cx="435655" cy="348396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D2</a:t>
            </a:r>
          </a:p>
        </p:txBody>
      </p:sp>
      <p:sp>
        <p:nvSpPr>
          <p:cNvPr id="25" name="Flowchart: Process 24">
            <a:extLst>
              <a:ext uri="{FF2B5EF4-FFF2-40B4-BE49-F238E27FC236}">
                <a16:creationId xmlns:a16="http://schemas.microsoft.com/office/drawing/2014/main" id="{DEE35290-8EDA-FC4A-758F-E29B5E23C48A}"/>
              </a:ext>
            </a:extLst>
          </p:cNvPr>
          <p:cNvSpPr/>
          <p:nvPr/>
        </p:nvSpPr>
        <p:spPr>
          <a:xfrm>
            <a:off x="4799383" y="1668146"/>
            <a:ext cx="171405" cy="1710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Y</a:t>
            </a:r>
          </a:p>
        </p:txBody>
      </p:sp>
      <p:sp>
        <p:nvSpPr>
          <p:cNvPr id="26" name="Flowchart: Process 25">
            <a:extLst>
              <a:ext uri="{FF2B5EF4-FFF2-40B4-BE49-F238E27FC236}">
                <a16:creationId xmlns:a16="http://schemas.microsoft.com/office/drawing/2014/main" id="{26D783FE-828E-7DA1-8DE3-BEFF842107C6}"/>
              </a:ext>
            </a:extLst>
          </p:cNvPr>
          <p:cNvSpPr/>
          <p:nvPr/>
        </p:nvSpPr>
        <p:spPr>
          <a:xfrm>
            <a:off x="4520850" y="1944263"/>
            <a:ext cx="171405" cy="1710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855F0D-4AF6-985A-2F82-15C3BB9074CA}"/>
              </a:ext>
            </a:extLst>
          </p:cNvPr>
          <p:cNvSpPr txBox="1"/>
          <p:nvPr/>
        </p:nvSpPr>
        <p:spPr>
          <a:xfrm>
            <a:off x="3882757" y="1378103"/>
            <a:ext cx="94881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Do You Know The Original Order #?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04D50E96-1D10-776D-AF6C-DA6E57C22EF3}"/>
              </a:ext>
            </a:extLst>
          </p:cNvPr>
          <p:cNvCxnSpPr>
            <a:cxnSpLocks/>
            <a:stCxn id="24" idx="0"/>
            <a:endCxn id="12" idx="1"/>
          </p:cNvCxnSpPr>
          <p:nvPr/>
        </p:nvCxnSpPr>
        <p:spPr>
          <a:xfrm rot="5400000" flipH="1" flipV="1">
            <a:off x="5023998" y="1016900"/>
            <a:ext cx="429166" cy="985523"/>
          </a:xfrm>
          <a:prstGeom prst="bentConnector2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Predefined Process 28">
            <a:extLst>
              <a:ext uri="{FF2B5EF4-FFF2-40B4-BE49-F238E27FC236}">
                <a16:creationId xmlns:a16="http://schemas.microsoft.com/office/drawing/2014/main" id="{7CD8920B-9F69-F547-4F38-84C3D13E3586}"/>
              </a:ext>
            </a:extLst>
          </p:cNvPr>
          <p:cNvSpPr/>
          <p:nvPr/>
        </p:nvSpPr>
        <p:spPr>
          <a:xfrm>
            <a:off x="7519201" y="2231738"/>
            <a:ext cx="1944205" cy="469074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S5. Order Inquiry Using Serial Number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459DB1-AEFA-D19D-E9FA-56489A3D956E}"/>
              </a:ext>
            </a:extLst>
          </p:cNvPr>
          <p:cNvSpPr txBox="1"/>
          <p:nvPr/>
        </p:nvSpPr>
        <p:spPr>
          <a:xfrm>
            <a:off x="5661054" y="3222725"/>
            <a:ext cx="1205916" cy="471755"/>
          </a:xfrm>
          <a:prstGeom prst="flowChartInternalStorag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S6. Create A New Unit SOP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1DA35CE3-C692-ABF5-7305-981FB3654442}"/>
              </a:ext>
            </a:extLst>
          </p:cNvPr>
          <p:cNvCxnSpPr>
            <a:cxnSpLocks/>
            <a:stCxn id="24" idx="2"/>
            <a:endCxn id="29" idx="1"/>
          </p:cNvCxnSpPr>
          <p:nvPr/>
        </p:nvCxnSpPr>
        <p:spPr>
          <a:xfrm rot="16200000" flipH="1">
            <a:off x="5935693" y="882766"/>
            <a:ext cx="393635" cy="2773381"/>
          </a:xfrm>
          <a:prstGeom prst="bentConnector2">
            <a:avLst/>
          </a:prstGeom>
          <a:ln w="254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lowchart: Process 32">
            <a:extLst>
              <a:ext uri="{FF2B5EF4-FFF2-40B4-BE49-F238E27FC236}">
                <a16:creationId xmlns:a16="http://schemas.microsoft.com/office/drawing/2014/main" id="{857B26C0-A7B0-AB9A-4521-0757A19A639D}"/>
              </a:ext>
            </a:extLst>
          </p:cNvPr>
          <p:cNvSpPr/>
          <p:nvPr/>
        </p:nvSpPr>
        <p:spPr>
          <a:xfrm>
            <a:off x="7827625" y="1057821"/>
            <a:ext cx="1327355" cy="47451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S3. Check With AR To Verify Payment In Full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6E8B30C-BF4B-3E33-9AB2-A1DCF0EA0B5D}"/>
              </a:ext>
            </a:extLst>
          </p:cNvPr>
          <p:cNvCxnSpPr>
            <a:cxnSpLocks/>
            <a:stCxn id="12" idx="3"/>
            <a:endCxn id="33" idx="1"/>
          </p:cNvCxnSpPr>
          <p:nvPr/>
        </p:nvCxnSpPr>
        <p:spPr>
          <a:xfrm>
            <a:off x="6866970" y="1295078"/>
            <a:ext cx="960655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DFDA4E0-D42B-9F2A-4AC5-58238A6166D7}"/>
              </a:ext>
            </a:extLst>
          </p:cNvPr>
          <p:cNvCxnSpPr>
            <a:cxnSpLocks/>
            <a:stCxn id="33" idx="3"/>
            <a:endCxn id="14" idx="1"/>
          </p:cNvCxnSpPr>
          <p:nvPr/>
        </p:nvCxnSpPr>
        <p:spPr>
          <a:xfrm>
            <a:off x="9154980" y="1295078"/>
            <a:ext cx="768927" cy="3878"/>
          </a:xfrm>
          <a:prstGeom prst="straightConnector1">
            <a:avLst/>
          </a:prstGeom>
          <a:ln w="25400" cmpd="dbl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2CFF923-C2EA-C764-D4CF-EE270659E340}"/>
              </a:ext>
            </a:extLst>
          </p:cNvPr>
          <p:cNvCxnSpPr>
            <a:cxnSpLocks/>
            <a:stCxn id="31" idx="3"/>
            <a:endCxn id="10" idx="1"/>
          </p:cNvCxnSpPr>
          <p:nvPr/>
        </p:nvCxnSpPr>
        <p:spPr>
          <a:xfrm flipV="1">
            <a:off x="6866970" y="3456649"/>
            <a:ext cx="1898379" cy="1954"/>
          </a:xfrm>
          <a:prstGeom prst="straightConnector1">
            <a:avLst/>
          </a:prstGeom>
          <a:ln w="254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1FA9FB1-25B0-3147-6FCA-3D64B0F5EA53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 flipV="1">
            <a:off x="2040704" y="4668184"/>
            <a:ext cx="390941" cy="6666"/>
          </a:xfrm>
          <a:prstGeom prst="straightConnector1">
            <a:avLst/>
          </a:prstGeom>
          <a:ln w="25400" cmpd="dbl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6E9119D-8E95-1055-17C3-CED375E22C73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4066989" y="4668184"/>
            <a:ext cx="359746" cy="351"/>
          </a:xfrm>
          <a:prstGeom prst="straightConnector1">
            <a:avLst/>
          </a:prstGeom>
          <a:ln w="25400" cmpd="dbl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32BB37B-BC8D-923A-276D-0717298E0BCA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6062079" y="4668013"/>
            <a:ext cx="514596" cy="522"/>
          </a:xfrm>
          <a:prstGeom prst="straightConnector1">
            <a:avLst/>
          </a:prstGeom>
          <a:ln w="25400" cmpd="dbl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707321B-5557-EF36-01D7-7BFBD0D89679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7952328" y="4658181"/>
            <a:ext cx="476865" cy="9832"/>
          </a:xfrm>
          <a:prstGeom prst="straightConnector1">
            <a:avLst/>
          </a:prstGeom>
          <a:ln w="25400" cmpd="dbl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A499A02-FCC7-9030-4FF3-B46B6F251E72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9899116" y="4658181"/>
            <a:ext cx="335589" cy="0"/>
          </a:xfrm>
          <a:prstGeom prst="straightConnector1">
            <a:avLst/>
          </a:prstGeom>
          <a:ln w="25400" cmpd="dbl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63A7A76-D1BB-FFDF-6596-D4479A6B25F9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2040704" y="2738772"/>
            <a:ext cx="926695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Parlance">
            <a:extLst>
              <a:ext uri="{FF2B5EF4-FFF2-40B4-BE49-F238E27FC236}">
                <a16:creationId xmlns:a16="http://schemas.microsoft.com/office/drawing/2014/main" id="{03B56786-2844-700A-82FE-4D20BFBF1509}"/>
              </a:ext>
            </a:extLst>
          </p:cNvPr>
          <p:cNvSpPr txBox="1"/>
          <p:nvPr/>
        </p:nvSpPr>
        <p:spPr>
          <a:xfrm>
            <a:off x="1351819" y="472454"/>
            <a:ext cx="89066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The creator of this slide  appreciates the Infor System’s  Process Intelligence which became the basis for process creation and verification and finally the training System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E464C69-3585-1296-1354-0483627836E3}"/>
              </a:ext>
            </a:extLst>
          </p:cNvPr>
          <p:cNvCxnSpPr>
            <a:cxnSpLocks/>
            <a:stCxn id="29" idx="0"/>
            <a:endCxn id="33" idx="2"/>
          </p:cNvCxnSpPr>
          <p:nvPr/>
        </p:nvCxnSpPr>
        <p:spPr>
          <a:xfrm flipH="1" flipV="1">
            <a:off x="8491303" y="1532334"/>
            <a:ext cx="1" cy="699404"/>
          </a:xfrm>
          <a:prstGeom prst="straightConnector1">
            <a:avLst/>
          </a:prstGeom>
          <a:ln w="254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- M1.  Generator Startup - At PPS Service">
            <a:extLst>
              <a:ext uri="{FF2B5EF4-FFF2-40B4-BE49-F238E27FC236}">
                <a16:creationId xmlns:a16="http://schemas.microsoft.com/office/drawing/2014/main" id="{257E3C0D-93FA-C51F-87ED-119E1C9D9E73}"/>
              </a:ext>
            </a:extLst>
          </p:cNvPr>
          <p:cNvSpPr txBox="1">
            <a:spLocks/>
          </p:cNvSpPr>
          <p:nvPr/>
        </p:nvSpPr>
        <p:spPr>
          <a:xfrm>
            <a:off x="838200" y="45733"/>
            <a:ext cx="10515600" cy="30612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1" dirty="0"/>
              <a:t>M1.  Generator Startup - At PPS Service</a:t>
            </a:r>
          </a:p>
        </p:txBody>
      </p:sp>
    </p:spTree>
    <p:extLst>
      <p:ext uri="{BB962C8B-B14F-4D97-AF65-F5344CB8AC3E}">
        <p14:creationId xmlns:p14="http://schemas.microsoft.com/office/powerpoint/2010/main" val="1728927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bi template for Process etc" id="{BF4A0D7B-CA68-4AFE-9D83-A41674BFC30D}" vid="{A1D45B32-9E08-4E92-AC68-322278330F18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bi template for Process etc" id="{BF4A0D7B-CA68-4AFE-9D83-A41674BFC30D}" vid="{65D0A2C0-6B61-4A40-BDFF-355584D2D2D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Subi template for Process etc</Template>
  <TotalTime>9204</TotalTime>
  <Words>172</Words>
  <Application>Microsoft Office PowerPoint</Application>
  <PresentationFormat>Widescreen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Subi Rajagopalan</dc:creator>
  <cp:lastModifiedBy>Subi R</cp:lastModifiedBy>
  <cp:revision>61</cp:revision>
  <dcterms:created xsi:type="dcterms:W3CDTF">2025-06-03T13:31:39Z</dcterms:created>
  <dcterms:modified xsi:type="dcterms:W3CDTF">2025-12-29T15:52:46Z</dcterms:modified>
</cp:coreProperties>
</file>