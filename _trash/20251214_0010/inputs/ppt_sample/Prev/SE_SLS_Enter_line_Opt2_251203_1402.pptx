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1"/>
  </p:notesMasterIdLst>
  <p:sldIdLst>
    <p:sldId id="542" r:id="rId3"/>
    <p:sldId id="547" r:id="rId4"/>
    <p:sldId id="620" r:id="rId5"/>
    <p:sldId id="543" r:id="rId6"/>
    <p:sldId id="571" r:id="rId7"/>
    <p:sldId id="572" r:id="rId8"/>
    <p:sldId id="575" r:id="rId9"/>
    <p:sldId id="576" r:id="rId10"/>
    <p:sldId id="584" r:id="rId11"/>
    <p:sldId id="586" r:id="rId12"/>
    <p:sldId id="587" r:id="rId13"/>
    <p:sldId id="573" r:id="rId14"/>
    <p:sldId id="589" r:id="rId15"/>
    <p:sldId id="590" r:id="rId16"/>
    <p:sldId id="591" r:id="rId17"/>
    <p:sldId id="592" r:id="rId18"/>
    <p:sldId id="593" r:id="rId19"/>
    <p:sldId id="594" r:id="rId20"/>
    <p:sldId id="588" r:id="rId21"/>
    <p:sldId id="596" r:id="rId22"/>
    <p:sldId id="595" r:id="rId23"/>
    <p:sldId id="597" r:id="rId24"/>
    <p:sldId id="598" r:id="rId25"/>
    <p:sldId id="599" r:id="rId26"/>
    <p:sldId id="600" r:id="rId27"/>
    <p:sldId id="601" r:id="rId28"/>
    <p:sldId id="602" r:id="rId29"/>
    <p:sldId id="603" r:id="rId30"/>
    <p:sldId id="604" r:id="rId31"/>
    <p:sldId id="605" r:id="rId32"/>
    <p:sldId id="606" r:id="rId33"/>
    <p:sldId id="607" r:id="rId34"/>
    <p:sldId id="608" r:id="rId35"/>
    <p:sldId id="609" r:id="rId36"/>
    <p:sldId id="610" r:id="rId37"/>
    <p:sldId id="611" r:id="rId38"/>
    <p:sldId id="612" r:id="rId39"/>
    <p:sldId id="613" r:id="rId40"/>
    <p:sldId id="614" r:id="rId41"/>
    <p:sldId id="615" r:id="rId42"/>
    <p:sldId id="616" r:id="rId43"/>
    <p:sldId id="623" r:id="rId44"/>
    <p:sldId id="617" r:id="rId45"/>
    <p:sldId id="621" r:id="rId46"/>
    <p:sldId id="622" r:id="rId47"/>
    <p:sldId id="618" r:id="rId48"/>
    <p:sldId id="619" r:id="rId49"/>
    <p:sldId id="57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94660"/>
  </p:normalViewPr>
  <p:slideViewPr>
    <p:cSldViewPr snapToGrid="0">
      <p:cViewPr varScale="1">
        <p:scale>
          <a:sx n="105" d="100"/>
          <a:sy n="105" d="100"/>
        </p:scale>
        <p:origin x="24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45930-401B-E1EF-94E9-27A210BF29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1E343-3315-5B46-0578-0866FFF1F2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DB688-BAC7-8E4E-44E9-7529EA99B7C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BE92EF6-D14C-935B-399E-C7277EDF66EE}"/>
              </a:ext>
            </a:extLst>
          </p:cNvPr>
          <p:cNvSpPr>
            <a:spLocks noGrp="1"/>
          </p:cNvSpPr>
          <p:nvPr>
            <p:ph type="sldNum" sz="quarter" idx="5"/>
          </p:nvPr>
        </p:nvSpPr>
        <p:spPr/>
        <p:txBody>
          <a:bodyPr/>
          <a:lstStyle/>
          <a:p>
            <a:fld id="{5FD2EF15-161C-458A-BBAC-40A3953D9DA9}" type="slidenum">
              <a:rPr lang="en-US" smtClean="0"/>
              <a:t>5</a:t>
            </a:fld>
            <a:endParaRPr lang="en-US"/>
          </a:p>
        </p:txBody>
      </p:sp>
    </p:spTree>
    <p:extLst>
      <p:ext uri="{BB962C8B-B14F-4D97-AF65-F5344CB8AC3E}">
        <p14:creationId xmlns:p14="http://schemas.microsoft.com/office/powerpoint/2010/main" val="32775604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1C0B4-4E8E-FC81-06B2-200F41332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E3C2D-5401-F085-4E5C-8B27EBAE10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6BF529-60F1-FE9E-5E05-BC73F4955A6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6801460-63FE-007A-5360-43AEC91ACE3F}"/>
              </a:ext>
            </a:extLst>
          </p:cNvPr>
          <p:cNvSpPr>
            <a:spLocks noGrp="1"/>
          </p:cNvSpPr>
          <p:nvPr>
            <p:ph type="sldNum" sz="quarter" idx="5"/>
          </p:nvPr>
        </p:nvSpPr>
        <p:spPr/>
        <p:txBody>
          <a:bodyPr/>
          <a:lstStyle/>
          <a:p>
            <a:fld id="{5FD2EF15-161C-458A-BBAC-40A3953D9DA9}" type="slidenum">
              <a:rPr lang="en-US" smtClean="0"/>
              <a:t>6</a:t>
            </a:fld>
            <a:endParaRPr lang="en-US"/>
          </a:p>
        </p:txBody>
      </p:sp>
    </p:spTree>
    <p:extLst>
      <p:ext uri="{BB962C8B-B14F-4D97-AF65-F5344CB8AC3E}">
        <p14:creationId xmlns:p14="http://schemas.microsoft.com/office/powerpoint/2010/main" val="1082831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93CF5-EE99-55DE-53DC-06079966C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B3FA3-9538-227C-AE9D-3F40C8A88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0B0DA-E2DF-D39B-6660-F7C3EB8597E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38F44E8-65D9-08E0-0122-281E1D91E4C3}"/>
              </a:ext>
            </a:extLst>
          </p:cNvPr>
          <p:cNvSpPr>
            <a:spLocks noGrp="1"/>
          </p:cNvSpPr>
          <p:nvPr>
            <p:ph type="sldNum" sz="quarter" idx="5"/>
          </p:nvPr>
        </p:nvSpPr>
        <p:spPr/>
        <p:txBody>
          <a:bodyPr/>
          <a:lstStyle/>
          <a:p>
            <a:fld id="{5FD2EF15-161C-458A-BBAC-40A3953D9DA9}" type="slidenum">
              <a:rPr lang="en-US" smtClean="0"/>
              <a:t>7</a:t>
            </a:fld>
            <a:endParaRPr lang="en-US"/>
          </a:p>
        </p:txBody>
      </p:sp>
    </p:spTree>
    <p:extLst>
      <p:ext uri="{BB962C8B-B14F-4D97-AF65-F5344CB8AC3E}">
        <p14:creationId xmlns:p14="http://schemas.microsoft.com/office/powerpoint/2010/main" val="2661884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1F2C4-0CFA-551A-5C26-FCCF8EF3E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AA09DA-E248-EFF6-2323-9A8062F54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3B914-378E-F32D-97D2-1E237099D71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B765E15-BB36-676C-CA58-77C78F176A14}"/>
              </a:ext>
            </a:extLst>
          </p:cNvPr>
          <p:cNvSpPr>
            <a:spLocks noGrp="1"/>
          </p:cNvSpPr>
          <p:nvPr>
            <p:ph type="sldNum" sz="quarter" idx="5"/>
          </p:nvPr>
        </p:nvSpPr>
        <p:spPr/>
        <p:txBody>
          <a:bodyPr/>
          <a:lstStyle/>
          <a:p>
            <a:fld id="{5FD2EF15-161C-458A-BBAC-40A3953D9DA9}" type="slidenum">
              <a:rPr lang="en-US" smtClean="0"/>
              <a:t>8</a:t>
            </a:fld>
            <a:endParaRPr lang="en-US"/>
          </a:p>
        </p:txBody>
      </p:sp>
    </p:spTree>
    <p:extLst>
      <p:ext uri="{BB962C8B-B14F-4D97-AF65-F5344CB8AC3E}">
        <p14:creationId xmlns:p14="http://schemas.microsoft.com/office/powerpoint/2010/main" val="2440095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35D7-3841-F45F-D64B-24E997E0B2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0B607-3592-86D7-D6DD-2EB781137C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E08D8-B01E-B26A-F52A-8ECC46BB831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1E89D9F-BB27-4828-8BAD-AAF6E633AB50}"/>
              </a:ext>
            </a:extLst>
          </p:cNvPr>
          <p:cNvSpPr>
            <a:spLocks noGrp="1"/>
          </p:cNvSpPr>
          <p:nvPr>
            <p:ph type="sldNum" sz="quarter" idx="5"/>
          </p:nvPr>
        </p:nvSpPr>
        <p:spPr/>
        <p:txBody>
          <a:bodyPr/>
          <a:lstStyle/>
          <a:p>
            <a:fld id="{5FD2EF15-161C-458A-BBAC-40A3953D9DA9}" type="slidenum">
              <a:rPr lang="en-US" smtClean="0"/>
              <a:t>9</a:t>
            </a:fld>
            <a:endParaRPr lang="en-US"/>
          </a:p>
        </p:txBody>
      </p:sp>
    </p:spTree>
    <p:extLst>
      <p:ext uri="{BB962C8B-B14F-4D97-AF65-F5344CB8AC3E}">
        <p14:creationId xmlns:p14="http://schemas.microsoft.com/office/powerpoint/2010/main" val="424041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4BA3-4230-3421-5513-BA0DA7F485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881C2-4E1F-87A7-3C9A-25A70AAD25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1EC6B0-F787-93B6-3887-A38280DBACC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9D055823-1980-F8DA-5B61-62FB3550377F}"/>
              </a:ext>
            </a:extLst>
          </p:cNvPr>
          <p:cNvSpPr>
            <a:spLocks noGrp="1"/>
          </p:cNvSpPr>
          <p:nvPr>
            <p:ph type="sldNum" sz="quarter" idx="5"/>
          </p:nvPr>
        </p:nvSpPr>
        <p:spPr/>
        <p:txBody>
          <a:bodyPr/>
          <a:lstStyle/>
          <a:p>
            <a:fld id="{5FD2EF15-161C-458A-BBAC-40A3953D9DA9}" type="slidenum">
              <a:rPr lang="en-US" smtClean="0"/>
              <a:t>10</a:t>
            </a:fld>
            <a:endParaRPr lang="en-US"/>
          </a:p>
        </p:txBody>
      </p:sp>
    </p:spTree>
    <p:extLst>
      <p:ext uri="{BB962C8B-B14F-4D97-AF65-F5344CB8AC3E}">
        <p14:creationId xmlns:p14="http://schemas.microsoft.com/office/powerpoint/2010/main" val="3520201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5FDE-7CA9-ACEA-1C42-2D2CEC0E2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6F6BA-8775-F4E3-C2FB-E4423BAF4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A2943D-062C-D1BC-7905-E54191389DE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1AECE83-808A-E27D-74F9-2BCA48FFF40E}"/>
              </a:ext>
            </a:extLst>
          </p:cNvPr>
          <p:cNvSpPr>
            <a:spLocks noGrp="1"/>
          </p:cNvSpPr>
          <p:nvPr>
            <p:ph type="sldNum" sz="quarter" idx="5"/>
          </p:nvPr>
        </p:nvSpPr>
        <p:spPr/>
        <p:txBody>
          <a:bodyPr/>
          <a:lstStyle/>
          <a:p>
            <a:fld id="{5FD2EF15-161C-458A-BBAC-40A3953D9DA9}" type="slidenum">
              <a:rPr lang="en-US" smtClean="0"/>
              <a:t>11</a:t>
            </a:fld>
            <a:endParaRPr lang="en-US"/>
          </a:p>
        </p:txBody>
      </p:sp>
    </p:spTree>
    <p:extLst>
      <p:ext uri="{BB962C8B-B14F-4D97-AF65-F5344CB8AC3E}">
        <p14:creationId xmlns:p14="http://schemas.microsoft.com/office/powerpoint/2010/main" val="3750075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A8FE-6EAE-7C36-A864-090383A14C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0927B-4F95-72A9-2D85-8ADE401923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0659C-E8AB-93DE-E77B-DE8CD55BB4A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356628C-9177-EAED-36B0-7877FD409343}"/>
              </a:ext>
            </a:extLst>
          </p:cNvPr>
          <p:cNvSpPr>
            <a:spLocks noGrp="1"/>
          </p:cNvSpPr>
          <p:nvPr>
            <p:ph type="sldNum" sz="quarter" idx="5"/>
          </p:nvPr>
        </p:nvSpPr>
        <p:spPr/>
        <p:txBody>
          <a:bodyPr/>
          <a:lstStyle/>
          <a:p>
            <a:fld id="{5FD2EF15-161C-458A-BBAC-40A3953D9DA9}" type="slidenum">
              <a:rPr lang="en-US" smtClean="0"/>
              <a:t>12</a:t>
            </a:fld>
            <a:endParaRPr lang="en-US"/>
          </a:p>
        </p:txBody>
      </p:sp>
    </p:spTree>
    <p:extLst>
      <p:ext uri="{BB962C8B-B14F-4D97-AF65-F5344CB8AC3E}">
        <p14:creationId xmlns:p14="http://schemas.microsoft.com/office/powerpoint/2010/main" val="939466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9BCF7-E8A6-D197-5A59-E6196F630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CF7DB-2254-68F1-8A88-68B175269A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7F142-CA63-5395-6312-8A90FBED66D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96BE220A-6DE1-DE22-2E58-9F6BD3304BC7}"/>
              </a:ext>
            </a:extLst>
          </p:cNvPr>
          <p:cNvSpPr>
            <a:spLocks noGrp="1"/>
          </p:cNvSpPr>
          <p:nvPr>
            <p:ph type="sldNum" sz="quarter" idx="5"/>
          </p:nvPr>
        </p:nvSpPr>
        <p:spPr/>
        <p:txBody>
          <a:bodyPr/>
          <a:lstStyle/>
          <a:p>
            <a:fld id="{5FD2EF15-161C-458A-BBAC-40A3953D9DA9}" type="slidenum">
              <a:rPr lang="en-US" smtClean="0"/>
              <a:t>13</a:t>
            </a:fld>
            <a:endParaRPr lang="en-US"/>
          </a:p>
        </p:txBody>
      </p:sp>
    </p:spTree>
    <p:extLst>
      <p:ext uri="{BB962C8B-B14F-4D97-AF65-F5344CB8AC3E}">
        <p14:creationId xmlns:p14="http://schemas.microsoft.com/office/powerpoint/2010/main" val="36920213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9AA6C-A87A-B82A-E4D0-D524C10C0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07205-40E1-300F-C0E4-8DB9A6509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1661F-0360-5100-6EA2-6ACDC0CC218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C8DBFBD-13A3-C690-A277-DF753AE4F76E}"/>
              </a:ext>
            </a:extLst>
          </p:cNvPr>
          <p:cNvSpPr>
            <a:spLocks noGrp="1"/>
          </p:cNvSpPr>
          <p:nvPr>
            <p:ph type="sldNum" sz="quarter" idx="5"/>
          </p:nvPr>
        </p:nvSpPr>
        <p:spPr/>
        <p:txBody>
          <a:bodyPr/>
          <a:lstStyle/>
          <a:p>
            <a:fld id="{5FD2EF15-161C-458A-BBAC-40A3953D9DA9}" type="slidenum">
              <a:rPr lang="en-US" smtClean="0"/>
              <a:t>14</a:t>
            </a:fld>
            <a:endParaRPr lang="en-US"/>
          </a:p>
        </p:txBody>
      </p:sp>
    </p:spTree>
    <p:extLst>
      <p:ext uri="{BB962C8B-B14F-4D97-AF65-F5344CB8AC3E}">
        <p14:creationId xmlns:p14="http://schemas.microsoft.com/office/powerpoint/2010/main" val="1184841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99C9F-4F27-86E6-293C-587CE9A63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73580-DA0B-AACA-2BBD-A6CBDCF4A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02374-06A6-3A82-2001-EE772BF3D29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59158FBF-BC1F-5FA4-220A-0AF45E59C6B1}"/>
              </a:ext>
            </a:extLst>
          </p:cNvPr>
          <p:cNvSpPr>
            <a:spLocks noGrp="1"/>
          </p:cNvSpPr>
          <p:nvPr>
            <p:ph type="sldNum" sz="quarter" idx="5"/>
          </p:nvPr>
        </p:nvSpPr>
        <p:spPr/>
        <p:txBody>
          <a:bodyPr/>
          <a:lstStyle/>
          <a:p>
            <a:fld id="{5FD2EF15-161C-458A-BBAC-40A3953D9DA9}" type="slidenum">
              <a:rPr lang="en-US" smtClean="0"/>
              <a:t>15</a:t>
            </a:fld>
            <a:endParaRPr lang="en-US"/>
          </a:p>
        </p:txBody>
      </p:sp>
    </p:spTree>
    <p:extLst>
      <p:ext uri="{BB962C8B-B14F-4D97-AF65-F5344CB8AC3E}">
        <p14:creationId xmlns:p14="http://schemas.microsoft.com/office/powerpoint/2010/main" val="42131115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A29E3-0DBB-C240-C3E0-3D7F33D78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24DD8-69FA-C9A0-EF31-884A7B92C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285B2-83D7-281E-9E5F-D99815E0886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2626A1A-35FA-51B6-A087-28B15F205B4C}"/>
              </a:ext>
            </a:extLst>
          </p:cNvPr>
          <p:cNvSpPr>
            <a:spLocks noGrp="1"/>
          </p:cNvSpPr>
          <p:nvPr>
            <p:ph type="sldNum" sz="quarter" idx="5"/>
          </p:nvPr>
        </p:nvSpPr>
        <p:spPr/>
        <p:txBody>
          <a:bodyPr/>
          <a:lstStyle/>
          <a:p>
            <a:fld id="{5FD2EF15-161C-458A-BBAC-40A3953D9DA9}" type="slidenum">
              <a:rPr lang="en-US" smtClean="0"/>
              <a:t>16</a:t>
            </a:fld>
            <a:endParaRPr lang="en-US"/>
          </a:p>
        </p:txBody>
      </p:sp>
    </p:spTree>
    <p:extLst>
      <p:ext uri="{BB962C8B-B14F-4D97-AF65-F5344CB8AC3E}">
        <p14:creationId xmlns:p14="http://schemas.microsoft.com/office/powerpoint/2010/main" val="2251948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22E5E-6E52-38FC-C830-3B7498D7F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2E566-F913-421C-C536-991B92230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C5BFE2-0098-F474-3AF6-78D3B040DE7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C19B27F-C4B5-8072-07A8-572A085A6B78}"/>
              </a:ext>
            </a:extLst>
          </p:cNvPr>
          <p:cNvSpPr>
            <a:spLocks noGrp="1"/>
          </p:cNvSpPr>
          <p:nvPr>
            <p:ph type="sldNum" sz="quarter" idx="5"/>
          </p:nvPr>
        </p:nvSpPr>
        <p:spPr/>
        <p:txBody>
          <a:bodyPr/>
          <a:lstStyle/>
          <a:p>
            <a:fld id="{5FD2EF15-161C-458A-BBAC-40A3953D9DA9}" type="slidenum">
              <a:rPr lang="en-US" smtClean="0"/>
              <a:t>17</a:t>
            </a:fld>
            <a:endParaRPr lang="en-US"/>
          </a:p>
        </p:txBody>
      </p:sp>
    </p:spTree>
    <p:extLst>
      <p:ext uri="{BB962C8B-B14F-4D97-AF65-F5344CB8AC3E}">
        <p14:creationId xmlns:p14="http://schemas.microsoft.com/office/powerpoint/2010/main" val="34946601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53E8-1C2C-DFF0-4F63-4881ED85E2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E75C2-EFDD-5613-F20D-A06C619E26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7BDE20-134B-B357-9E8D-232F9DC3297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E1C310B0-7CFA-6C85-8A83-E92508230F32}"/>
              </a:ext>
            </a:extLst>
          </p:cNvPr>
          <p:cNvSpPr>
            <a:spLocks noGrp="1"/>
          </p:cNvSpPr>
          <p:nvPr>
            <p:ph type="sldNum" sz="quarter" idx="5"/>
          </p:nvPr>
        </p:nvSpPr>
        <p:spPr/>
        <p:txBody>
          <a:bodyPr/>
          <a:lstStyle/>
          <a:p>
            <a:fld id="{5FD2EF15-161C-458A-BBAC-40A3953D9DA9}" type="slidenum">
              <a:rPr lang="en-US" smtClean="0"/>
              <a:t>18</a:t>
            </a:fld>
            <a:endParaRPr lang="en-US"/>
          </a:p>
        </p:txBody>
      </p:sp>
    </p:spTree>
    <p:extLst>
      <p:ext uri="{BB962C8B-B14F-4D97-AF65-F5344CB8AC3E}">
        <p14:creationId xmlns:p14="http://schemas.microsoft.com/office/powerpoint/2010/main" val="2710354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C7928-1CC8-063B-5111-2F65E240B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F19AA-C44A-E73F-2427-2C3100DFEA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71028F-5828-EF64-7B3D-89C0D74BD73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4BEFC3D-36ED-40C9-55AA-FD9A8FD70AA6}"/>
              </a:ext>
            </a:extLst>
          </p:cNvPr>
          <p:cNvSpPr>
            <a:spLocks noGrp="1"/>
          </p:cNvSpPr>
          <p:nvPr>
            <p:ph type="sldNum" sz="quarter" idx="5"/>
          </p:nvPr>
        </p:nvSpPr>
        <p:spPr/>
        <p:txBody>
          <a:bodyPr/>
          <a:lstStyle/>
          <a:p>
            <a:fld id="{5FD2EF15-161C-458A-BBAC-40A3953D9DA9}" type="slidenum">
              <a:rPr lang="en-US" smtClean="0"/>
              <a:t>19</a:t>
            </a:fld>
            <a:endParaRPr lang="en-US"/>
          </a:p>
        </p:txBody>
      </p:sp>
    </p:spTree>
    <p:extLst>
      <p:ext uri="{BB962C8B-B14F-4D97-AF65-F5344CB8AC3E}">
        <p14:creationId xmlns:p14="http://schemas.microsoft.com/office/powerpoint/2010/main" val="2975840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6B7A-893E-62A4-17DE-322F97525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ED1668-A922-A702-25BB-02D93ECA6D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A95EF-461D-0066-18E6-FE4B89F6BA6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3D3DE16-739D-ED59-AC50-C9E5B5FC137E}"/>
              </a:ext>
            </a:extLst>
          </p:cNvPr>
          <p:cNvSpPr>
            <a:spLocks noGrp="1"/>
          </p:cNvSpPr>
          <p:nvPr>
            <p:ph type="sldNum" sz="quarter" idx="5"/>
          </p:nvPr>
        </p:nvSpPr>
        <p:spPr/>
        <p:txBody>
          <a:bodyPr/>
          <a:lstStyle/>
          <a:p>
            <a:fld id="{5FD2EF15-161C-458A-BBAC-40A3953D9DA9}" type="slidenum">
              <a:rPr lang="en-US" smtClean="0"/>
              <a:t>20</a:t>
            </a:fld>
            <a:endParaRPr lang="en-US"/>
          </a:p>
        </p:txBody>
      </p:sp>
    </p:spTree>
    <p:extLst>
      <p:ext uri="{BB962C8B-B14F-4D97-AF65-F5344CB8AC3E}">
        <p14:creationId xmlns:p14="http://schemas.microsoft.com/office/powerpoint/2010/main" val="4242731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2A21-BE3C-40B2-689C-3B9CAE14C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A2276-B783-AD65-1A00-042C03A9D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89DF30-E178-C1F0-6BD6-3835D08C59E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8B76702-3CCA-EEF6-20A8-58B417A65027}"/>
              </a:ext>
            </a:extLst>
          </p:cNvPr>
          <p:cNvSpPr>
            <a:spLocks noGrp="1"/>
          </p:cNvSpPr>
          <p:nvPr>
            <p:ph type="sldNum" sz="quarter" idx="5"/>
          </p:nvPr>
        </p:nvSpPr>
        <p:spPr/>
        <p:txBody>
          <a:bodyPr/>
          <a:lstStyle/>
          <a:p>
            <a:fld id="{5FD2EF15-161C-458A-BBAC-40A3953D9DA9}" type="slidenum">
              <a:rPr lang="en-US" smtClean="0"/>
              <a:t>21</a:t>
            </a:fld>
            <a:endParaRPr lang="en-US"/>
          </a:p>
        </p:txBody>
      </p:sp>
    </p:spTree>
    <p:extLst>
      <p:ext uri="{BB962C8B-B14F-4D97-AF65-F5344CB8AC3E}">
        <p14:creationId xmlns:p14="http://schemas.microsoft.com/office/powerpoint/2010/main" val="3300038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2B910-4E14-05F7-4749-701BDB38F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1F8B66-0988-B3AF-9CD2-D11FC6E81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C3A39-C43F-F62C-5574-FA2E26E7CE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AC7A6D3-E808-A0BC-46C7-B32D9C081296}"/>
              </a:ext>
            </a:extLst>
          </p:cNvPr>
          <p:cNvSpPr>
            <a:spLocks noGrp="1"/>
          </p:cNvSpPr>
          <p:nvPr>
            <p:ph type="sldNum" sz="quarter" idx="5"/>
          </p:nvPr>
        </p:nvSpPr>
        <p:spPr/>
        <p:txBody>
          <a:bodyPr/>
          <a:lstStyle/>
          <a:p>
            <a:fld id="{5FD2EF15-161C-458A-BBAC-40A3953D9DA9}" type="slidenum">
              <a:rPr lang="en-US" smtClean="0"/>
              <a:t>22</a:t>
            </a:fld>
            <a:endParaRPr lang="en-US"/>
          </a:p>
        </p:txBody>
      </p:sp>
    </p:spTree>
    <p:extLst>
      <p:ext uri="{BB962C8B-B14F-4D97-AF65-F5344CB8AC3E}">
        <p14:creationId xmlns:p14="http://schemas.microsoft.com/office/powerpoint/2010/main" val="2753902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0158F-A1A2-01E8-5BB4-924BEC940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C7CD9-71DC-EDB7-74FA-62B035789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A97D6-8A13-B8CE-6A4B-3B749489B09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E3347A8-FBDB-81FD-3760-B6F132762FF7}"/>
              </a:ext>
            </a:extLst>
          </p:cNvPr>
          <p:cNvSpPr>
            <a:spLocks noGrp="1"/>
          </p:cNvSpPr>
          <p:nvPr>
            <p:ph type="sldNum" sz="quarter" idx="5"/>
          </p:nvPr>
        </p:nvSpPr>
        <p:spPr/>
        <p:txBody>
          <a:bodyPr/>
          <a:lstStyle/>
          <a:p>
            <a:fld id="{5FD2EF15-161C-458A-BBAC-40A3953D9DA9}" type="slidenum">
              <a:rPr lang="en-US" smtClean="0"/>
              <a:t>23</a:t>
            </a:fld>
            <a:endParaRPr lang="en-US"/>
          </a:p>
        </p:txBody>
      </p:sp>
    </p:spTree>
    <p:extLst>
      <p:ext uri="{BB962C8B-B14F-4D97-AF65-F5344CB8AC3E}">
        <p14:creationId xmlns:p14="http://schemas.microsoft.com/office/powerpoint/2010/main" val="3764448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6951-8F23-BEE0-4E05-42A5473C0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6E1A1-BD74-0680-FD73-757764176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7A6408-56F9-25AD-C079-482041FBA6D3}"/>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E245665-5FF8-1C3C-C61F-3A2B5B515EE2}"/>
              </a:ext>
            </a:extLst>
          </p:cNvPr>
          <p:cNvSpPr>
            <a:spLocks noGrp="1"/>
          </p:cNvSpPr>
          <p:nvPr>
            <p:ph type="sldNum" sz="quarter" idx="5"/>
          </p:nvPr>
        </p:nvSpPr>
        <p:spPr/>
        <p:txBody>
          <a:bodyPr/>
          <a:lstStyle/>
          <a:p>
            <a:fld id="{5FD2EF15-161C-458A-BBAC-40A3953D9DA9}" type="slidenum">
              <a:rPr lang="en-US" smtClean="0"/>
              <a:t>24</a:t>
            </a:fld>
            <a:endParaRPr lang="en-US"/>
          </a:p>
        </p:txBody>
      </p:sp>
    </p:spTree>
    <p:extLst>
      <p:ext uri="{BB962C8B-B14F-4D97-AF65-F5344CB8AC3E}">
        <p14:creationId xmlns:p14="http://schemas.microsoft.com/office/powerpoint/2010/main" val="1457594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C9F99-990C-5DC8-390C-80308C8F1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5D7E9-97F2-7137-512F-74978C52AC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565023-0C2A-06DE-D33F-5FD54BEE754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BE90C7C0-4DBA-646A-4874-6B1C00367931}"/>
              </a:ext>
            </a:extLst>
          </p:cNvPr>
          <p:cNvSpPr>
            <a:spLocks noGrp="1"/>
          </p:cNvSpPr>
          <p:nvPr>
            <p:ph type="sldNum" sz="quarter" idx="5"/>
          </p:nvPr>
        </p:nvSpPr>
        <p:spPr/>
        <p:txBody>
          <a:bodyPr/>
          <a:lstStyle/>
          <a:p>
            <a:fld id="{5FD2EF15-161C-458A-BBAC-40A3953D9DA9}" type="slidenum">
              <a:rPr lang="en-US" smtClean="0"/>
              <a:t>25</a:t>
            </a:fld>
            <a:endParaRPr lang="en-US"/>
          </a:p>
        </p:txBody>
      </p:sp>
    </p:spTree>
    <p:extLst>
      <p:ext uri="{BB962C8B-B14F-4D97-AF65-F5344CB8AC3E}">
        <p14:creationId xmlns:p14="http://schemas.microsoft.com/office/powerpoint/2010/main" val="21167964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57E5C-A22C-B64D-E1C0-417A65EDB7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B9E02-1681-5705-52C6-B9EA395B8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40A377-2FA8-8353-47FB-D19F1A36053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015AD1C1-B050-63EC-7250-A36FB37D391A}"/>
              </a:ext>
            </a:extLst>
          </p:cNvPr>
          <p:cNvSpPr>
            <a:spLocks noGrp="1"/>
          </p:cNvSpPr>
          <p:nvPr>
            <p:ph type="sldNum" sz="quarter" idx="5"/>
          </p:nvPr>
        </p:nvSpPr>
        <p:spPr/>
        <p:txBody>
          <a:bodyPr/>
          <a:lstStyle/>
          <a:p>
            <a:fld id="{5FD2EF15-161C-458A-BBAC-40A3953D9DA9}" type="slidenum">
              <a:rPr lang="en-US" smtClean="0"/>
              <a:t>26</a:t>
            </a:fld>
            <a:endParaRPr lang="en-US"/>
          </a:p>
        </p:txBody>
      </p:sp>
    </p:spTree>
    <p:extLst>
      <p:ext uri="{BB962C8B-B14F-4D97-AF65-F5344CB8AC3E}">
        <p14:creationId xmlns:p14="http://schemas.microsoft.com/office/powerpoint/2010/main" val="3429052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D22C-527C-C58B-5443-6053C29BE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3FD2C-260A-45E4-2077-02C8854557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CB64E-5B3D-EADA-68F0-458DD092D77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C3F8FFD-A269-AB1E-9322-E935CE3BD37E}"/>
              </a:ext>
            </a:extLst>
          </p:cNvPr>
          <p:cNvSpPr>
            <a:spLocks noGrp="1"/>
          </p:cNvSpPr>
          <p:nvPr>
            <p:ph type="sldNum" sz="quarter" idx="5"/>
          </p:nvPr>
        </p:nvSpPr>
        <p:spPr/>
        <p:txBody>
          <a:bodyPr/>
          <a:lstStyle/>
          <a:p>
            <a:fld id="{5FD2EF15-161C-458A-BBAC-40A3953D9DA9}" type="slidenum">
              <a:rPr lang="en-US" smtClean="0"/>
              <a:t>27</a:t>
            </a:fld>
            <a:endParaRPr lang="en-US"/>
          </a:p>
        </p:txBody>
      </p:sp>
    </p:spTree>
    <p:extLst>
      <p:ext uri="{BB962C8B-B14F-4D97-AF65-F5344CB8AC3E}">
        <p14:creationId xmlns:p14="http://schemas.microsoft.com/office/powerpoint/2010/main" val="22856008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6FD07-3DFA-3969-0E50-05967040B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9F7A5-A72E-3920-0FD9-D74D8CB3C1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0CDC2-9153-814B-B160-E36CD78F62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CB79AD41-A359-6C97-00F2-CD282D1AB1A7}"/>
              </a:ext>
            </a:extLst>
          </p:cNvPr>
          <p:cNvSpPr>
            <a:spLocks noGrp="1"/>
          </p:cNvSpPr>
          <p:nvPr>
            <p:ph type="sldNum" sz="quarter" idx="5"/>
          </p:nvPr>
        </p:nvSpPr>
        <p:spPr/>
        <p:txBody>
          <a:bodyPr/>
          <a:lstStyle/>
          <a:p>
            <a:fld id="{5FD2EF15-161C-458A-BBAC-40A3953D9DA9}" type="slidenum">
              <a:rPr lang="en-US" smtClean="0"/>
              <a:t>28</a:t>
            </a:fld>
            <a:endParaRPr lang="en-US"/>
          </a:p>
        </p:txBody>
      </p:sp>
    </p:spTree>
    <p:extLst>
      <p:ext uri="{BB962C8B-B14F-4D97-AF65-F5344CB8AC3E}">
        <p14:creationId xmlns:p14="http://schemas.microsoft.com/office/powerpoint/2010/main" val="12278598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FBD57-0F18-2A82-6D10-5BCF09B9B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5440E-FA88-83DF-2FC8-45AE35E62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5EBED2-5B98-21AC-CE5D-97A7BC85512D}"/>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2EDCDD6-A8F4-DE97-2F65-93E5A9F31F29}"/>
              </a:ext>
            </a:extLst>
          </p:cNvPr>
          <p:cNvSpPr>
            <a:spLocks noGrp="1"/>
          </p:cNvSpPr>
          <p:nvPr>
            <p:ph type="sldNum" sz="quarter" idx="5"/>
          </p:nvPr>
        </p:nvSpPr>
        <p:spPr/>
        <p:txBody>
          <a:bodyPr/>
          <a:lstStyle/>
          <a:p>
            <a:fld id="{5FD2EF15-161C-458A-BBAC-40A3953D9DA9}" type="slidenum">
              <a:rPr lang="en-US" smtClean="0"/>
              <a:t>29</a:t>
            </a:fld>
            <a:endParaRPr lang="en-US"/>
          </a:p>
        </p:txBody>
      </p:sp>
    </p:spTree>
    <p:extLst>
      <p:ext uri="{BB962C8B-B14F-4D97-AF65-F5344CB8AC3E}">
        <p14:creationId xmlns:p14="http://schemas.microsoft.com/office/powerpoint/2010/main" val="3803828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CEA1-683C-2E33-3494-1971A1FD2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F834E9-1B55-00D5-27CB-3149854A1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16D9B1-AA4C-8FDE-D65F-4C9F09C31CE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40D61D9-ABDD-9616-4DAB-704427A56DE2}"/>
              </a:ext>
            </a:extLst>
          </p:cNvPr>
          <p:cNvSpPr>
            <a:spLocks noGrp="1"/>
          </p:cNvSpPr>
          <p:nvPr>
            <p:ph type="sldNum" sz="quarter" idx="5"/>
          </p:nvPr>
        </p:nvSpPr>
        <p:spPr/>
        <p:txBody>
          <a:bodyPr/>
          <a:lstStyle/>
          <a:p>
            <a:fld id="{5FD2EF15-161C-458A-BBAC-40A3953D9DA9}" type="slidenum">
              <a:rPr lang="en-US" smtClean="0"/>
              <a:t>30</a:t>
            </a:fld>
            <a:endParaRPr lang="en-US"/>
          </a:p>
        </p:txBody>
      </p:sp>
    </p:spTree>
    <p:extLst>
      <p:ext uri="{BB962C8B-B14F-4D97-AF65-F5344CB8AC3E}">
        <p14:creationId xmlns:p14="http://schemas.microsoft.com/office/powerpoint/2010/main" val="3021109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3C97-FA01-A4AC-2979-A9489C9297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5A159-9C1F-4868-EB5D-2E90CE549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3A27B-A2C2-1BAD-2004-8325CA01BAC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7739BED3-46B9-8483-BB42-643EDD22FF4E}"/>
              </a:ext>
            </a:extLst>
          </p:cNvPr>
          <p:cNvSpPr>
            <a:spLocks noGrp="1"/>
          </p:cNvSpPr>
          <p:nvPr>
            <p:ph type="sldNum" sz="quarter" idx="5"/>
          </p:nvPr>
        </p:nvSpPr>
        <p:spPr/>
        <p:txBody>
          <a:bodyPr/>
          <a:lstStyle/>
          <a:p>
            <a:fld id="{5FD2EF15-161C-458A-BBAC-40A3953D9DA9}" type="slidenum">
              <a:rPr lang="en-US" smtClean="0"/>
              <a:t>31</a:t>
            </a:fld>
            <a:endParaRPr lang="en-US"/>
          </a:p>
        </p:txBody>
      </p:sp>
    </p:spTree>
    <p:extLst>
      <p:ext uri="{BB962C8B-B14F-4D97-AF65-F5344CB8AC3E}">
        <p14:creationId xmlns:p14="http://schemas.microsoft.com/office/powerpoint/2010/main" val="22332102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FCED-5ABC-8D38-4C64-4A0193933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4838C1-FC3D-91FF-6A53-79EE722C7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97F63-C2EC-C0B6-872E-DFD0D68A31E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AD03EC29-94E3-5A2A-F0C0-81A55033B2EC}"/>
              </a:ext>
            </a:extLst>
          </p:cNvPr>
          <p:cNvSpPr>
            <a:spLocks noGrp="1"/>
          </p:cNvSpPr>
          <p:nvPr>
            <p:ph type="sldNum" sz="quarter" idx="5"/>
          </p:nvPr>
        </p:nvSpPr>
        <p:spPr/>
        <p:txBody>
          <a:bodyPr/>
          <a:lstStyle/>
          <a:p>
            <a:fld id="{5FD2EF15-161C-458A-BBAC-40A3953D9DA9}" type="slidenum">
              <a:rPr lang="en-US" smtClean="0"/>
              <a:t>32</a:t>
            </a:fld>
            <a:endParaRPr lang="en-US"/>
          </a:p>
        </p:txBody>
      </p:sp>
    </p:spTree>
    <p:extLst>
      <p:ext uri="{BB962C8B-B14F-4D97-AF65-F5344CB8AC3E}">
        <p14:creationId xmlns:p14="http://schemas.microsoft.com/office/powerpoint/2010/main" val="3446062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9B7A1-CEFB-9CF7-973E-2DE19841B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5D41D-A26A-7A90-4410-3A98306276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9B4AA-AC9B-F2DC-BEB7-726A9527338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FF6522A4-DB66-1704-51EB-8E9D99DF689E}"/>
              </a:ext>
            </a:extLst>
          </p:cNvPr>
          <p:cNvSpPr>
            <a:spLocks noGrp="1"/>
          </p:cNvSpPr>
          <p:nvPr>
            <p:ph type="sldNum" sz="quarter" idx="5"/>
          </p:nvPr>
        </p:nvSpPr>
        <p:spPr/>
        <p:txBody>
          <a:bodyPr/>
          <a:lstStyle/>
          <a:p>
            <a:fld id="{5FD2EF15-161C-458A-BBAC-40A3953D9DA9}" type="slidenum">
              <a:rPr lang="en-US" smtClean="0"/>
              <a:t>33</a:t>
            </a:fld>
            <a:endParaRPr lang="en-US"/>
          </a:p>
        </p:txBody>
      </p:sp>
    </p:spTree>
    <p:extLst>
      <p:ext uri="{BB962C8B-B14F-4D97-AF65-F5344CB8AC3E}">
        <p14:creationId xmlns:p14="http://schemas.microsoft.com/office/powerpoint/2010/main" val="3276072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5B7C8-FB1B-81FD-2FEA-E309D3DC94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FC223-EFF1-996C-8D79-57F16525F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558FA-6834-8DD3-BCFB-08D1568E024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8FBF95B4-A465-6418-4A84-28FCE98CF0E2}"/>
              </a:ext>
            </a:extLst>
          </p:cNvPr>
          <p:cNvSpPr>
            <a:spLocks noGrp="1"/>
          </p:cNvSpPr>
          <p:nvPr>
            <p:ph type="sldNum" sz="quarter" idx="5"/>
          </p:nvPr>
        </p:nvSpPr>
        <p:spPr/>
        <p:txBody>
          <a:bodyPr/>
          <a:lstStyle/>
          <a:p>
            <a:fld id="{5FD2EF15-161C-458A-BBAC-40A3953D9DA9}" type="slidenum">
              <a:rPr lang="en-US" smtClean="0"/>
              <a:t>34</a:t>
            </a:fld>
            <a:endParaRPr lang="en-US"/>
          </a:p>
        </p:txBody>
      </p:sp>
    </p:spTree>
    <p:extLst>
      <p:ext uri="{BB962C8B-B14F-4D97-AF65-F5344CB8AC3E}">
        <p14:creationId xmlns:p14="http://schemas.microsoft.com/office/powerpoint/2010/main" val="10868238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75826-7ACC-84DA-7838-2BDFD3810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AC8BA-4A82-9BD3-D567-E9328FA9C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1B3B7-E39A-3EF5-E5BE-6C5FE9BF4E3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12F1BD17-A00C-A636-572C-8477B92484D0}"/>
              </a:ext>
            </a:extLst>
          </p:cNvPr>
          <p:cNvSpPr>
            <a:spLocks noGrp="1"/>
          </p:cNvSpPr>
          <p:nvPr>
            <p:ph type="sldNum" sz="quarter" idx="5"/>
          </p:nvPr>
        </p:nvSpPr>
        <p:spPr/>
        <p:txBody>
          <a:bodyPr/>
          <a:lstStyle/>
          <a:p>
            <a:fld id="{5FD2EF15-161C-458A-BBAC-40A3953D9DA9}" type="slidenum">
              <a:rPr lang="en-US" smtClean="0"/>
              <a:t>35</a:t>
            </a:fld>
            <a:endParaRPr lang="en-US"/>
          </a:p>
        </p:txBody>
      </p:sp>
    </p:spTree>
    <p:extLst>
      <p:ext uri="{BB962C8B-B14F-4D97-AF65-F5344CB8AC3E}">
        <p14:creationId xmlns:p14="http://schemas.microsoft.com/office/powerpoint/2010/main" val="19132133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CFE1-396A-5E30-D41C-C0D01F603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FB9DF-DE21-FD58-7C77-D2C634E384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E05965-22D1-09A9-D2A6-6562B3502E6B}"/>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181939F-1FEA-EFB6-D876-F95A14C3938B}"/>
              </a:ext>
            </a:extLst>
          </p:cNvPr>
          <p:cNvSpPr>
            <a:spLocks noGrp="1"/>
          </p:cNvSpPr>
          <p:nvPr>
            <p:ph type="sldNum" sz="quarter" idx="5"/>
          </p:nvPr>
        </p:nvSpPr>
        <p:spPr/>
        <p:txBody>
          <a:bodyPr/>
          <a:lstStyle/>
          <a:p>
            <a:fld id="{5FD2EF15-161C-458A-BBAC-40A3953D9DA9}" type="slidenum">
              <a:rPr lang="en-US" smtClean="0"/>
              <a:t>36</a:t>
            </a:fld>
            <a:endParaRPr lang="en-US"/>
          </a:p>
        </p:txBody>
      </p:sp>
    </p:spTree>
    <p:extLst>
      <p:ext uri="{BB962C8B-B14F-4D97-AF65-F5344CB8AC3E}">
        <p14:creationId xmlns:p14="http://schemas.microsoft.com/office/powerpoint/2010/main" val="3852720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7BD34-14FE-BAB8-8EB8-C9AABFEBD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82431-2FD7-1593-DDB2-B727D34B8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D0E41-4C90-D656-D1C1-F29368C9728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ED9271C-EE47-86ED-A293-23D3234667D0}"/>
              </a:ext>
            </a:extLst>
          </p:cNvPr>
          <p:cNvSpPr>
            <a:spLocks noGrp="1"/>
          </p:cNvSpPr>
          <p:nvPr>
            <p:ph type="sldNum" sz="quarter" idx="5"/>
          </p:nvPr>
        </p:nvSpPr>
        <p:spPr/>
        <p:txBody>
          <a:bodyPr/>
          <a:lstStyle/>
          <a:p>
            <a:fld id="{5FD2EF15-161C-458A-BBAC-40A3953D9DA9}" type="slidenum">
              <a:rPr lang="en-US" smtClean="0"/>
              <a:t>37</a:t>
            </a:fld>
            <a:endParaRPr lang="en-US"/>
          </a:p>
        </p:txBody>
      </p:sp>
    </p:spTree>
    <p:extLst>
      <p:ext uri="{BB962C8B-B14F-4D97-AF65-F5344CB8AC3E}">
        <p14:creationId xmlns:p14="http://schemas.microsoft.com/office/powerpoint/2010/main" val="1189260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FECD-77CF-8065-4279-4DF267E58D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4D6B5-78C9-BCF6-7FE0-4140D9625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65485D-ABC7-3D7E-A763-A5D99D192D79}"/>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8EE5B432-0DE4-26FD-B547-007EF53F6116}"/>
              </a:ext>
            </a:extLst>
          </p:cNvPr>
          <p:cNvSpPr>
            <a:spLocks noGrp="1"/>
          </p:cNvSpPr>
          <p:nvPr>
            <p:ph type="sldNum" sz="quarter" idx="5"/>
          </p:nvPr>
        </p:nvSpPr>
        <p:spPr/>
        <p:txBody>
          <a:bodyPr/>
          <a:lstStyle/>
          <a:p>
            <a:fld id="{5FD2EF15-161C-458A-BBAC-40A3953D9DA9}" type="slidenum">
              <a:rPr lang="en-US" smtClean="0"/>
              <a:t>38</a:t>
            </a:fld>
            <a:endParaRPr lang="en-US"/>
          </a:p>
        </p:txBody>
      </p:sp>
    </p:spTree>
    <p:extLst>
      <p:ext uri="{BB962C8B-B14F-4D97-AF65-F5344CB8AC3E}">
        <p14:creationId xmlns:p14="http://schemas.microsoft.com/office/powerpoint/2010/main" val="25217076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77535-EA64-9050-92B1-E55A85517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D04A9-F672-7653-99A5-2E33E827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30E9F-73F8-9C7E-6FCA-1DED7985410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371793A8-6EF2-4C60-18EA-41C91F01AACD}"/>
              </a:ext>
            </a:extLst>
          </p:cNvPr>
          <p:cNvSpPr>
            <a:spLocks noGrp="1"/>
          </p:cNvSpPr>
          <p:nvPr>
            <p:ph type="sldNum" sz="quarter" idx="5"/>
          </p:nvPr>
        </p:nvSpPr>
        <p:spPr/>
        <p:txBody>
          <a:bodyPr/>
          <a:lstStyle/>
          <a:p>
            <a:fld id="{5FD2EF15-161C-458A-BBAC-40A3953D9DA9}" type="slidenum">
              <a:rPr lang="en-US" smtClean="0"/>
              <a:t>39</a:t>
            </a:fld>
            <a:endParaRPr lang="en-US"/>
          </a:p>
        </p:txBody>
      </p:sp>
    </p:spTree>
    <p:extLst>
      <p:ext uri="{BB962C8B-B14F-4D97-AF65-F5344CB8AC3E}">
        <p14:creationId xmlns:p14="http://schemas.microsoft.com/office/powerpoint/2010/main" val="14553424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E9B81-5761-80A5-E067-B420EF609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355A61-65A3-C8C7-EBF9-942E0D1DCB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5BA900-B018-1D4A-3DF7-A1AAC3D6155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009DA94-A0BC-461F-0E7E-71AA2F9956BB}"/>
              </a:ext>
            </a:extLst>
          </p:cNvPr>
          <p:cNvSpPr>
            <a:spLocks noGrp="1"/>
          </p:cNvSpPr>
          <p:nvPr>
            <p:ph type="sldNum" sz="quarter" idx="5"/>
          </p:nvPr>
        </p:nvSpPr>
        <p:spPr/>
        <p:txBody>
          <a:bodyPr/>
          <a:lstStyle/>
          <a:p>
            <a:fld id="{5FD2EF15-161C-458A-BBAC-40A3953D9DA9}" type="slidenum">
              <a:rPr lang="en-US" smtClean="0"/>
              <a:t>40</a:t>
            </a:fld>
            <a:endParaRPr lang="en-US"/>
          </a:p>
        </p:txBody>
      </p:sp>
    </p:spTree>
    <p:extLst>
      <p:ext uri="{BB962C8B-B14F-4D97-AF65-F5344CB8AC3E}">
        <p14:creationId xmlns:p14="http://schemas.microsoft.com/office/powerpoint/2010/main" val="2099288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4AA49-B410-C6FA-B799-C274D6BC2A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070A2-7C08-0CB5-237C-740C7F468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61FC8-62A5-59B6-131D-FA1BEC7438B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DB08984-01F9-7EA8-C788-23830714095E}"/>
              </a:ext>
            </a:extLst>
          </p:cNvPr>
          <p:cNvSpPr>
            <a:spLocks noGrp="1"/>
          </p:cNvSpPr>
          <p:nvPr>
            <p:ph type="sldNum" sz="quarter" idx="5"/>
          </p:nvPr>
        </p:nvSpPr>
        <p:spPr/>
        <p:txBody>
          <a:bodyPr/>
          <a:lstStyle/>
          <a:p>
            <a:fld id="{5FD2EF15-161C-458A-BBAC-40A3953D9DA9}" type="slidenum">
              <a:rPr lang="en-US" smtClean="0"/>
              <a:t>41</a:t>
            </a:fld>
            <a:endParaRPr lang="en-US"/>
          </a:p>
        </p:txBody>
      </p:sp>
    </p:spTree>
    <p:extLst>
      <p:ext uri="{BB962C8B-B14F-4D97-AF65-F5344CB8AC3E}">
        <p14:creationId xmlns:p14="http://schemas.microsoft.com/office/powerpoint/2010/main" val="29696024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BB70E-23D7-027F-75EB-B2BC8B28B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36534-F3EF-81F1-7678-953B2DBE3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B9CE01-B7A2-C2BD-58B7-E2027770FD4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279C73C8-D0B8-07C2-9EF1-B9C475126512}"/>
              </a:ext>
            </a:extLst>
          </p:cNvPr>
          <p:cNvSpPr>
            <a:spLocks noGrp="1"/>
          </p:cNvSpPr>
          <p:nvPr>
            <p:ph type="sldNum" sz="quarter" idx="5"/>
          </p:nvPr>
        </p:nvSpPr>
        <p:spPr/>
        <p:txBody>
          <a:bodyPr/>
          <a:lstStyle/>
          <a:p>
            <a:fld id="{5FD2EF15-161C-458A-BBAC-40A3953D9DA9}" type="slidenum">
              <a:rPr lang="en-US" smtClean="0"/>
              <a:t>42</a:t>
            </a:fld>
            <a:endParaRPr lang="en-US"/>
          </a:p>
        </p:txBody>
      </p:sp>
    </p:spTree>
    <p:extLst>
      <p:ext uri="{BB962C8B-B14F-4D97-AF65-F5344CB8AC3E}">
        <p14:creationId xmlns:p14="http://schemas.microsoft.com/office/powerpoint/2010/main" val="4027797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0BEED-8A6D-15B2-EEB3-26B5A462C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65012-8D69-A2CE-41AC-80525C0D1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CABE2-0A04-84E3-49ED-7FAFE9AB650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56CA4F17-E45B-0C4B-699D-32AF36D0D884}"/>
              </a:ext>
            </a:extLst>
          </p:cNvPr>
          <p:cNvSpPr>
            <a:spLocks noGrp="1"/>
          </p:cNvSpPr>
          <p:nvPr>
            <p:ph type="sldNum" sz="quarter" idx="5"/>
          </p:nvPr>
        </p:nvSpPr>
        <p:spPr/>
        <p:txBody>
          <a:bodyPr/>
          <a:lstStyle/>
          <a:p>
            <a:fld id="{5FD2EF15-161C-458A-BBAC-40A3953D9DA9}" type="slidenum">
              <a:rPr lang="en-US" smtClean="0"/>
              <a:t>43</a:t>
            </a:fld>
            <a:endParaRPr lang="en-US"/>
          </a:p>
        </p:txBody>
      </p:sp>
    </p:spTree>
    <p:extLst>
      <p:ext uri="{BB962C8B-B14F-4D97-AF65-F5344CB8AC3E}">
        <p14:creationId xmlns:p14="http://schemas.microsoft.com/office/powerpoint/2010/main" val="4168926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D6B20-028A-E15A-99B7-D66865613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EAF07E-E4A5-F9B0-5354-8583873A6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83252-49E5-2C73-6D7B-4D78046B2293}"/>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512DCAC1-2FD9-8850-E236-3834323FA1F0}"/>
              </a:ext>
            </a:extLst>
          </p:cNvPr>
          <p:cNvSpPr>
            <a:spLocks noGrp="1"/>
          </p:cNvSpPr>
          <p:nvPr>
            <p:ph type="sldNum" sz="quarter" idx="5"/>
          </p:nvPr>
        </p:nvSpPr>
        <p:spPr/>
        <p:txBody>
          <a:bodyPr/>
          <a:lstStyle/>
          <a:p>
            <a:fld id="{5FD2EF15-161C-458A-BBAC-40A3953D9DA9}" type="slidenum">
              <a:rPr lang="en-US" smtClean="0"/>
              <a:t>44</a:t>
            </a:fld>
            <a:endParaRPr lang="en-US"/>
          </a:p>
        </p:txBody>
      </p:sp>
    </p:spTree>
    <p:extLst>
      <p:ext uri="{BB962C8B-B14F-4D97-AF65-F5344CB8AC3E}">
        <p14:creationId xmlns:p14="http://schemas.microsoft.com/office/powerpoint/2010/main" val="42523138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422D8-ED8D-B707-2285-8725177CC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DA6A1-D9BF-EBB6-A628-9E514AB5BB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6E673-77F8-6413-1CE8-35BA12E1177F}"/>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FB2548A1-91F1-0B74-A657-35302B95A9EC}"/>
              </a:ext>
            </a:extLst>
          </p:cNvPr>
          <p:cNvSpPr>
            <a:spLocks noGrp="1"/>
          </p:cNvSpPr>
          <p:nvPr>
            <p:ph type="sldNum" sz="quarter" idx="5"/>
          </p:nvPr>
        </p:nvSpPr>
        <p:spPr/>
        <p:txBody>
          <a:bodyPr/>
          <a:lstStyle/>
          <a:p>
            <a:fld id="{5FD2EF15-161C-458A-BBAC-40A3953D9DA9}" type="slidenum">
              <a:rPr lang="en-US" smtClean="0"/>
              <a:t>45</a:t>
            </a:fld>
            <a:endParaRPr lang="en-US"/>
          </a:p>
        </p:txBody>
      </p:sp>
    </p:spTree>
    <p:extLst>
      <p:ext uri="{BB962C8B-B14F-4D97-AF65-F5344CB8AC3E}">
        <p14:creationId xmlns:p14="http://schemas.microsoft.com/office/powerpoint/2010/main" val="42389835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C3102-992D-1A75-4A3D-1E2E4C7BD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A8455-3A42-679A-87F9-3A8EF6ACB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3AAEF-DB37-B603-161D-DAE23447557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D8D6B601-AA8A-25C6-381C-3C213FDA50B8}"/>
              </a:ext>
            </a:extLst>
          </p:cNvPr>
          <p:cNvSpPr>
            <a:spLocks noGrp="1"/>
          </p:cNvSpPr>
          <p:nvPr>
            <p:ph type="sldNum" sz="quarter" idx="5"/>
          </p:nvPr>
        </p:nvSpPr>
        <p:spPr/>
        <p:txBody>
          <a:bodyPr/>
          <a:lstStyle/>
          <a:p>
            <a:fld id="{5FD2EF15-161C-458A-BBAC-40A3953D9DA9}" type="slidenum">
              <a:rPr lang="en-US" smtClean="0"/>
              <a:t>46</a:t>
            </a:fld>
            <a:endParaRPr lang="en-US"/>
          </a:p>
        </p:txBody>
      </p:sp>
    </p:spTree>
    <p:extLst>
      <p:ext uri="{BB962C8B-B14F-4D97-AF65-F5344CB8AC3E}">
        <p14:creationId xmlns:p14="http://schemas.microsoft.com/office/powerpoint/2010/main" val="1533453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5491E-003A-6817-16DD-268FECB0F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97ACC-2096-91E1-6397-9953846AC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83645D-1F5A-AB88-066D-F740DD3AB9F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r>
              <a:rPr lang="en-US" dirty="0"/>
              <a:t>OGN</a:t>
            </a:r>
          </a:p>
        </p:txBody>
      </p:sp>
      <p:sp>
        <p:nvSpPr>
          <p:cNvPr id="4" name="Slide Number Placeholder 3">
            <a:extLst>
              <a:ext uri="{FF2B5EF4-FFF2-40B4-BE49-F238E27FC236}">
                <a16:creationId xmlns:a16="http://schemas.microsoft.com/office/drawing/2014/main" id="{6A48D6AD-40D8-A7CC-011F-E8163DA790B7}"/>
              </a:ext>
            </a:extLst>
          </p:cNvPr>
          <p:cNvSpPr>
            <a:spLocks noGrp="1"/>
          </p:cNvSpPr>
          <p:nvPr>
            <p:ph type="sldNum" sz="quarter" idx="5"/>
          </p:nvPr>
        </p:nvSpPr>
        <p:spPr/>
        <p:txBody>
          <a:bodyPr/>
          <a:lstStyle/>
          <a:p>
            <a:fld id="{5FD2EF15-161C-458A-BBAC-40A3953D9DA9}" type="slidenum">
              <a:rPr lang="en-US" smtClean="0"/>
              <a:t>47</a:t>
            </a:fld>
            <a:endParaRPr lang="en-US"/>
          </a:p>
        </p:txBody>
      </p:sp>
    </p:spTree>
    <p:extLst>
      <p:ext uri="{BB962C8B-B14F-4D97-AF65-F5344CB8AC3E}">
        <p14:creationId xmlns:p14="http://schemas.microsoft.com/office/powerpoint/2010/main" val="134454291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48</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12/3/2025</a:t>
            </a:fld>
            <a:endParaRPr lang="en-US"/>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12/3/2025</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Sales Line Entry Options  – SOP</a:t>
            </a:r>
          </a:p>
        </p:txBody>
      </p:sp>
      <p:sp>
        <p:nvSpPr>
          <p:cNvPr id="5" name="- S000. Opening Slide for Sales Order Line Entry Deck">
            <a:extLst>
              <a:ext uri="{FF2B5EF4-FFF2-40B4-BE49-F238E27FC236}">
                <a16:creationId xmlns:a16="http://schemas.microsoft.com/office/drawing/2014/main" id="{9CCAB26E-CA08-A585-5150-232BBE540447}"/>
              </a:ext>
            </a:extLst>
          </p:cNvPr>
          <p:cNvSpPr txBox="1">
            <a:spLocks/>
          </p:cNvSpPr>
          <p:nvPr/>
        </p:nvSpPr>
        <p:spPr>
          <a:xfrm>
            <a:off x="838200" y="0"/>
            <a:ext cx="10515600" cy="728133"/>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Sales Order Line Entry Deck</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1133061" y="1382709"/>
            <a:ext cx="10220739" cy="4801314"/>
          </a:xfrm>
          <a:prstGeom prst="rect">
            <a:avLst/>
          </a:prstGeom>
          <a:noFill/>
        </p:spPr>
        <p:txBody>
          <a:bodyPr wrap="square" rtlCol="0">
            <a:spAutoFit/>
          </a:bodyPr>
          <a:lstStyle/>
          <a:p>
            <a:r>
              <a:rPr lang="en-US" dirty="0"/>
              <a:t>Scott Electric is a leading independent wholesale electrical distributor, serving electrical, mechanical, and general contractors, industrial customers, government agencies, and retail partners. The company provides a broad range of electrical products, lighting, tools, and related services to support both day-to-day operations and long-term projects.</a:t>
            </a:r>
            <a:br>
              <a:rPr lang="en-US" dirty="0"/>
            </a:br>
            <a:r>
              <a:rPr lang="en-US" dirty="0"/>
              <a:t>The transformation of our information systems at Scott Electric has been made possible by the dedicated efforts of the ERP implementation team, a group of volunteer Champions, and the stewardship of our Executive Sponsor. The ongoing support and encouragement of the Management Team has been — and continues to be — a key source of inspiration for this work, driving continuous growth and improvement in how we serve our customers.</a:t>
            </a:r>
            <a:br>
              <a:rPr lang="en-US" dirty="0"/>
            </a:br>
            <a:r>
              <a:rPr lang="en-US" b="1" dirty="0"/>
              <a:t>Welcome to the Scott Electric Training Site</a:t>
            </a:r>
            <a:br>
              <a:rPr lang="en-US" dirty="0"/>
            </a:br>
            <a:r>
              <a:rPr lang="en-US" dirty="0"/>
              <a:t>Welcome to the Scott Electric Training Site. This platform is designed to help you build the knowledge and skills needed to support our customers safely, accurately, and efficiently. Here you will find guided learning, reference materials, and role-based courses aligned with how we work every day — in sales, operations, service, administration, and support.</a:t>
            </a:r>
            <a:br>
              <a:rPr lang="en-US" dirty="0"/>
            </a:br>
            <a:r>
              <a:rPr lang="en-US" dirty="0"/>
              <a:t>Thank you for investing your time in training. Your commitment to learning and improvement is an important part of keeping Scott Electric strong, responsive, and customer-focused.</a:t>
            </a:r>
            <a:br>
              <a:rPr lang="en-US" dirty="0"/>
            </a:br>
            <a:endParaRPr lang="en-US" dirty="0"/>
          </a:p>
        </p:txBody>
      </p:sp>
      <p:sp>
        <p:nvSpPr>
          <p:cNvPr id="6" name="-S001. Alt Introduction to SE and welcome to training5">
            <a:extLst>
              <a:ext uri="{FF2B5EF4-FFF2-40B4-BE49-F238E27FC236}">
                <a16:creationId xmlns:a16="http://schemas.microsoft.com/office/drawing/2014/main" id="{7C902527-DA10-578D-9B51-B45F4D419FF0}"/>
              </a:ext>
            </a:extLst>
          </p:cNvPr>
          <p:cNvSpPr>
            <a:spLocks noGrp="1"/>
          </p:cNvSpPr>
          <p:nvPr>
            <p:ph type="ctrTitle"/>
          </p:nvPr>
        </p:nvSpPr>
        <p:spPr>
          <a:xfrm>
            <a:off x="2192189" y="0"/>
            <a:ext cx="7112000" cy="846667"/>
          </a:xfrm>
        </p:spPr>
        <p:txBody>
          <a:bodyPr>
            <a:noAutofit/>
          </a:bodyPr>
          <a:lstStyle/>
          <a:p>
            <a:br>
              <a:rPr lang="en-US" sz="2000" b="1" dirty="0"/>
            </a:br>
            <a:r>
              <a:rPr lang="en-US" sz="2000" b="1" dirty="0"/>
              <a:t>S001. About Scott Electric and Welcome to Training</a:t>
            </a:r>
            <a:br>
              <a:rPr lang="en-US" sz="2000" b="1" dirty="0"/>
            </a:br>
            <a:endParaRPr lang="en-US" sz="2000" dirty="0"/>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243738"/>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757504"/>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306909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bg1"/>
                </a:solidFill>
              </a:rPr>
              <a:t>A customer informs us  of Requirement and entered as quote or order</a:t>
            </a:r>
          </a:p>
        </p:txBody>
      </p:sp>
      <p:sp>
        <p:nvSpPr>
          <p:cNvPr id="9" name="Arrow: Chevron 8">
            <a:extLst>
              <a:ext uri="{FF2B5EF4-FFF2-40B4-BE49-F238E27FC236}">
                <a16:creationId xmlns:a16="http://schemas.microsoft.com/office/drawing/2014/main" id="{FC5C348B-0097-0C12-7C08-EAF19306732C}"/>
              </a:ext>
            </a:extLst>
          </p:cNvPr>
          <p:cNvSpPr/>
          <p:nvPr/>
        </p:nvSpPr>
        <p:spPr>
          <a:xfrm>
            <a:off x="2479589" y="1869806"/>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dirty="0">
                <a:solidFill>
                  <a:schemeClr val="bg1"/>
                </a:solidFill>
              </a:rPr>
              <a:t>Customer product picked packed and prepped for delivery</a:t>
            </a:r>
            <a:endParaRPr lang="en-US" sz="1100"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4580236" y="1869353"/>
            <a:ext cx="3377513"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00"/>
                </a:solidFill>
              </a:rPr>
              <a:t>Delivery scheduled and delivery confirmed</a:t>
            </a:r>
            <a:endParaRPr lang="en-US" sz="110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7053342" y="1877086"/>
            <a:ext cx="3122140"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chemeClr val="tx1">
                    <a:lumMod val="85000"/>
                    <a:lumOff val="15000"/>
                  </a:schemeClr>
                </a:solidFill>
              </a:rPr>
              <a:t>Invoice</a:t>
            </a:r>
          </a:p>
          <a:p>
            <a:pPr algn="ctr"/>
            <a:r>
              <a:rPr lang="en-US" sz="1400" b="1" dirty="0">
                <a:solidFill>
                  <a:schemeClr val="tx1">
                    <a:lumMod val="85000"/>
                    <a:lumOff val="15000"/>
                  </a:schemeClr>
                </a:solidFill>
              </a:rPr>
              <a:t> processed </a:t>
            </a:r>
            <a:endParaRPr lang="en-US" sz="1100" b="1" dirty="0">
              <a:solidFill>
                <a:schemeClr val="tx1">
                  <a:lumMod val="85000"/>
                  <a:lumOff val="15000"/>
                </a:schemeClr>
              </a:solidFill>
            </a:endParaRPr>
          </a:p>
        </p:txBody>
      </p:sp>
      <p:sp>
        <p:nvSpPr>
          <p:cNvPr id="12" name="Arrow: Chevron 11">
            <a:extLst>
              <a:ext uri="{FF2B5EF4-FFF2-40B4-BE49-F238E27FC236}">
                <a16:creationId xmlns:a16="http://schemas.microsoft.com/office/drawing/2014/main" id="{5B580A3B-5307-713B-1DC0-5CA2033EDE2A}"/>
              </a:ext>
            </a:extLst>
          </p:cNvPr>
          <p:cNvSpPr/>
          <p:nvPr/>
        </p:nvSpPr>
        <p:spPr>
          <a:xfrm>
            <a:off x="8983254" y="1869353"/>
            <a:ext cx="2596299"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400" b="1" dirty="0">
                <a:solidFill>
                  <a:srgbClr val="FFFF00"/>
                </a:solidFill>
              </a:rPr>
              <a:t>Payment received and applied</a:t>
            </a:r>
            <a:endParaRPr lang="en-US" sz="1100" b="1" dirty="0">
              <a:solidFill>
                <a:srgbClr val="FFFF00"/>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3082800" y="803679"/>
            <a:ext cx="1236492" cy="830997"/>
          </a:xfrm>
          <a:prstGeom prst="rect">
            <a:avLst/>
          </a:prstGeom>
          <a:noFill/>
        </p:spPr>
        <p:txBody>
          <a:bodyPr wrap="none" rtlCol="0">
            <a:spAutoFit/>
          </a:bodyPr>
          <a:lstStyle/>
          <a:p>
            <a:r>
              <a:rPr lang="en-US" sz="1200" dirty="0"/>
              <a:t>Operations (WH)</a:t>
            </a:r>
          </a:p>
          <a:p>
            <a:r>
              <a:rPr lang="en-US" sz="1200" dirty="0"/>
              <a:t>Order Pickers </a:t>
            </a:r>
          </a:p>
          <a:p>
            <a:r>
              <a:rPr lang="en-US" sz="1200" dirty="0"/>
              <a:t>Checkers</a:t>
            </a:r>
          </a:p>
          <a:p>
            <a:r>
              <a:rPr lang="en-US" sz="1200" dirty="0"/>
              <a:t>Packers</a:t>
            </a:r>
          </a:p>
        </p:txBody>
      </p:sp>
      <p:sp>
        <p:nvSpPr>
          <p:cNvPr id="14" name="TextBox 13">
            <a:extLst>
              <a:ext uri="{FF2B5EF4-FFF2-40B4-BE49-F238E27FC236}">
                <a16:creationId xmlns:a16="http://schemas.microsoft.com/office/drawing/2014/main" id="{32CEFF2D-80C8-6AD7-0AE0-E6ECABAC7F2A}"/>
              </a:ext>
            </a:extLst>
          </p:cNvPr>
          <p:cNvSpPr txBox="1"/>
          <p:nvPr/>
        </p:nvSpPr>
        <p:spPr>
          <a:xfrm>
            <a:off x="5452393" y="765941"/>
            <a:ext cx="1287213" cy="646331"/>
          </a:xfrm>
          <a:prstGeom prst="rect">
            <a:avLst/>
          </a:prstGeom>
          <a:noFill/>
        </p:spPr>
        <p:txBody>
          <a:bodyPr wrap="square" rtlCol="0">
            <a:spAutoFit/>
          </a:bodyPr>
          <a:lstStyle/>
          <a:p>
            <a:r>
              <a:rPr lang="en-US" sz="1200" dirty="0"/>
              <a:t>Loaders</a:t>
            </a:r>
          </a:p>
          <a:p>
            <a:r>
              <a:rPr lang="en-US" sz="1200" dirty="0"/>
              <a:t>Logistics (routes)</a:t>
            </a:r>
          </a:p>
          <a:p>
            <a:r>
              <a:rPr lang="en-US" sz="1200" dirty="0"/>
              <a:t>Drivers</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37755" y="790328"/>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436353" y="751472"/>
            <a:ext cx="1546902" cy="646331"/>
          </a:xfrm>
          <a:prstGeom prst="rect">
            <a:avLst/>
          </a:prstGeom>
          <a:noFill/>
        </p:spPr>
        <p:txBody>
          <a:bodyPr wrap="square" rtlCol="0">
            <a:spAutoFit/>
          </a:bodyPr>
          <a:lstStyle/>
          <a:p>
            <a:r>
              <a:rPr lang="en-US" sz="1200" dirty="0"/>
              <a:t>Customer Service (Curr)</a:t>
            </a:r>
            <a:br>
              <a:rPr lang="en-US" sz="1200" dirty="0"/>
            </a:br>
            <a:r>
              <a:rPr lang="en-US" sz="1200" dirty="0"/>
              <a:t>AP Group (drop ship)</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9"/>
            <a:ext cx="1433208" cy="572498"/>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Ship to and payment terms confirmed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0" y="3479068"/>
            <a:ext cx="1691965" cy="675930"/>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selected from stock or PO created or Direct ship order created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70441" y="4338227"/>
            <a:ext cx="1691965"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Stock order picked packed and shipped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69" y="5055148"/>
            <a:ext cx="1691965"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All other per delivery expectation</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5123020" y="3461339"/>
            <a:ext cx="2310755" cy="612732"/>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Stock orders approved for  picked and packed and scheduled for delivery</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5123020" y="4142912"/>
            <a:ext cx="2310755"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Delivery truck loaded and delivery confirmed</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7727359" y="3461339"/>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Pick exception noted</a:t>
            </a:r>
            <a:br>
              <a:rPr lang="en-US" sz="1200" b="1" dirty="0">
                <a:solidFill>
                  <a:schemeClr val="tx1"/>
                </a:solidFill>
              </a:rPr>
            </a:br>
            <a:r>
              <a:rPr lang="en-US" sz="1200" b="1" dirty="0">
                <a:solidFill>
                  <a:schemeClr val="tx1"/>
                </a:solidFill>
              </a:rPr>
              <a:t>Delivery planned based on Route </a:t>
            </a:r>
            <a:br>
              <a:rPr lang="en-US" sz="1200" b="1" dirty="0">
                <a:solidFill>
                  <a:schemeClr val="tx1"/>
                </a:solidFill>
              </a:rPr>
            </a:br>
            <a:r>
              <a:rPr lang="en-US" sz="1200" b="1" dirty="0">
                <a:solidFill>
                  <a:schemeClr val="tx1"/>
                </a:solidFill>
              </a:rPr>
              <a:t>Delivery (SMT) processed by Drivers in DQT </a:t>
            </a:r>
            <a:br>
              <a:rPr lang="en-US" sz="1200" b="1" dirty="0">
                <a:solidFill>
                  <a:schemeClr val="tx1"/>
                </a:solidFill>
              </a:rPr>
            </a:br>
            <a:r>
              <a:rPr lang="en-US" sz="1200" b="1" dirty="0">
                <a:solidFill>
                  <a:schemeClr val="tx1"/>
                </a:solidFill>
              </a:rPr>
              <a:t> Delivery Exception processed </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Copy of invoices filed </a:t>
            </a:r>
          </a:p>
          <a:p>
            <a:pPr algn="ctr"/>
            <a:r>
              <a:rPr lang="en-US" sz="1200" b="1" dirty="0">
                <a:solidFill>
                  <a:schemeClr val="tx1"/>
                </a:solidFill>
              </a:rPr>
              <a:t>Consolidated invoicing run</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sales </a:t>
            </a:r>
            <a:r>
              <a:rPr lang="en-US" sz="1200" dirty="0"/>
              <a:t>desktop</a:t>
            </a:r>
          </a:p>
          <a:p>
            <a:r>
              <a:rPr lang="en-US" sz="1200" dirty="0"/>
              <a:t>Future EDI</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632754" cy="1015663"/>
          </a:xfrm>
          <a:prstGeom prst="rect">
            <a:avLst/>
          </a:prstGeom>
          <a:noFill/>
        </p:spPr>
        <p:txBody>
          <a:bodyPr wrap="square" rtlCol="0">
            <a:spAutoFit/>
          </a:bodyPr>
          <a:lstStyle/>
          <a:p>
            <a:r>
              <a:rPr lang="en-US" sz="1200" dirty="0"/>
              <a:t>At Warehouse computer. System show un allocated inventory in default a and other warehouses.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830997"/>
          </a:xfrm>
          <a:prstGeom prst="rect">
            <a:avLst/>
          </a:prstGeom>
          <a:noFill/>
        </p:spPr>
        <p:txBody>
          <a:bodyPr wrap="square" rtlCol="0">
            <a:spAutoFit/>
          </a:bodyPr>
          <a:lstStyle/>
          <a:p>
            <a:r>
              <a:rPr lang="en-US" sz="1200" dirty="0"/>
              <a:t>Batch or Individual invoices processed</a:t>
            </a:r>
            <a:br>
              <a:rPr lang="en-US" sz="1200" dirty="0"/>
            </a:br>
            <a:r>
              <a:rPr lang="en-US" sz="1200" dirty="0"/>
              <a:t> and payment receiving follows</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621271" y="5727331"/>
            <a:ext cx="1632754" cy="1015663"/>
          </a:xfrm>
          <a:prstGeom prst="rect">
            <a:avLst/>
          </a:prstGeom>
          <a:noFill/>
        </p:spPr>
        <p:txBody>
          <a:bodyPr wrap="square" rtlCol="0">
            <a:spAutoFit/>
          </a:bodyPr>
          <a:lstStyle/>
          <a:p>
            <a:r>
              <a:rPr lang="en-US" sz="1200" dirty="0"/>
              <a:t>Delivery exception noted by “Warehouse Delivery coordinators or Shipping Coordinators </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Item availability and delivery schedule confirmed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5123020" y="4539713"/>
            <a:ext cx="2310755" cy="856719"/>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Back-to-back ship orders are sent to Mfg., then material received and shipped to customer. Direct ship sent to Customer site.</a:t>
            </a:r>
          </a:p>
        </p:txBody>
      </p:sp>
      <p:sp>
        <p:nvSpPr>
          <p:cNvPr id="6" name="TextBox 5">
            <a:extLst>
              <a:ext uri="{FF2B5EF4-FFF2-40B4-BE49-F238E27FC236}">
                <a16:creationId xmlns:a16="http://schemas.microsoft.com/office/drawing/2014/main" id="{525134E9-642D-2CEC-3A64-F91A61D5A177}"/>
              </a:ext>
            </a:extLst>
          </p:cNvPr>
          <p:cNvSpPr txBox="1"/>
          <p:nvPr/>
        </p:nvSpPr>
        <p:spPr>
          <a:xfrm>
            <a:off x="5362306" y="5681476"/>
            <a:ext cx="1632754" cy="1015663"/>
          </a:xfrm>
          <a:prstGeom prst="rect">
            <a:avLst/>
          </a:prstGeom>
          <a:noFill/>
        </p:spPr>
        <p:txBody>
          <a:bodyPr wrap="square" rtlCol="0">
            <a:spAutoFit/>
          </a:bodyPr>
          <a:lstStyle/>
          <a:p>
            <a:r>
              <a:rPr lang="en-US" sz="1200" dirty="0"/>
              <a:t>At Pick confirm station and Packing </a:t>
            </a:r>
          </a:p>
          <a:p>
            <a:r>
              <a:rPr lang="en-US" sz="1200" dirty="0"/>
              <a:t>At Loading Dock </a:t>
            </a:r>
          </a:p>
          <a:p>
            <a:r>
              <a:rPr lang="en-US" sz="1200" dirty="0"/>
              <a:t>DQT terminal and DQT</a:t>
            </a:r>
          </a:p>
          <a:p>
            <a:r>
              <a:rPr lang="en-US" sz="1200" dirty="0"/>
              <a:t>Truck mounted Tablet. </a:t>
            </a:r>
          </a:p>
        </p:txBody>
      </p:sp>
      <p:sp>
        <p:nvSpPr>
          <p:cNvPr id="7" name="-S002. Sales to Cash Work Flow">
            <a:extLst>
              <a:ext uri="{FF2B5EF4-FFF2-40B4-BE49-F238E27FC236}">
                <a16:creationId xmlns:a16="http://schemas.microsoft.com/office/drawing/2014/main" id="{15D4CFEC-12CD-A728-AFCA-B09CB89C40BA}"/>
              </a:ext>
            </a:extLst>
          </p:cNvPr>
          <p:cNvSpPr txBox="1">
            <a:spLocks/>
          </p:cNvSpPr>
          <p:nvPr/>
        </p:nvSpPr>
        <p:spPr>
          <a:xfrm>
            <a:off x="838200" y="212726"/>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S002.  Quote to Cash Work Flow At SE Electrical Distribution</a:t>
            </a:r>
          </a:p>
        </p:txBody>
      </p:sp>
    </p:spTree>
    <p:extLst>
      <p:ext uri="{BB962C8B-B14F-4D97-AF65-F5344CB8AC3E}">
        <p14:creationId xmlns:p14="http://schemas.microsoft.com/office/powerpoint/2010/main" val="3273484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25 11 12 1203</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597397" y="1319348"/>
            <a:ext cx="914452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596085"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325088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Sales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53485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2.Sales order to Picking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977289" y="2162493"/>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92071" y="2707924"/>
              <a:ext cx="924286" cy="776937"/>
            </a:xfrm>
            <a:prstGeom prst="bentConnector3">
              <a:avLst>
                <a:gd name="adj1" fmla="val 65345"/>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13287" y="1986707"/>
              <a:ext cx="924287" cy="2219369"/>
            </a:xfrm>
            <a:prstGeom prst="bentConnector3">
              <a:avLst>
                <a:gd name="adj1" fmla="val 65327"/>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46154" y="1973207"/>
              <a:ext cx="924287" cy="2246367"/>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266536" y="2398372"/>
              <a:ext cx="268321"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550506" y="2398371"/>
              <a:ext cx="426783"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6992938" y="2398370"/>
              <a:ext cx="45656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1279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485735" y="3685634"/>
              <a:ext cx="5954"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485114" y="2634248"/>
              <a:ext cx="621"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ales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to Cash  - At SE Electrical Distribution</a:t>
            </a:r>
          </a:p>
        </p:txBody>
      </p:sp>
    </p:spTree>
    <p:extLst>
      <p:ext uri="{BB962C8B-B14F-4D97-AF65-F5344CB8AC3E}">
        <p14:creationId xmlns:p14="http://schemas.microsoft.com/office/powerpoint/2010/main" val="314644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26E93-6BA7-5179-DA8E-8B3A544CC88E}"/>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8137958-51F7-DB79-570F-E353251D1C13}"/>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F91CDEC-E028-F7B6-CDD2-25B52EE1391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EBC9DC4-DB98-8654-7319-171C32DCBA9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19" name="Current_process indicator">
            <a:extLst>
              <a:ext uri="{FF2B5EF4-FFF2-40B4-BE49-F238E27FC236}">
                <a16:creationId xmlns:a16="http://schemas.microsoft.com/office/drawing/2014/main" id="{F7685236-7BF6-BB31-9AB3-656F3F23B920}"/>
              </a:ext>
            </a:extLst>
          </p:cNvPr>
          <p:cNvSpPr/>
          <p:nvPr/>
        </p:nvSpPr>
        <p:spPr>
          <a:xfrm>
            <a:off x="3967133" y="261782"/>
            <a:ext cx="4899578" cy="22792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 name="Flowchart: Terminator 2">
            <a:extLst>
              <a:ext uri="{FF2B5EF4-FFF2-40B4-BE49-F238E27FC236}">
                <a16:creationId xmlns:a16="http://schemas.microsoft.com/office/drawing/2014/main" id="{8DFE5971-4020-443C-0B86-51670F3D3DFB}"/>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542D9FA-1865-9CA9-9333-8F9742E562E5}"/>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796F70C-A3E6-9D0A-B23B-1BD841FE11D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D1764F3-2399-F680-CCAE-502BE19F870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C13EB4-869B-2D24-5E1D-D07AD570B59A}"/>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C92C84A7-7094-840B-0FFA-360411D99B03}"/>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F344569-1FAD-600D-CE4F-3DBBF7A868E3}"/>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BA84877-D1DB-EE6C-DA19-E2AFC1D6C98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B4A6A54-3909-12BE-C0F9-5DA1E4F0C35C}"/>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8B513EF-07FB-90AC-F600-DE06547A4591}"/>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1867DCF-DD9C-DE65-AF33-39684BB6C1FB}"/>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DF351D6-A9A9-B8EA-B972-A45FA79D476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5A5835A-E35E-2C56-0765-A85C4EC01B97}"/>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E8CA33D-EE4F-4C0C-63D5-A4A49F47578F}"/>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3ECCC5B-E0D2-FA77-E834-FA8D108973E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DD6C7F4-99D9-40AF-E9F8-C13BD37461C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6DAB39F-E68F-E6A7-90C3-9F6C64B13DAA}"/>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F2D581F-221A-E1F9-62DA-4BD5F9E7BB7E}"/>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052ABAF-48F7-02D6-72CD-136E637A8AB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4A81CCD0-3626-E0FC-A443-30FE42DF0764}"/>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722BE83C-019E-A094-F557-6EC4F6EC41D0}"/>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AAD2B4C-A55C-E7F6-F3E0-F0B938963380}"/>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03138287-6995-F8CB-F9D8-608C09497E7E}"/>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BEE8088F-DDB8-3D40-26A7-95C20A6B376B}"/>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196284B-A145-CCC1-77E8-939B938325A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81C3792C-8ECD-D3EB-84A7-C6F9A068708A}"/>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50EE4E7-8D93-2347-9CFC-73BF41676B3A}"/>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8B436E9F-BAE5-A27A-A426-7A31ADF6F07A}"/>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17ADB02-A8D9-4C05-74CC-C341254990D0}"/>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22E27AC-263C-49FB-31B5-471577DAE495}"/>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6E577B5-F494-ECEA-AEC4-8A7A2C986E52}"/>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05486D8-A625-8788-565D-E7B6E2AFD6F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99413645-D828-4392-4E53-B83C6D6D522C}"/>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4ED87B0-BFC6-384B-AA7E-99D9CABC2FC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91C2CE7B-724E-FF4A-B141-220591C5C54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A7E3F91-44DA-02B6-096C-CF34625620CA}"/>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7159D5F-A93F-22B5-5EBB-1D2E66E11E64}"/>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AF6729A-D18F-420B-DD0E-77308409DE01}"/>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F58EFB6A-B868-22A8-0AD5-A4257101403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BD13822-5134-8567-C40A-A3F47C65C61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1C1F8AB-3C99-D9AA-B9F3-96794E7F02CB}"/>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0236AE8-1466-24B5-CCAE-A561A62B5C35}"/>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2F63929-F48A-C66E-7210-9F3DEDF65A95}"/>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90B0B426-012C-DA33-2BCD-3486D4D4CF55}"/>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1EB9042F-0C1F-9FCF-946B-1199468F9075}"/>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7366BAD-7605-26F0-6779-F4D4C0893ED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D84D08AA-EC81-306D-3757-D51644403AF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7B60078B-7D3D-03CC-4136-C94C3A3DED92}"/>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B9AEDD1-FEA5-83D6-3B6A-D86C26B0B6CD}"/>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E4A7E90-1090-CD19-4BEF-11EFF0EB2508}"/>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587974EE-3B0C-33E1-9570-773E7404252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007ED9E-B8DD-9BD3-5BEC-BF5CA681D610}"/>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3916F8A7-E524-9503-318D-C58C3517DD5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87ABB2A-CCAC-5FB1-E062-489F2B1480FC}"/>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EE8451A-6D67-5115-CD06-0CF45FC7FF4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0DDB9FF-FC53-067B-A52E-BDB31F873F2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948D45E-B9C5-1F63-BF14-289D75830DA2}"/>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2501526-87D9-405E-81DB-9187746FC73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3F2611D-9B98-073F-6BA3-34BF303F25A3}"/>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0F5F65F-923D-8C81-918C-B07E74A552E9}"/>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C59EB4A-41D8-A0DF-7C1C-111013B796C5}"/>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9551C37-E57E-57D3-467F-505DDA400BA3}"/>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B37D330B-C8C8-F716-E025-246F1ADCFFF0}"/>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7BC7ECF-B324-DA65-FF79-C93CD5807CFB}"/>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4099B26-1926-DF83-B095-A577F4D0EE76}"/>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5902B95B-5AEC-D11D-9AB2-B40AF5C60A83}"/>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F8F35343-1CDF-7C97-A4D4-A3EE5158DC5E}"/>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F0AEC5A-66BA-CF65-2868-F2EF122A24B9}"/>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6556192-D6A4-3AA5-04E0-A6F793B6A25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594DB4E3-7D1A-02B2-DFDC-B042DAF36AD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181A0035-4A96-8AEA-1F20-FE72CB87ADB9}"/>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526D3C8F-8249-2330-D916-DCCE47A406C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BE860D8D-E1FE-A9BA-8AE3-2F14632DE7A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7E10A855-F7BD-00B4-C80E-915F349FE0B8}"/>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487BC14-0590-D822-DAE8-20169C265B5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AF58AC0-9B60-5BD1-2C8E-04AEC313714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4A1033A3-BB7D-0AA2-6F7F-7EDDD1A4BE9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53D6F1B-8AC8-395C-1BF7-3CD2A17BD48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0B9FA64-92FD-9735-F76B-11171CE0A23F}"/>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98605DFA-A704-F08D-EF26-E9866990C074}"/>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0FCB8B7-DB70-6F9A-1FB4-EE4F63538D7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4BD4653C-63D9-69B1-2F63-F775A8D92B5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5CCB588-63B2-7C44-0D84-9B8166188AB6}"/>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7BDA808-5053-FC3D-5F48-8DCE9624BEB6}"/>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906A62E-E917-8270-107D-03051EA84EE3}"/>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7DA8271-7B6F-9CC8-0D95-10B660793AB3}"/>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277F2B1-5230-4216-10AF-9D596FF63F71}"/>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F15DCF6-2984-B44C-2A32-F9A1D326A76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D16A855-179A-2995-66A5-177F35EDC518}"/>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D5E2934-ABBD-3A5D-8F39-FA6B9BBADB59}"/>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D96FA7-7659-45C2-BD07-7DC6AEED94EF}"/>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169B8A54-3CAB-1DEE-4171-48FEA83EBD2E}"/>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7542A0E-40BD-9A48-BB02-0F761012786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1F6502BE-026B-9161-68B5-887D8281C690}"/>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A42D0E89-8E69-5A27-AD99-2FF2E308686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2DD104E-2743-5ADC-08B7-6CED4BDF191C}"/>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A429494-DAE8-9A85-6B92-D6C7E983B9E8}"/>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477DC67B-60E6-D998-F6DC-5F8F3E06F3FA}"/>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6FF733F-4D53-8971-43A1-9DCBE62F705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FFBB435A-2584-C5F4-05FC-0FA98E0178E8}"/>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5286C95-3CBD-AA33-254C-8DCB39082BF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0F02827-0852-3C39-315E-B5F6B73330D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38DDB45-CD8E-EB68-8A52-8A1ABE2201D8}"/>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2A157D15-C7B4-FB3F-551D-5B5C782EAF09}"/>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7B335F5-F490-D7CB-5023-6BF43F7C6D32}"/>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FB1DA77-F128-F66A-0F63-FE8EE300230C}"/>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19022A4-F690-0083-EBE9-7477B62417D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6496B78-7E0B-E420-9123-61B5DE9EA20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365BB6E-7644-63DA-A1D0-A170B1AFD4C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68A0B64-5390-61D1-2161-53D14709D15E}"/>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9D99600-6EC1-468C-86DA-F7550DCB3C5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E9FFDA4-E2EE-2F53-99C7-699D8B47E930}"/>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A663A6B-9FC3-B73B-DD74-23834A07330B}"/>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3B56786-2844-700A-82FE-4D20BFBF150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78F01E9-EE9A-E82E-B118-1BECE73FAA2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M1.  Sales Order  Line Entry - At SE Electrical Distribution">
            <a:extLst>
              <a:ext uri="{FF2B5EF4-FFF2-40B4-BE49-F238E27FC236}">
                <a16:creationId xmlns:a16="http://schemas.microsoft.com/office/drawing/2014/main" id="{6E7C42B0-20B6-0281-A3E2-DDCE4A691B4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M1.  Sales Order  Line Entry - At SE Electrical Distribution</a:t>
            </a:r>
          </a:p>
        </p:txBody>
      </p:sp>
    </p:spTree>
    <p:extLst>
      <p:ext uri="{BB962C8B-B14F-4D97-AF65-F5344CB8AC3E}">
        <p14:creationId xmlns:p14="http://schemas.microsoft.com/office/powerpoint/2010/main" val="1728927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BA0CD-21B2-006C-419C-94A404A6434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9F26CAA6-5E6F-1F55-70BC-B74729D7036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38F5F78-C382-1B7B-EFEF-29CB2EBD2A0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FD2C3EF-4BE2-ADB3-2C90-93A747BD3FA6}"/>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980D820-9432-E6C7-B644-67FBC269109E}"/>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1D5521C-BEAA-C843-B737-CF7BC299328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923F71BA-A13C-1841-97FA-6095370F3CCA}"/>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5C88741-7081-7FF7-6568-3C60064DEBFF}"/>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EC0CBAD-2101-A0D9-A67B-0B134A49F346}"/>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AD6049D-7B7A-0957-2E2F-2A266E40A31D}"/>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321F4BB-D3AF-0D46-51C2-5461CE40F3F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6C40898-5120-EB06-2DA5-D2CD6F3BBFE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41A8C223-5FAF-E584-CDB4-EB6AD3447B67}"/>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795539B-0BE5-947B-6F50-4FD0C22780D7}"/>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4BD648D-E9AD-A21F-3D9E-78F281FBDEE3}"/>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CB6DEA6-74CD-92D6-9AED-2D5DB2FE676B}"/>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FF994E8-325D-88ED-AE83-94F5EA27E764}"/>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30E547C6-BF1E-631F-4E5A-95FC66097D82}"/>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D7F991EB-459F-23B3-9FA4-74320864B5F2}"/>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5C88A7B-DBE6-9B00-069F-6C1FE760A245}"/>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6FADAE5-C7EE-44B5-E669-47C37AA57211}"/>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BDAC57D3-27B7-BAF9-A606-6D797BC0937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F5986CD-654A-1E4A-9A53-7854A41EBEBB}"/>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8F32ECE-3E99-94EA-C60B-6E0317DE12E0}"/>
              </a:ext>
            </a:extLst>
          </p:cNvPr>
          <p:cNvSpPr/>
          <p:nvPr/>
        </p:nvSpPr>
        <p:spPr>
          <a:xfrm>
            <a:off x="1314154" y="1168502"/>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577A192-AF41-97CD-B0CA-9A63AFE5B46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192DD3B-130C-5D6F-EA8F-3E0B1809033C}"/>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7358AB8-E13C-1863-876A-904DAC778CEF}"/>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E06F666-CEF9-04DA-FF39-7FFF0FFC574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1F5E55E-97C9-EBF3-EA0C-A719E9388833}"/>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7BD2D528-8994-AE4B-9017-12A897A827F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7B2DBCC6-7253-A0A3-3E93-5473DB5DD9EF}"/>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003AECD-E733-E0D9-EF0E-9D36F1E356D0}"/>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FB574A3-5E4B-DA4D-A56F-21EC9572D186}"/>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55BB498-822F-049F-BCBA-4BFAFA22CFC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30BC1E0-545E-E96F-8A7C-4C32466C59CE}"/>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8C95FAE-FCF2-BE0F-21EF-EEAA74EA63AA}"/>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246D8B7-3344-281A-DD1A-63D0534744D5}"/>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C775A19-EE06-B403-797B-FE04B3FE8EE8}"/>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CA0362B-1C3F-E654-0A26-D8790780401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875B110-A9A0-D224-496E-9AE00ACE1DF4}"/>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940CAB0-B65A-D7C2-77CE-3A763F2F15DE}"/>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2186974-DCBD-7E28-D50A-72244EDE4007}"/>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B07205B-7ED2-E9B3-B4E7-4EC3EAF6D5B4}"/>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78B5CB5-B8CA-D499-1011-9CAB3E41F55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E6D1378-E7B0-DE08-EAC9-C1954E6C1266}"/>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2258A35-72BE-17AB-1549-8BBB36B43DF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9C2E4FB-EC5F-A006-9B51-8EF1DCF884F8}"/>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7DFED51-31DC-FFA9-1E84-9A953C47811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193D559-02CD-50B8-CF8B-2D52CC16607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201F299-8E5D-4D25-D864-2E0A284C0B9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2E47B09-0D3A-A545-A252-395A373C375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071BC9C-1DED-FAF8-2E1B-EAA73C66F204}"/>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4633DE65-6911-7DF0-88E4-E97CE4C7C2DC}"/>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1A4E7BD-E6BB-B233-F46B-E85D924E5756}"/>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76CEB76-2C83-439E-355A-1C3D3D79269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E92A072A-874F-EE79-9BCE-C53E5229D5A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211A6C4-2F6A-45C8-F61E-451273410A78}"/>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D51BE496-F52C-9026-9DFA-7AA7845D2F2F}"/>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952626C-469D-60A7-FDEF-1B93199725AB}"/>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260BE84-5871-EC7C-1032-CC9F4C396C96}"/>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EF516587-C30B-6627-A6AC-2F94932CE31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C96107A-15DD-7D0C-A69D-DBD07050B058}"/>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2C255F46-3AB8-EDEF-B3F9-17DAA3F8E29F}"/>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C7968E4-0A88-006E-E110-3142E655EEE7}"/>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08ADDDA-E90C-E9EE-F5CD-9D55A9B47924}"/>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32528000-FED3-8CCE-2D3E-57D1B301B9D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E08A403-DBE2-746C-D41D-D6C3F6C2114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736A346-9EFF-0BBE-A349-8D4791788EE6}"/>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CBB231C-12ED-B0F6-A161-07F31FF468CB}"/>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C61AB57-A1A1-683E-BF88-FC5CC3531486}"/>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68CA728A-53C6-EC95-E9EC-8CA9BEF86438}"/>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8DD9F1A-7073-B906-260A-FD2687C135C9}"/>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9AA93C2B-AF70-B175-0D22-1D3A66A78313}"/>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EAD0543-65E1-E95C-68C6-6CF3F4059D20}"/>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1649E20C-EDC8-4EF8-CD0F-DF8044F9B6C8}"/>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8835B3B7-C051-0EDA-C863-8AC54AA7F3D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919EF6E9-4DBC-7095-E707-6E12E6B2BC0D}"/>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B2902379-ACF1-1837-0C17-1B979283D0A0}"/>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97C2C53-A532-792C-B238-250CC247F369}"/>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8201F6F8-AE97-71F5-FA2A-3469E93A9DF5}"/>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1DC95E6-CEE3-84C4-27C3-1E666750EA6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4CBF6AF-496E-B468-D30F-647696BAA09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B0AB050-528E-4F47-E379-711C5F9AB894}"/>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CCDB1E7-DD70-5BBF-477A-2D2E688353DD}"/>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F2880B8-C562-4920-D04A-D22EDE85727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A38B193-75A1-3279-8199-71CB110C054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ED3AD4A-22E9-1E02-0116-F1E36EEAE3DE}"/>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CF100A91-204B-CC30-3B74-FA320DCCD8AA}"/>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3210012-4D47-FEBB-FF46-F32C40C3B56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4643F4B7-AA63-FD0A-5FA1-C23A48BB74F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B9E2E567-B42A-C415-143F-B484C03371E8}"/>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0A3499C-6BF9-F60F-4130-96D432ECA26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EFB57C0A-1870-D0D6-1F9C-07D9D16A3AE6}"/>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67A7A48-0DC3-CF3C-BD3A-D0E3341F787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D6DDC0F1-6508-5B22-E113-3B8B7D790568}"/>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CBC79C5-A239-D0DA-C3AD-50B057889A3F}"/>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76FE580-1224-C04B-3250-0E20DD7B1B7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5AEFBC7-4590-5C1C-7A68-DCDE25C2EBE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E9ACBA6-ADFB-F96C-6E6D-C431F4AA2E8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B0BD1E2-F012-9FB2-CA4C-52B704FE1513}"/>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FDB2758D-29C4-4BEA-8377-23730ADAE76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BCFFDA1C-499F-E30E-6BF0-AEEA45833CB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DDABBC8-8CCF-4678-4090-290A22F95A4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44876C94-10A6-5227-6AAD-59799304090B}"/>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DB23287-C568-36C3-327A-785F21DDDE26}"/>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08EAAA7D-6D69-537B-AE4E-3D4D4A0408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9975CBB-27AD-A0BE-8340-30026E570230}"/>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E5C86884-30B7-12BF-0BA2-2B78C613C303}"/>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611C71B-DDA4-5A96-3565-DC410ECBCB8C}"/>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06D976B-98D6-2DBD-30ED-8DC7044097BF}"/>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CC412B8-7944-B212-7179-DF7C9E32775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BDBBBD-30C9-13CA-5CC5-2DDCD0CFAB2B}"/>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AD6D684-FF3F-F981-0D04-1CF375067C8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A754B386-0FE6-C8BE-9127-5A68FD99D5B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56136B05-D5EB-E521-D74C-D82F1F15FB27}"/>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96BBCE9-FDDA-81A8-2987-722D0CD73D5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D28F64F-7831-0519-BCEC-BCABD636D08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3CEBB43-A402-A64A-5181-41BC9E4556B1}"/>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64154C22-62A2-2257-8D56-987A641A01A8}"/>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1.  A decision on  whether the user want to enter lines  using “Easy” entry">
            <a:extLst>
              <a:ext uri="{FF2B5EF4-FFF2-40B4-BE49-F238E27FC236}">
                <a16:creationId xmlns:a16="http://schemas.microsoft.com/office/drawing/2014/main" id="{72A8848E-03BA-5A88-4EDD-F56957054F5A}"/>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D1.  A decision on  whether the user want to enter lines  using “Easy” entry - At SE Electrical Distribution</a:t>
            </a:r>
          </a:p>
        </p:txBody>
      </p:sp>
    </p:spTree>
    <p:extLst>
      <p:ext uri="{BB962C8B-B14F-4D97-AF65-F5344CB8AC3E}">
        <p14:creationId xmlns:p14="http://schemas.microsoft.com/office/powerpoint/2010/main" val="253647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980F1-AE11-F48F-CD5F-58A1410B381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7462246-CD94-C951-906D-E7A3F9310DA1}"/>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E6FBA9D-39EC-95BF-2323-0D5DDA84904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343839D8-611F-CD3E-5562-DC6CB23EEBF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20" name="Parlance">
            <a:extLst>
              <a:ext uri="{FF2B5EF4-FFF2-40B4-BE49-F238E27FC236}">
                <a16:creationId xmlns:a16="http://schemas.microsoft.com/office/drawing/2014/main" id="{ECB5B0B9-FF87-E1DD-BF81-3F861D55DB53}"/>
              </a:ext>
            </a:extLst>
          </p:cNvPr>
          <p:cNvSpPr txBox="1"/>
          <p:nvPr/>
        </p:nvSpPr>
        <p:spPr>
          <a:xfrm>
            <a:off x="12467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3" name="Flowchart: Terminator 2">
            <a:extLst>
              <a:ext uri="{FF2B5EF4-FFF2-40B4-BE49-F238E27FC236}">
                <a16:creationId xmlns:a16="http://schemas.microsoft.com/office/drawing/2014/main" id="{70CCA1F3-B40E-087D-4F42-6494792033B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CD136BC-3720-DEBA-04B0-3BCABBDBDEBE}"/>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ECBF8D21-F761-13EF-499C-7DA7D8000BF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0C4717F-C64F-9FAB-BC4C-801EBE6C4CDA}"/>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C81776F-BC13-3CC7-B289-5E3456FE2CCA}"/>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3881851-6800-A757-478F-35C312235370}"/>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4A6DC58-0203-C237-AE72-E7390BD1AC96}"/>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51A48C-346D-219E-2D94-F48E67C45110}"/>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64C5A4DD-647E-9771-8661-A3F32F21213D}"/>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6B64500-13F2-7E0A-FA06-A3D967E6141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B406403-4D82-27AA-C170-918271D18A0F}"/>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B56E014-F0C8-CBD6-CC45-9CE8EE893FD5}"/>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43252E0-187B-222B-4EEF-211B916955C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696F62B-37DF-14E6-8989-1EB9D56A8199}"/>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E99B2DC9-042E-9AB3-AA29-C3BA29CCD678}"/>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7408237-5754-F14C-02A2-B292B020A6E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C417F2CB-6B1C-EBAE-C58A-5C282A104BB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97A3A3B-ECE1-C5D4-7C54-6FB9F593E5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3790277-82C1-105D-6951-B24ED2051323}"/>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D53EA34-5167-32A9-D2C5-E5DD6F8541D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17A5D20-7880-6D8F-27B3-1E64DAACBB0B}"/>
              </a:ext>
            </a:extLst>
          </p:cNvPr>
          <p:cNvSpPr/>
          <p:nvPr/>
        </p:nvSpPr>
        <p:spPr>
          <a:xfrm>
            <a:off x="2101699" y="733059"/>
            <a:ext cx="1176043"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53BBF17-613A-389C-2459-9A582FB263B2}"/>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7A922AA-E879-1224-5EC2-370901B00D0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D8654BC-77AC-77D9-22CA-4BA82E67D035}"/>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2375978-DB6A-36F1-B322-D524FE6DB36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B970E8D-BCF2-FCB6-CDD1-58D85C92C12D}"/>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D28C577-70CC-AA69-4310-FE358C6C1633}"/>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49D94F5-A8E5-3487-A8DA-A75C8E2A516E}"/>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8AB2B8E1-5212-8B0A-AEA4-F65BC07BB81D}"/>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4A21FF5D-E80E-36D6-5B36-24C6C02B52C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4D2996C-BDDE-479E-67E1-D721BF6B51E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A7D7D707-CCF3-C795-7C65-F6BEBBFE2E6B}"/>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7A44098-CC9D-EC86-9AFA-2853BEEB3CD6}"/>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3162CE3-3B56-98A0-B427-13BD3BDE6397}"/>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C9019CC-7248-0628-92AE-2F67351E1F7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6992813-2A01-4D4D-AF68-863F26ADB57C}"/>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BD73707-1954-44D8-1AEC-AB493F646904}"/>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5E26116-8E0A-F357-8DBD-739DA6886EAA}"/>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40BBC7FE-95B4-606F-10DE-61514D1E10D3}"/>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B3C9E19E-B8C5-BE81-BADD-108BC7D0DEDD}"/>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B2AC752-F91D-5959-715F-43E44D61222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DF56A3AF-21D2-3986-A755-A8787EF29567}"/>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1D7B43C-CC85-6AA6-BA30-B7D10D3EB135}"/>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6245667-03AB-BAA2-3C91-6EF4B8977AB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C9EE66FA-8E40-3763-24F5-93AEBBE87B4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4861D436-A48F-4F8E-9D71-05C2FCA1D6D7}"/>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82B9054C-3B0C-836E-4999-C1D44D2F9D8F}"/>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DDD88D4-13BB-830E-D322-E3CF503BE20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D46DD95-6AB8-9C3A-8670-E084EB25BE9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E1C4D0E9-FD0C-E136-9EA9-F904182F192D}"/>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7B867547-0616-5166-D855-171634054DE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E089590F-9DBC-60D8-584C-A9CB20CE924C}"/>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DA2C0467-3BD3-0641-8CBF-DAA849A082E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14DD5827-96A8-ED63-2A7F-46C018F97DB3}"/>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1C1BB2E6-EE07-9C39-B984-3E9AE570D51B}"/>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F40279A-33CC-3A3C-F742-3F3D487A0980}"/>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36DA189B-FEB6-FE65-2C9F-B794B3D862A6}"/>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B9EA86E-017D-6705-D619-E670C930F9A4}"/>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CE08F34-F5F0-A001-28B5-E73CA387CA6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653F640-1E34-FDCD-3460-E8490A2EE14A}"/>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A3CD06E-D4D0-AD32-C51E-E5DB7C61713D}"/>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696E4D59-EBCE-86C4-E0F2-FCAD93884D0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69EF1A49-CBED-50DE-BA16-BBCB65A669D5}"/>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9718BA7-2866-AF3C-54FA-07548F4011D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290A89A-8A1F-E0B0-1CE1-D0D94B185188}"/>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3EE961F-965D-CA2E-8E1C-A74D62A1956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35BA51C5-31B5-53F9-868C-20AD901A946D}"/>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147C902B-209B-5D09-9513-34CCFD5078FC}"/>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0870EB69-2BDC-BDCC-E8BD-AFCAC705158A}"/>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BE38640-992A-11B5-37E4-1E06C6AE945E}"/>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FFA0A00-378F-9980-72A3-F1D6F2FC1D2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C127362-6CFA-0795-10A1-4AA92DF884B8}"/>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1A8FBEC-0724-C386-F3AC-92EAE0C596C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36F8B92-6115-A3E2-4F39-6293E50D6A1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2B1EFFA5-9F99-2713-1038-74D36ACF231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5D3A92E-9C16-63C8-F90D-816452B25092}"/>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1C0488D9-5CD9-C51B-98C3-6AA2999CA88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32D742F-D46A-2FE2-F330-FD9B6E48481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9CA3917-FCA7-2E64-248C-5A822C49A86F}"/>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62C5AB37-87FD-121F-A4A8-DEC397E9DF34}"/>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643DC44-8613-FBAE-50E5-11D77B239191}"/>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B5410EE-28AC-566D-8E75-744A067D843A}"/>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768FE93-F388-5648-C556-AFDA718C0183}"/>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4D82F29-7E9A-FD96-CC37-7FE4928C572D}"/>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ACEF155-D245-0B7B-A6B3-5A6BA2D55D58}"/>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349F375-833D-A765-2406-F942BD92A625}"/>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812BF0CC-B5F5-EF49-322F-1372C512B7EF}"/>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AA2F4732-3F14-9594-E065-4369F573191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676497E-E00C-5725-C93C-9C8E12DEF90C}"/>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B448578-AF86-8A88-7A9F-A4FF01F3DBDE}"/>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648C1E0B-20D5-F674-987A-E5FA63BF49F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B4BB62F5-CC36-CA6A-9047-25142091DF00}"/>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4FA5C68-8DAB-7055-0C4F-BE001F7C431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C1DC6ED-30A5-4568-D1CE-362E26CDBEED}"/>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E339EE98-94BB-EF5F-8B23-E42645C39B3C}"/>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14826CA-1E55-27F7-085A-BC2345CED10A}"/>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B969691-D05E-960C-419D-319A49322C2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82230DE-4BE6-CAB6-75FB-B4BDF97DFC61}"/>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5901343-3867-1DA9-05A6-916C7EF18AAB}"/>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AED8A23-CB81-6D94-0CDB-73DEC4C29B2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B02DD35-A18A-A366-44E7-F00B1CD68908}"/>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811726D-26CD-8855-7ECD-F4C21AF5262E}"/>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2E04714-0B49-0A5C-5D8A-CDE0DB20130F}"/>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FBAA031F-0B89-1A99-7288-81F37D1B6D0E}"/>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412AD8D8-7D1A-3E17-0AF5-15C380C1F58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5573C80-A246-6D9B-C326-11A71F882883}"/>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67230E9-860F-3580-78A7-6CE09E18EA5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21AFFF0-7345-49B8-9121-3D12E1FBE881}"/>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C09793F-6D08-E715-6A95-69D268B7E28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F109E027-64F2-020E-FA49-49A4D7009C14}"/>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2B41DC6-28C7-4C8F-C4F1-D0AFA7320C28}"/>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B0CB9BA-20EC-1F51-13D7-CBFECAD8344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67925CD-9E37-E8F5-C54C-17642CA3F312}"/>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9EA041E-A2E4-43C6-456C-22A640DEB85D}"/>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D6D66CD-4BE8-4F25-295E-234A61B3E37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8E5C68D-13B6-2380-3E41-23CFD8C5D0C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1.  User has selected  Easy entry">
            <a:extLst>
              <a:ext uri="{FF2B5EF4-FFF2-40B4-BE49-F238E27FC236}">
                <a16:creationId xmlns:a16="http://schemas.microsoft.com/office/drawing/2014/main" id="{D7CB3480-E4E7-280F-40E6-AB3C369EBF6A}"/>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Y1.  User has selected  Easy entry - At SE Electrical Distribution</a:t>
            </a:r>
          </a:p>
        </p:txBody>
      </p:sp>
    </p:spTree>
    <p:extLst>
      <p:ext uri="{BB962C8B-B14F-4D97-AF65-F5344CB8AC3E}">
        <p14:creationId xmlns:p14="http://schemas.microsoft.com/office/powerpoint/2010/main" val="1312363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395A-4B11-2F49-03BF-B6BDB48E629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5C6083F4-A700-5FBE-84F1-C6F8E0F10ED8}"/>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75F42B12-D393-A141-64C4-B3356D63179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879240FF-5F3B-0F40-E1AE-BEBF2E15B6E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A484C3C-79BE-9209-DD61-4C6FB4A185B7}"/>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EBF371E-ABF8-9EBB-987F-3DAF73E681EA}"/>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2F395AA-A583-2674-FB76-458201C5C61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31E3CE0-E3F4-D08F-FB0C-CAB4A733236F}"/>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080BC8-29E6-9893-AD2F-8D0AD988789E}"/>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BE3DCB1-D12A-C281-70E4-FFD9509DF97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BF35E44-B999-253F-5792-57FC5CC02CD7}"/>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30A8E61-1784-1D6A-41E0-6212D68DAB0F}"/>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DC28C9BB-A501-810F-E1AC-CD28540DCF58}"/>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9343CC6-B1AB-B936-2D38-FB741843631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C36D4C34-A52D-FC90-04D0-7E71E9C6E127}"/>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11C14B45-4479-4950-7EC7-A18CFA359424}"/>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68A0FDF-38A5-A1DC-0E4B-1AB50E5A7B73}"/>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63B0271-E010-CD36-3CEB-AB465B0AA42F}"/>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5A37DDE-02C9-C830-0839-D293422811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8189F7DA-CE04-0C0F-AD2D-1527952F5C6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D2A3C56-58B3-BF14-933D-65698BC3055F}"/>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7AB5527-A0F0-16AE-C07E-66588FF4803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51383E6-66C5-B798-3E68-71BF2D6A89C4}"/>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AA53089A-AFC0-2730-22A6-9606BAEC6C53}"/>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6C62B5D3-0B1A-0FFD-6334-A2C0BDE2EB4B}"/>
              </a:ext>
            </a:extLst>
          </p:cNvPr>
          <p:cNvSpPr/>
          <p:nvPr/>
        </p:nvSpPr>
        <p:spPr>
          <a:xfrm>
            <a:off x="3164890" y="840279"/>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92FBA88-83CB-98BD-F748-E1EAF716FEBD}"/>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51ACD48-A4BE-08DD-3BE1-277AF1F5FC2D}"/>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09A367D9-3DE7-E035-55A0-F5DCE99AEEC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BD85E42-9371-038B-6205-8E1736DD2908}"/>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5A9B475-D44C-863C-2BD1-E72B23BCA0E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5468C3B-872F-D246-BE2D-833E17080348}"/>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06A1EE6A-B6CA-73E6-D19C-DE8CEA7847C5}"/>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C4DD1F8-5B29-0DD0-A10C-B0A9774D9A36}"/>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BA5C041-13E4-BE9A-A2F5-05CF884880EB}"/>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A7ED83F-87FD-604D-98E5-5819B8A3852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BAE7FCB-6903-EADD-F738-30A548A9E67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7512192-3DDE-BCB5-BFCC-A70F18EC7243}"/>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F84007F-AAC8-6E23-CA0F-B77AC5D89A8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715E930-2E19-666F-504C-B7C883530B2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761CAD46-0155-9EE3-AB7B-D462E4CBF0DF}"/>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28FA733-D878-699C-2F88-F8AC3E40864C}"/>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CA16E59-76C4-E47B-0C5A-24C3953E1ADF}"/>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F666C53-0DE0-0B20-6607-7C0D2F1C320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0DF2472-AA4B-37CE-3210-626211E4904E}"/>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2BE1F76-4026-51D3-BF7C-7A25AC09AB86}"/>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ECDF128-7662-00C2-78CF-D2AF63CDB38E}"/>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E6569EE-49FE-A55A-DDEA-B3FCCDCF1CF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09D90A7D-5FA7-D240-50D5-A0E241FAD90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B147AB6-5556-7368-FA25-C3B296194AA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6AEFFD25-4B23-DD96-4DC8-E23B4CF52BBF}"/>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8B352A-DF30-FA84-136C-F3E8F629A908}"/>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C0D4758-FFAB-8D25-ABDB-8D509AAD74D9}"/>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52223E1-2509-90A2-200C-915E7550CF0C}"/>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332C2BF-4C9D-0830-8081-106A4CA94A4C}"/>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6565ADD7-FCB4-C9C8-7574-18C596A67DFE}"/>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E6018EE-0E73-D7F0-046C-4C7ECC2390DD}"/>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2E87174-CF42-438B-BA59-839B3CE7547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83BA6F7-5321-B5D0-3A09-E06AD760834D}"/>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7BA9E405-BB3F-8319-B67C-7A87B61F2E7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AFA8B1D-798C-58B9-694F-A5472F4DEE77}"/>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C3AAA72-F39C-19B4-708D-00723BFF7B9D}"/>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257105C5-3721-AF20-8207-C4B1FAC4EED6}"/>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8FB2993-EBE7-53B9-80C4-4FDF63BFFBE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70BF3E9-1B88-BD43-0D21-E19232004B8A}"/>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E45ABED1-8B97-1E7A-EADC-1A7791548D11}"/>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16056DAE-2607-52DE-0AE7-66F963F4C12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66FE2F7-41D2-25B9-6E94-59F63A78EE18}"/>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2389FF83-0F94-4D35-F242-6CBC890289B6}"/>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72A495A-A03B-7F5E-36E0-FF80B2DB226F}"/>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E8A7075-FFA7-1350-8A2A-A9BD2A0869CD}"/>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BC32852-E329-6F58-B871-FF34E1329ABC}"/>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E2D5B808-B8FC-3FAA-4BF7-7E48F3D03850}"/>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296BEB36-98AD-F75B-0874-64A9C0C3AB2B}"/>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958BD7ED-B203-9534-D239-37DF7E568777}"/>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9D0C7D4-0E51-24CE-3340-554AD2E891EE}"/>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92788CE-434A-4202-0F9E-FB0AA606AE74}"/>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8094D37D-76F3-2E16-0E73-767BD196128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462B2F6-F19B-C768-E887-FC738742DD40}"/>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74C30DC-F9F2-A984-6BDF-7FC3CB6F64CD}"/>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764BA2DD-4F0D-A7D9-D78B-DD8F97D46FC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CAE6B8F-421C-16F9-91F9-7C67D093EBB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B6FB92B-BB30-8ABC-75B8-AB8620727E53}"/>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12DAD67-5CF0-B32B-2396-4D7D346ABCDA}"/>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FE3E3D1-0605-D607-FF83-1FB458C591B3}"/>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6E9C038-58E7-7FB0-C088-799485BFB102}"/>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C186CCB-E6BB-4FA3-1254-724BC6D6FF7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051B435-6751-A9E7-9E2C-553AD70F45A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539DA17-3C1E-FB37-16EB-700D558D4037}"/>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5D09ECF-7A82-FD2A-738D-8328708DA12E}"/>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A9A2B924-DCB0-E9E8-70CF-17C6913C70AB}"/>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81F37B3F-AED2-41FD-D820-3E7EBA274E57}"/>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E237265-2199-A201-D9EB-58A61AF04AAA}"/>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A3DB724-B6A7-F06C-1E4D-3794257D0FDC}"/>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D490A8E4-9D9D-9F9E-B5D5-879AA77E0C80}"/>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CB49A96-6F08-A70E-7875-9C611EAE5B5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9718218-2D54-21A0-EA86-12D87331F38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88948FD-F513-DC80-7540-58B235EC4A7D}"/>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E59CC37-A4DD-A22C-7DF2-FFB841E2BF0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23863F5-562A-7E26-2E9C-1B458C9A4CC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7219D2FE-9833-F980-E95B-56873E9CA3F7}"/>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3799C18-9D00-075E-B0CE-DCE551B69880}"/>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9AC35E6D-64EF-8D62-FD7D-AFD6B084FC2F}"/>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0066CCC-56DA-4D1A-F474-FDD4F7ACF840}"/>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FDE5FF7A-6000-3E4C-458D-B78E531BBD3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E7D67A7-4872-3D26-2E35-7E6B28105384}"/>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72E8065-1595-5622-CA65-A4681CA782BC}"/>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131131-6F40-8449-91BB-C081562D1B27}"/>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F0A3D7D-BDD6-99F7-A2DD-8FEB8F8C19E3}"/>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8FBF79C-47E4-CE55-3031-1D7F8B71C5E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FC14EE2-9A33-5D92-ADC3-D98F3B43D22B}"/>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BCE4D7B-230E-2654-2752-F94A418FA571}"/>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7FC6AB8-D103-E328-D8F3-FD21A7E5BF1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261585-FDD6-0F26-3334-7363EF60E13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4244BB9-B305-EDAB-FBE2-A06D03E96326}"/>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59205DA-77F9-93FB-CFD8-EBBE94AA7195}"/>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72F5204-B650-5C70-81AD-088EC966B65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BF37550-B735-4916-CE03-DB42A2B27FE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4BC111B-15D1-8BBD-D602-32A6935AAA2C}"/>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8E38629-09EB-4D15-52C3-678BBE209EC4}"/>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502DA8C-45F6-5860-4D6C-5625342E1186}"/>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pic>
        <p:nvPicPr>
          <p:cNvPr id="77" name="Picture 76">
            <a:extLst>
              <a:ext uri="{FF2B5EF4-FFF2-40B4-BE49-F238E27FC236}">
                <a16:creationId xmlns:a16="http://schemas.microsoft.com/office/drawing/2014/main" id="{13517F9E-92F3-1D4D-1B83-97A5DEFDD547}"/>
              </a:ext>
            </a:extLst>
          </p:cNvPr>
          <p:cNvPicPr>
            <a:picLocks noChangeAspect="1"/>
          </p:cNvPicPr>
          <p:nvPr/>
        </p:nvPicPr>
        <p:blipFill>
          <a:blip r:embed="rId3"/>
          <a:stretch>
            <a:fillRect/>
          </a:stretch>
        </p:blipFill>
        <p:spPr>
          <a:xfrm>
            <a:off x="3639405" y="5107294"/>
            <a:ext cx="3853006" cy="1414395"/>
          </a:xfrm>
          <a:prstGeom prst="rect">
            <a:avLst/>
          </a:prstGeom>
        </p:spPr>
      </p:pic>
      <p:sp>
        <p:nvSpPr>
          <p:cNvPr id="53" name="- S1. Easy Line entry Selected-">
            <a:extLst>
              <a:ext uri="{FF2B5EF4-FFF2-40B4-BE49-F238E27FC236}">
                <a16:creationId xmlns:a16="http://schemas.microsoft.com/office/drawing/2014/main" id="{53D29443-BFCB-9642-837C-6533BA527A0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 Easy Line entry Selected- At SE Electrical Distribution</a:t>
            </a:r>
          </a:p>
        </p:txBody>
      </p:sp>
    </p:spTree>
    <p:extLst>
      <p:ext uri="{BB962C8B-B14F-4D97-AF65-F5344CB8AC3E}">
        <p14:creationId xmlns:p14="http://schemas.microsoft.com/office/powerpoint/2010/main" val="809627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78C5-5545-7304-36A0-820CDDD255B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3A9E5218-0697-D9B3-6848-427446548DE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20247BF-1C66-66CA-6EF7-B21F35E6D34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A23AD97-DCD2-D62A-C8B8-063E8CAC21C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3B2D382-46B0-CE13-5AD8-DDB46688E56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21904EF-3140-5EDA-93F2-24452A02B851}"/>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D7BE34D-FE1D-AAB8-9F23-D08B5B933661}"/>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2409C42-D540-52A6-4266-2BDAB44E1D7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0EBA082-03A3-4ADA-5427-4652C666F246}"/>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F60FA94-A928-FE5A-8F8A-C8B44F8F5093}"/>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7645188-21B7-DD2B-0AFA-9DC44F1AE989}"/>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78629A4-507B-6DCA-8195-8919AC501C6C}"/>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E69596A8-5A5F-6773-F897-79655098F39A}"/>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3F19A48-A58C-BD8D-3F1A-A6D916FC8BAF}"/>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C226432-F541-0753-027B-623AFD6F11B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613A94D2-58D6-1547-1451-730A4A07B128}"/>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D03EBA2-FE56-1AC8-696B-068EED64F937}"/>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FE57325-29E6-79F5-3CFA-E635EB5EBF71}"/>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9484732-63CB-D882-A8A8-C9992C7C7524}"/>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343E450-4A59-DC43-A6AC-4EF906850AA1}"/>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8BBBF19-DB3C-2307-DF6B-820361AD85D1}"/>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EB37C48-910C-9A6D-950B-B7048CBC280D}"/>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F430441E-9996-182C-4039-D63EADA673B5}"/>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26E9691-85B5-4132-3BA1-ECDF1C210E7D}"/>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6B8994-118B-6B5D-7656-AB79A273D29D}"/>
              </a:ext>
            </a:extLst>
          </p:cNvPr>
          <p:cNvSpPr/>
          <p:nvPr/>
        </p:nvSpPr>
        <p:spPr>
          <a:xfrm>
            <a:off x="4429787" y="840348"/>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659716E-EA0E-103D-D9AF-8DFEDEA7ABEC}"/>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3C5704D-6F2C-B873-35A5-D2FE2652A362}"/>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BB4F1B23-7FC3-4CF4-CD25-84F601013A1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4EFC9B3-7936-0B31-DF1D-C8143C1D389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43C39EE-4E4C-A7FD-FC6E-EEA9C7598B1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D29930D5-FC42-7E1D-626D-334E46DA6D31}"/>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4E427C0-F088-27C3-CC26-72A23684833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DD4A5D5-EC26-439E-239E-138302D298E9}"/>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191F61E9-88EA-17B4-1F46-C8B5745B1B1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BC95006-CDFC-F623-04BE-4A8247B2D47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91234BCC-270E-0007-AD41-E863F7DB9DCC}"/>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84ABA1D-534A-B484-A03B-4B065DC9E724}"/>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FE2E298-6F30-3A39-DC29-307E16A312B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61A4C02-67CA-CDB7-9A93-5E03D74DE4F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343759A-F7AA-68FB-3761-B212CCA1266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E5231DA-9E96-9A6D-041B-168BD8A19D1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A74E470-6064-8EB7-55FE-8744B958478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B4B763B-7E88-D0E4-FA23-DCC2884399C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78580DB-3E9D-01CA-87C4-099284FCD65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B0D675B-2148-BA05-D9DB-5827A97B8479}"/>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1701140-EA4D-5F45-E716-76C8174ABE61}"/>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6EEC6B1-1CA6-1D7C-6238-4341C1E61AD1}"/>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7AA560E3-792F-315B-B580-6AEDAD0E0869}"/>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ED852F6-DA46-BA66-5F7E-CA2D7C7DF77C}"/>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4FEDBBB-C26B-1E1F-1F03-69E172797DB8}"/>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15D82B74-A6F4-9392-7059-EDC4A5F9B61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9DFBECD5-4029-22F6-0854-817610EC54C8}"/>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09AF8FF-20F7-2C8D-EABC-1B37BC1E64D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ED5ADD7-52CD-8EA2-E016-66D3A5F794E3}"/>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511B2C7C-E47D-DECD-18F7-706439E45B1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0E15EE2-B129-E5F9-4864-10E31BBEBC8B}"/>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B5EE8F3-D30E-42A1-1CB7-FFC6D68F88B2}"/>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A39A0C8-5465-19D7-6110-33E5A11F3407}"/>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E2CDCD4-8D93-2E6A-CC91-E54335D4A3B3}"/>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1CFA71D-7553-FA24-CFC7-75D0AACB20E2}"/>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0433557-D892-376E-4229-9891429E2B5D}"/>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E6613F2-F5C2-72BD-D831-30215204EDDD}"/>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C0899490-3259-D183-8E4F-BDCA8D2468A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39C7645-D7DD-B910-25BD-1667F4E31DD5}"/>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5A7E79B-B42F-92D4-2D87-97729679AA0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AC094E6C-6036-02EE-8A23-2856FC0190C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1522148-6B1E-5CD9-C61B-243DFA192C08}"/>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4D9D756D-F7FA-20E6-8E8C-08BFE9AFDDC6}"/>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92DEA635-DAA2-07F2-0A6B-D82A28C6DFE8}"/>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634B7A0-43F9-94AA-EA1E-2B5D318F5DD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332A1A6-0745-4C3D-E2DB-EF04959C9472}"/>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21BF7B2-F9E1-A002-BF20-48AB907D37B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53E20EC-A0A5-63D0-BB1F-E0E4019C4A0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DE0F48B-61D3-C368-7D09-2074CF4AF62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C3BCD0D0-52C8-73FC-A61A-130BDD1CCC6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623B81E-388D-BAE2-3353-78072CAF86C3}"/>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0A956EEE-A515-4888-A26F-57BD5FD48FC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4534FDC-19B6-E526-8E4D-0F5D4F6699D9}"/>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28EEDCE0-D797-FBB2-3A8E-067EB0C4C6D0}"/>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2F432A9D-9E6A-8EDA-5EB2-403C346128A0}"/>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7A43969E-2208-C5DF-3E59-E74AE638C1E6}"/>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087DD67-C4F0-BBC9-3519-E259023535B5}"/>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83AA2D7-26C4-7DA4-4053-C4E5FCFEFC2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DA5B5CF-E96A-6A79-4249-C3813A3A162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3ECC08D-804C-1818-C2F3-282D6224D702}"/>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74CAD9C4-F309-B1AB-3482-F1E47510AB12}"/>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23138FC-67B9-AFCC-94AF-FE034748572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86046D4-C9EE-0887-7234-13D34929F42E}"/>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E64F4DC3-5AB1-2036-7C64-2575D303ADE9}"/>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E2B492BA-F2F8-F194-032C-D6618786B46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3BC6838-BFBA-5F45-BB46-0A2ABA5AB4C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A455E644-1B20-EA1A-5B7C-3F5BA7680D1C}"/>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0F46004-7129-0F9A-9A0E-B8D6A86D005F}"/>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8518E1E-90D7-F1B6-F3DB-E4ADEDC9E66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9EBA786-416F-5FEC-B514-8DCA85C90324}"/>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69B37A3-FCDA-B683-2E5B-938865E89519}"/>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48A1CB1-458C-A08E-74B1-94552D44333C}"/>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9DEAD8D-4C01-8550-19D5-A990FCEB4DE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1174721-50B2-51F0-EDA2-EAFA293EBD5C}"/>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DC12C0C-95AB-E3C3-3FE0-B3E125EC509B}"/>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B6E80C0-D37A-89FB-E2F3-22055EF7CAC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F4ADD2E-5D85-F0E1-47F1-28FF53AAA14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BE2E3EC-FD31-2FA7-5437-3571695AA1CA}"/>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EAE907C-F4F8-0A21-B142-66F9B71206C2}"/>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5E38593-5686-6A47-1803-A0012B49DF8A}"/>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67B92EB-6B33-ACF1-ABFD-985A8BCBE90A}"/>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69F3F9-F6C5-F739-0F2C-0D9EF560A02C}"/>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48F26AE-301F-F645-D459-5287E51484A4}"/>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877529A-98B6-FEA0-40DF-49D9C4FA1FD7}"/>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16081F-FA95-05B7-87EF-527B8A655ED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961307C-32DD-951C-95BB-F2018DD71E70}"/>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F64D3F0-33AC-CF1C-65DE-3669E2DE762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C3DAFD8-F4A4-59EF-08AC-24DD994DB405}"/>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21294D2-A8A5-44F9-F391-107818A6F05B}"/>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DDC7FD8-A615-8296-F5D4-EA7406B9EF12}"/>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00F1779-6E44-9E36-341F-E9E9725E999F}"/>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017561A-C5E2-2C42-9C67-4BBF89BF5CBF}"/>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703649D-F2B4-86F4-F9EA-8ED13FEFA20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19170917-39B9-85DE-D3A3-A3BFA4DD5E00}"/>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14215D2-C555-443E-751D-7E15706B3CE7}"/>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pic>
        <p:nvPicPr>
          <p:cNvPr id="2" name="Picture 1">
            <a:extLst>
              <a:ext uri="{FF2B5EF4-FFF2-40B4-BE49-F238E27FC236}">
                <a16:creationId xmlns:a16="http://schemas.microsoft.com/office/drawing/2014/main" id="{41F555F1-2799-B60A-139F-AB1302E1A18F}"/>
              </a:ext>
            </a:extLst>
          </p:cNvPr>
          <p:cNvPicPr>
            <a:picLocks noChangeAspect="1"/>
          </p:cNvPicPr>
          <p:nvPr/>
        </p:nvPicPr>
        <p:blipFill>
          <a:blip r:embed="rId3"/>
          <a:stretch>
            <a:fillRect/>
          </a:stretch>
        </p:blipFill>
        <p:spPr>
          <a:xfrm>
            <a:off x="4290060" y="5187316"/>
            <a:ext cx="1816972" cy="1370039"/>
          </a:xfrm>
          <a:prstGeom prst="rect">
            <a:avLst/>
          </a:prstGeom>
        </p:spPr>
      </p:pic>
      <p:sp>
        <p:nvSpPr>
          <p:cNvPr id="53" name="- S2. Search Products to add -">
            <a:extLst>
              <a:ext uri="{FF2B5EF4-FFF2-40B4-BE49-F238E27FC236}">
                <a16:creationId xmlns:a16="http://schemas.microsoft.com/office/drawing/2014/main" id="{4DA0FFFB-022D-025E-F1A8-5CB71E5FFC37}"/>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 Search Products to add - At SE Electrical Distribution</a:t>
            </a:r>
          </a:p>
        </p:txBody>
      </p:sp>
    </p:spTree>
    <p:extLst>
      <p:ext uri="{BB962C8B-B14F-4D97-AF65-F5344CB8AC3E}">
        <p14:creationId xmlns:p14="http://schemas.microsoft.com/office/powerpoint/2010/main" val="3142664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93568-A052-0E48-F84C-DC88D3B3FCF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F4AA94D3-E571-24F3-B635-CCD17BD263C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3C3C22D-9884-FE72-ECF9-978DF340A2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6E21953-1568-A85F-3FAA-BCD681C5FEF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123A588-CD56-4ECD-FF4B-426FB0D8A54C}"/>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9E07125-88C5-A5CB-FAF3-9B3171202BD7}"/>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9AE22C0-6694-5228-FA6E-8BB5D86B7EA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454414-AA97-4A7F-38AA-6A0AB9DB0C87}"/>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149D35-D820-729B-58DB-F99145B5C043}"/>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DE0B500-3272-E2E4-D3BE-7771D2F79F75}"/>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F2006F7-2E9C-53DD-14B4-B6AA3F36BD8E}"/>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55906EC-33A4-1ED2-AE7A-5AC34250C367}"/>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D7C28EA-5B1A-228D-CC7C-01CE449EF1AD}"/>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47DDA909-4578-8C05-977E-7997D51ACE7D}"/>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80759A3-4063-52C2-F5C7-8E6B45DB6B75}"/>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E1DD9D8E-3FDA-44F2-5067-3C66D13141D0}"/>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47AB8A9-7CAB-7970-9F67-84D16D17A98A}"/>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FF01BF4-9E35-C617-AE24-DD896C571B1C}"/>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FAF2C74-9FA4-5475-A9F0-A9C5E07EE782}"/>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C6A7CCDD-BC79-3F00-4B97-FFD1C3B68EB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FFB1E8B-8EEB-C27E-4745-3C4C60DF2C5D}"/>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00ECC0E-4E5E-ED54-3746-84EB7BD4058E}"/>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0DC760AA-27F6-E284-504F-E0ED2A69F06A}"/>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3564598-32B4-FEC8-C856-7B0B1B3B6AE4}"/>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D2ECCFFC-31C0-4018-FED1-A181E0792448}"/>
              </a:ext>
            </a:extLst>
          </p:cNvPr>
          <p:cNvSpPr/>
          <p:nvPr/>
        </p:nvSpPr>
        <p:spPr>
          <a:xfrm>
            <a:off x="5974719" y="825156"/>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FE672EA-7A15-6E21-DE11-20BAD9384419}"/>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FFD92D6B-20A4-1251-C771-C65B6D94D417}"/>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C35A58C-B0C6-0E98-DF65-B505AB079B1F}"/>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2D9F772-1BEC-6211-7E07-C63F49E0447A}"/>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2E7B75A-CFDD-794D-E20C-872239F631F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18B8A07-A851-9C7D-09D8-6AC40F81D0E2}"/>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B41A7AD9-5D51-E4D7-3A92-3AE5CA159495}"/>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7C1445C6-BFA7-8F63-27A5-BDE7DC2216E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51F7AB3-7A86-1B77-A64A-14E3D417D85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3DAAFF7-5F25-C94F-594A-F9A7FD8B3DA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1A86202-5306-DEFC-1499-DD82B124E1CB}"/>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C0F45E0-CEA4-5770-7DA9-0A571784A7C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D0C1BAC-2E96-B47A-108D-96D37AE119B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9C4B022D-1081-A705-F602-06EF0AA50393}"/>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F58FC59-EFF5-35DD-6C3B-0FF2A0EE37B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4C7E812-C87A-A720-454F-5537461C0469}"/>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C58EB28-1072-EE16-7C8A-125A5AF5C4E3}"/>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5520C16-E1D1-256A-8A55-64CFC3F4CCA9}"/>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01C4FF9-B9F8-1C40-2796-B3DE5FDD364C}"/>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158B043-D215-5A34-7CD4-25F3CA0BA5C4}"/>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A994092-86CD-AF32-BD09-CF08BAC191EE}"/>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0FB757A-3FF0-B4EE-CFDC-330289A84C6F}"/>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9EBAEAA-B735-314B-2990-5BC04B34F62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2FBD645-BFFF-7C5A-E15A-5DD9BC8C28C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4192B74-0328-8A20-6581-CBF838FC148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5D97E8D-EC82-17BA-2C6C-E0D3A2A5318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FB0773F2-814F-E17D-0264-1EC366F74612}"/>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2019AE70-5AB7-5082-7C80-33DC2354A885}"/>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00EBC3D-FE50-9801-7B6D-F020649CBF86}"/>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9A25774-B088-8A1A-62B2-C9C936E261D6}"/>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1E0B83AF-0465-B08C-B13F-86B449F10929}"/>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5874A84-944B-996F-6486-8E5ADDF7A79A}"/>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145D8BF-A3A9-CCE0-3B5E-9E355EC6F126}"/>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AD74D3C-0331-3F59-967C-78F6DBECFFFC}"/>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35624F1-7C4C-4BE0-EA14-54C84D9F83D5}"/>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9647204-0931-A865-665C-68252F9DAC5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071E462-FD49-813F-566C-F5F69DFFB23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6216F26-1CD0-BE11-C16C-BFEC7CFC8D6F}"/>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452D904E-E6A2-CE94-F057-52DE429F9002}"/>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0CFF5E2-1B98-4F54-350B-E62F94DD11DC}"/>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80813F4-C252-C0B4-25E1-85785FEC42A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42BBBC5-0CF7-F93D-5614-DDF9D27C360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1E8D0F9-D2EB-0F8F-5457-4D4318F0269A}"/>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532806C-F1D5-314D-23D7-20C0D00AE8F2}"/>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D48A743-6B01-0E2F-8703-5695D2B98DA4}"/>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08F6C4DC-0323-FEC9-D103-8BF9DC300B10}"/>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1E319D8-751E-7875-15BA-CE7FB12044A4}"/>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1163375C-CED5-C475-F21E-4F9DC10703BA}"/>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B36B1DCF-2699-3BC5-6302-BA34021ACBF2}"/>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456BE7D-4AAC-1966-D500-DAEBB2CAF5C4}"/>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C728F78-0240-D559-13BE-85AD5030C86A}"/>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222FAC24-CF2C-5819-514B-0897ACFFE5C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3BEA519C-467E-6655-F4CA-B64254C0CACD}"/>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81BBEAED-2CC5-E14C-A9A2-991AC8CBF63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21B97C8E-D31A-2A42-23CC-38BEA6B19977}"/>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2402DB9-3F49-1DE9-1354-3B310CF13B44}"/>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2EF09C7-C2C5-BFCD-1A27-C8297CCCAB0A}"/>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DFA7631C-E3D1-FA54-462C-B973655FE5BF}"/>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4F0D772-90B0-65B0-FC50-24749416F9F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5709A7C-5089-9177-C5CD-F47C0B252E6F}"/>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4D9E8B11-801F-A2A2-9159-C8F786FBF776}"/>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062EDE05-B113-E1FD-74E0-4BC524D1BCCC}"/>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47F85F8-9F5C-32C3-AFFF-D9C8B4D18FC2}"/>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C6DF9954-EAED-DDBE-ACA0-D67084D95A48}"/>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6309F62-1B9C-B209-8A64-E847F1FA1512}"/>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50CA9CC-6017-7CAB-B079-B8AEDA17405B}"/>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9135FED-D711-E862-D95E-0DBAD3D253D1}"/>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4EFB19C5-E952-E78C-CAF3-F11C4B2EF581}"/>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0B2F6B92-09ED-38C0-DE42-8B05ED4B4163}"/>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A8AC036-7E7C-ABDC-8ABE-876B518AE195}"/>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A7EB23-D98D-C07E-CC1D-269AC987950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28B5D341-5413-840C-CF95-AD85F58FAAD8}"/>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38B2965-DF7D-4BDC-4D56-DDB1419470CC}"/>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46657B07-BA65-8BE8-8650-B6EF1362076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EB2510C-476F-F18B-284C-7FD9981FABE2}"/>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667C5C2-7D3F-6F8B-DE75-D489AB270C1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6ADBA07-EE49-6E0C-5A1D-E3771557051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781E950-E400-B3E6-A763-6699F6E4BB95}"/>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54B4A3C-A312-C80A-4E49-3867C1CA0ADE}"/>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22EFEFE-53E4-3D41-E04E-E536BF99F5D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1EE05431-DA0C-EAC6-AC28-56C3DA64061F}"/>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FF74A4F-480B-4F24-D836-B4C6F19BDEC3}"/>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E281A14-35F5-B0B8-F7D3-340C10927026}"/>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AF27FA0-A0C6-6FF6-B9BB-1BEEB18401D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10524B5-91FD-6049-9EA0-6FAE135E9DE4}"/>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75495CC-7AD7-4C67-F05E-62E9F68FC30E}"/>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C6D441D-75E2-594B-ECB4-11A6E00B2A28}"/>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9A084F4-4935-C9E5-F0DE-C424C3FA96C1}"/>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07B39458-E517-1A7A-18DA-01D174834D2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064EAFA-104A-B49B-8F53-7C5C8956AD5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36B6F5A4-4607-DBC4-62B2-433CE5327CC9}"/>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0BF3867B-5DB2-668A-CA61-F71014EB536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5107D43-E165-388F-31D5-DB6B0B16BAF1}"/>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016C603-0F65-6057-486B-14E2C3F5669D}"/>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F9302781-D20D-1B5C-92CB-CBCFA0BA17A2}"/>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3. Enter the Quantity required">
            <a:extLst>
              <a:ext uri="{FF2B5EF4-FFF2-40B4-BE49-F238E27FC236}">
                <a16:creationId xmlns:a16="http://schemas.microsoft.com/office/drawing/2014/main" id="{66376327-B8F9-69DD-67DE-2C7D0EA4CECE}"/>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S3. Enter the Quantity required - At SE Electrical Distribution</a:t>
            </a:r>
          </a:p>
        </p:txBody>
      </p:sp>
      <p:pic>
        <p:nvPicPr>
          <p:cNvPr id="2" name="Picture 1">
            <a:extLst>
              <a:ext uri="{FF2B5EF4-FFF2-40B4-BE49-F238E27FC236}">
                <a16:creationId xmlns:a16="http://schemas.microsoft.com/office/drawing/2014/main" id="{B94BA303-D35E-BEE1-2766-3BBC41185D9D}"/>
              </a:ext>
            </a:extLst>
          </p:cNvPr>
          <p:cNvPicPr>
            <a:picLocks noChangeAspect="1"/>
          </p:cNvPicPr>
          <p:nvPr/>
        </p:nvPicPr>
        <p:blipFill>
          <a:blip r:embed="rId3"/>
          <a:stretch>
            <a:fillRect/>
          </a:stretch>
        </p:blipFill>
        <p:spPr>
          <a:xfrm>
            <a:off x="4290060" y="5187316"/>
            <a:ext cx="1816972" cy="1370039"/>
          </a:xfrm>
          <a:prstGeom prst="rect">
            <a:avLst/>
          </a:prstGeom>
        </p:spPr>
      </p:pic>
    </p:spTree>
    <p:extLst>
      <p:ext uri="{BB962C8B-B14F-4D97-AF65-F5344CB8AC3E}">
        <p14:creationId xmlns:p14="http://schemas.microsoft.com/office/powerpoint/2010/main" val="3125288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27772-42DF-88D3-B511-3F6211A2E5DF}"/>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70BDE96-65CE-988B-EFBD-8889DF53DD2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7C9AC61-6BA9-B79C-2065-3704F5933EA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33591C9-85C8-C6E4-043E-1CD5742731D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84C917E4-3F14-8307-FDD1-C3E7A5CD7968}"/>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8E7F4F9-17AE-6788-9C54-B3A302D581D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8755268-19C4-46EB-6610-71756D4FC668}"/>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BEDAE29-03A0-A1B5-DCD3-E9220AF06F12}"/>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A5880A8-7D80-9A98-D8CF-B00D9099D23B}"/>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25415084-0B28-92FC-CE98-E37C9E0C50E8}"/>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8F64684-A4D9-4B71-ED3E-F703D3AE2FCF}"/>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3489178-3375-48F3-4D01-C6D44E8622F2}"/>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34BA29D-5C40-E06F-487B-44A830459DCE}"/>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0B208DE-77EB-DE6E-00B1-D1B843DF6AF4}"/>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5366CE5-6280-6F0B-901F-4E44045D00D5}"/>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D3F054A-E587-C11A-055E-C391FA76F9AB}"/>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96385F3B-795E-3880-ECAF-7E13D272DEB4}"/>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78DB3B6-44A3-F13E-DE6D-E981A5F15F03}"/>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B7AAAD8-7D79-55EF-2256-5A7E5B607A86}"/>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3254377-BEF2-FEF0-5786-92654CD4445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8E12169-BB32-E2A3-32D8-B6223CB40D6E}"/>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B18DAEE4-3747-8327-064D-CB9E48F66627}"/>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BE7C24A4-1AA9-1558-0CFA-D4D2C6CECA4D}"/>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15A69F34-A7F9-2AD6-86CB-3EDAB56AC4BF}"/>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0786A62-6429-7A62-9748-64CCA6EEAAF6}"/>
              </a:ext>
            </a:extLst>
          </p:cNvPr>
          <p:cNvSpPr/>
          <p:nvPr/>
        </p:nvSpPr>
        <p:spPr>
          <a:xfrm>
            <a:off x="7493109" y="856869"/>
            <a:ext cx="1406195"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17612CF-0AE8-7A89-5B57-552C4AA37ACF}"/>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2F75CD7-19E6-3613-D6F0-FE188940B065}"/>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FBD7E72A-4E87-3FCA-10CC-E4DAB5A250DD}"/>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1299C90-BF4F-A9EC-EEA3-9B5609BD0021}"/>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F8352B5-6A00-8AE3-5377-F3A20D0411A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78D11C1C-9173-99B4-9436-A9A199E42E9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1856FAB4-14B6-C17A-349E-D880FE0FA086}"/>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90DCFFF0-A542-75F6-8327-9D538BE262F2}"/>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B7367D5F-F7AB-0526-69AD-36B87A38D73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0B57189-C7DE-2F6E-12AD-AB954932D70A}"/>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81C7996-BDE4-6E4A-5A00-BDA3E6C4A6C9}"/>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12EE365-3FC1-ADB2-BAA2-F7649A7354DA}"/>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3F32779-5CC7-A215-B06C-0719D0488788}"/>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03D5E2C-D464-A5D0-16F8-097F7B904A4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9FB70D8-309F-10D5-FEBD-5E1511F3FE81}"/>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20D9C0A-0C52-F68F-7E5A-1780976E5BC0}"/>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E570762-1F5E-9301-EB12-9D39E5B734A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AA8AB0C-15BF-D292-E34E-CE6EF6FE77CB}"/>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DBFE6DC-03AE-D719-2A9F-259925C098D7}"/>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E6E40F4-816A-8FAF-D47E-034CE81D0F84}"/>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86D8B4F1-D7D4-7911-6A3F-6399C58E3E7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6F8B2CD-3040-414A-DDAF-E3B5F37A2D4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8CE18F5-D615-55FF-3F7F-6F5942704EF2}"/>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43581AB-78F1-12B9-3BF5-90553B6D7244}"/>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5BA2A20-15BA-95D0-A787-25FFD7E8A18B}"/>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2D08781-5BF1-EB83-CEF4-AF9FC56DBAB7}"/>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5581DB6-897A-3797-5497-56AEECF0312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59A27E3-A28A-6F39-F587-075E3B01AC6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6267AA1-9B00-7769-BB43-0EF38BA0137D}"/>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93D0115C-6D85-4126-CA2A-17A38BA7928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FE3B79F-5D7F-B81A-752A-49BB924B0C43}"/>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7FF9E0D1-363C-FC46-4473-6D9522700389}"/>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E3F9F62-5E13-0B23-6F5E-C8138A255CD6}"/>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7A8A08EC-EE22-B597-5D55-73FF23CCB48B}"/>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0ECCC05-9404-85EE-B1F1-04315FF77CC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9A16ADF-0A34-9CE5-7BAA-3BE8FFBF78D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6FCF915B-BEC6-6713-83ED-F3E0611AD165}"/>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23A6EF2-8DDE-6CA1-D76B-0A38C211699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01D7758-CFB7-7E1B-DA78-5B8C48380710}"/>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39D32B2-C1F0-0C73-AEFD-BFB0F6D114A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D66B8A4-5FA1-E414-6216-68769704C573}"/>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00DF423-BA2F-D747-4C24-59BA6700D7CB}"/>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410821C-3317-F77F-976B-7A90C593C452}"/>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0FD1C97-BA50-C034-644E-9FC4651E3C6A}"/>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D13AADE3-C7FF-2398-96D6-A9B547D557B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327DC0F4-13DC-8E9E-7142-58B17B22568F}"/>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762A5BF-FB6F-82B5-EC40-4342C1DC5349}"/>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96365D3-5F6E-F660-172C-EAD063AC4E8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B8C31A48-2352-D596-817A-88B9A99E6116}"/>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1B5B906-63BA-785F-C9F1-A4FBB9CDBBF3}"/>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9FC9F76-69DC-0EAB-4076-E00B63ECE8A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363C37CB-0742-B3FE-0929-F2F67C4A364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8CA7619-626D-22F6-0447-2505F64A56B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E55CF6C-5A42-B2F0-BA94-173754E32FCB}"/>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17E0EBD-1771-6613-E221-2EECB9559AFF}"/>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40AB1C7F-BA5D-9C77-4C60-5C888038017C}"/>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44DD06E-084F-34B0-5A30-ADB5A21CE045}"/>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7F50225-8C1C-6A41-971F-ECA1B458583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C83AD67-309D-3B27-BD55-6BEDDB94F3A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B8DB463-7D66-67A3-6DFC-F8E457980351}"/>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D56842A-DD71-CFD6-D599-2807BFD8EA9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62637359-90DF-E1FB-2896-4B49268D55B2}"/>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F8B2FE2-8F79-9861-CE9C-9AAEFFAA542B}"/>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5B81D45-9539-123B-C2BE-A54FBC91BFD8}"/>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8D0ACF3D-6179-1BD5-9693-5CDBD0E39F5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DC7057F-D59F-6F24-BFF2-B036295A79E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491EF14-05AA-B00B-C791-D39DDDC0D1D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EB1CA13-4E76-1F30-B973-BAFA80B979E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560FB8A-5BFA-0DA5-0433-F195CE3AED9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0685C82-F4D2-9527-F885-2C8D8BD9524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47A5C47-8B0F-0C20-B801-F5C0FBF9AA6F}"/>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6CFC540-BB24-9BCD-8C5D-87929D022D10}"/>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5C72093B-3AF9-DDF0-2297-9380F5AA521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AEE0027-343B-6FF2-C918-BD3194D4C97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4EE4A23-45BD-F3C5-ABB8-598F8C3E5E62}"/>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9698DA7-A589-5C96-4939-30B305197EBC}"/>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D8A5992-16DD-5A50-C4EC-241BCC13315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35A82EFF-CBF4-F332-C3D1-16234E23F07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CDF34C7-E3D2-715C-7578-779D47BB5E55}"/>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7B046DD-FD5A-014A-FB10-E7EED557BE0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7A5C2BE-029C-BB9D-9BBC-56B1CD7B547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61BB218-26AB-28A2-F9D9-00BF5A1B9B9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886F248-7EFA-1A0A-8A9B-2CCA8F7867F9}"/>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91E1D96-115F-1C14-5A42-2A9D3DD73FD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1D99BDD-CF2B-656C-DA3F-790EC5543A05}"/>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FC9897A-1B6C-EC88-5810-62FB255E73B6}"/>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C18D9ED-C76C-9140-ABCE-22E88ECB64E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37B5A0D-2220-4932-6051-9AAE6845B88B}"/>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88D66A19-FACE-85C0-D3AB-00E6B345D99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4FEE2B1-5B61-7A76-5839-A46B25380032}"/>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D9C6351-F4DF-9F12-37E0-1B746A8464B0}"/>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2F7400A-580E-A8FB-B0C8-8A93B4F5EC65}"/>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3ACA2B2-DD67-1FE7-3A9F-76FF2F50E8DE}"/>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B9398334-0CAA-91D2-1798-0A7ED2C07F52}"/>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ADB2DDB0-4E9F-8833-B139-B1AC4B9C997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4. Add additional product to Sales order">
            <a:extLst>
              <a:ext uri="{FF2B5EF4-FFF2-40B4-BE49-F238E27FC236}">
                <a16:creationId xmlns:a16="http://schemas.microsoft.com/office/drawing/2014/main" id="{E76D3631-B96A-9728-A8C2-221C994D271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S4. Add additional product to Sales order - At SE Electrical Distribution</a:t>
            </a:r>
          </a:p>
        </p:txBody>
      </p:sp>
    </p:spTree>
    <p:extLst>
      <p:ext uri="{BB962C8B-B14F-4D97-AF65-F5344CB8AC3E}">
        <p14:creationId xmlns:p14="http://schemas.microsoft.com/office/powerpoint/2010/main" val="2190010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5179A-637C-C9D3-D218-8E22EFE88D6C}"/>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4C4D0D3-5466-DABA-F549-F35BEE0A9323}"/>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E66469CE-523A-E722-7FA4-9262D1785683}"/>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5A9EFD3-A8B9-459C-A15A-8BD50E6CE1A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B41CC4B-6E7B-AAB6-918D-929859FB578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BE2384E-EE3D-D8B4-A25B-F0A52A4D8AD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84BD167-097D-C706-A0BD-AD2A175DA46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5302B23C-9193-28A0-2748-DAC0AA652B7F}"/>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8FEAD38-4161-4F8D-CAF5-FABCE8D1FCE4}"/>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513AD2B-F1FB-4A7A-7EC9-DA59ADA8EB3B}"/>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1B73DF5-30FD-DEB5-D241-A2D896DDE066}"/>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B4EDB9F-172A-F608-80EF-F7570F0A776D}"/>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8E162B0-0E8F-9906-5F23-CEFF5FBD82A6}"/>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198855EF-27B4-75E1-3099-1CFCF9B4A9B6}"/>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708C02B-70DE-5310-83EB-1BE9ABE4AF7E}"/>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C3878B3-ACC1-3904-8383-EED4D21A18D7}"/>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8A01302-A668-7CE1-C3C9-BC9F0DF62A75}"/>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C7ED473-F3C6-2302-3893-65307E8E2F5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C6FCBEB-59F5-F005-1C83-AA5E3449A407}"/>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2CD20A0-C4BA-20C1-6184-E6C4ADCBA782}"/>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BBC519E5-5075-974F-2CA2-597849910A6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E9562CD5-EBA9-2D3A-6050-288F339DBC0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FD27956-3219-B165-89D6-9E6834725466}"/>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671938D-9640-1734-792D-F20AB964824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256DAAF-46A7-203E-3C2C-FAFBDFD4E62A}"/>
              </a:ext>
            </a:extLst>
          </p:cNvPr>
          <p:cNvSpPr/>
          <p:nvPr/>
        </p:nvSpPr>
        <p:spPr>
          <a:xfrm>
            <a:off x="1562436" y="2151472"/>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3B0CEA1-D2A4-0D50-BC76-9BC159E9622E}"/>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23C0B50-4689-2BD8-A7F4-E5BCF4D262C3}"/>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FE28AE9-4DC9-233B-34DE-E6442D5316C1}"/>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04E6CD9-C5EA-0FA0-E117-F97AFC7CE3B0}"/>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01FA96E4-CCFD-645D-DEAF-75C73636F23B}"/>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EE7E5E46-C250-C92A-A94F-54C0F70C66A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EF13CB98-58EB-51EC-2921-465E068369FD}"/>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927CCD7-2411-3C89-79BD-EF0CBF1B0E2D}"/>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1D042B7-A3F3-5100-B3DA-16DCDD284AF5}"/>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B9742C-DA9F-8ABC-D00D-6A36FADEE9B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616FBD1-D56D-F3C4-163C-D5DC6416F03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9D3DFFD-2243-04D2-5A2E-7412C24E0B7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A2E74CA-6BC4-1FAF-F9D0-51AC89BD91DB}"/>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DC31DB1-DB2D-E4B5-CEF5-D77B8CE210B0}"/>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D7076A3-6F0B-A9EB-BE37-9BFD40C94DEC}"/>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F67C592-6E64-3F13-C91A-B2B42D48A5B0}"/>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616F27DE-1A21-EE62-26EA-C4B88C5EB4C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655BE02-F7AC-7F87-C340-0BC8B8612B1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44048A0-CD7F-7399-77A4-640A921F7299}"/>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A2717A8-CD4C-EE1D-4B55-D7E3CD4E1E0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9B7113B-0657-4A12-3CAC-687BFE363CE9}"/>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FD837CB0-C618-1C6C-62CF-372BFF665512}"/>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1506835-6C8E-958E-A335-0C4941740416}"/>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434B056-C6F1-C38E-AF6C-A71450DC6242}"/>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FDC0BF1-E8FF-BD03-68F5-463FDB8F0346}"/>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3CCC104-56F6-99AC-4108-BA8ECFA2BEE7}"/>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7CAB511-8449-9D48-0A49-74DAC6B96869}"/>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24C5699-A04F-0613-C510-E307A52F35F4}"/>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7C15B1F-E3E6-6619-54FA-28C89F15366E}"/>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A86D474-9501-8988-46A4-E02149B48403}"/>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1D5B7F60-6E1D-15D0-0FF1-A56DF53A2EF5}"/>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63FFA4F-BB9E-BE12-28F3-05E3DE7E294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F71DF858-080F-2DD8-065F-1BE8BE1AA949}"/>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19C7A165-5481-4A95-10D1-E4EA6DE1719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7491813-B16E-0B78-0BCB-11472F3984FD}"/>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0F02FF3-C8B7-7290-F1DD-7C8C9B26FA41}"/>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60A7AC1C-EC81-6782-8588-3CE48EBE9678}"/>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F6071B3D-8669-2FD8-5419-E8CD9C998579}"/>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7E6142A-4C81-EB91-A0BD-6C7E74AAFA47}"/>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4D9C40D-DE50-F695-73FD-CF99715248C1}"/>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494E2E9-F47F-EA11-DC6F-7431197AD91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5E42AC87-4824-3FB1-2B70-AE02AE4E642E}"/>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1E39180-726B-7342-51B2-C674203C6851}"/>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DC51520-52BC-6416-6C9E-68F0847AFB01}"/>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A45A5E1-5A34-1D07-6EDB-BB0064A759BE}"/>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D758761D-C8AC-EF7E-0DF3-28F0AC0F0B6B}"/>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25CE3204-AE62-52F1-CC6F-702E483EF18A}"/>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E50029B-150E-0E83-7E99-BAB5BBFAAB1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C36B8DB-A538-8383-6EC0-3675E81CE37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0854808-B05B-CEFE-54DB-C4E39E233EB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B96A894-3B12-14A9-5490-8C1FB4AF3EE1}"/>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6C974804-6319-DE12-C5E2-32B54CF32B07}"/>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5D9C4654-741E-C3CA-51F7-30CA01CD31B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013723C-AFE8-DB7D-157C-2E4ED144DB26}"/>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C631494-CEA7-1F32-A53F-7DDEBE93E99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70472C34-50DC-5DF5-49E5-365019002CE5}"/>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B6E985D-F7B7-630A-8868-27AB456C2512}"/>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3E86A64-4FC1-BF7A-8C72-F39591686691}"/>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F8F0472C-0623-02E3-37DB-4E1C49586F26}"/>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CCA21AA-8350-1809-8448-44D93F806B09}"/>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4FE995F7-D4A5-E43D-6E3F-9688E49121A9}"/>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1AADF3F4-3816-E6A8-AE9E-18F64578A52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19741B7-045B-36EC-8F7F-8D3E496128D1}"/>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9DA7E74-EE82-08EF-9543-E572EA84455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309AABB-6EEA-3D4A-1873-946F5F24BEC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F72F75C-9C08-8952-A068-1DEB319A5B17}"/>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16BBEBC1-A696-8BA1-27D6-A0DF6168E9F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5A3D291-E5CE-AC26-EBBB-F25A85354371}"/>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8B88639-FD1D-2922-9ABF-9E25197E342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B645603-01DA-704D-6692-FD0B85349D3C}"/>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7D157AA-6F37-B03F-685F-0F168926BBCE}"/>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9F503632-07BF-5D8C-EEA1-F57A22294A79}"/>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2C70607-1BCE-2C82-5D39-C9533745860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EDC3278-6264-072C-E580-41399BC83D67}"/>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E631504-56FE-E171-485C-E1E74C756717}"/>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1212F31-D80B-3EA9-7C95-AC4F54ACDE52}"/>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926D5274-A787-6D09-81C8-694B70500BCE}"/>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8926A1D-761E-E3DC-C055-8746EA818560}"/>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3E59B6F-FCB9-8062-1C90-CC81DDF1C981}"/>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8D92E1F-2157-934D-2EEA-A43A5E564753}"/>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B3D366A-DF7C-331F-1288-C493CF5AB503}"/>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F1EB2062-ACCF-0C52-F3B3-3DF21441154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55D017F-E43C-297E-6515-8EE097AD2267}"/>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3D2D349-24DE-429F-E16C-A87601BA761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3BF6883-808B-DEE1-D04B-6EF96D336683}"/>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C879E38-2453-3B9F-7DC3-8E4B84CACA1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E2DB56B-228B-E1BC-49FB-46C85D271C30}"/>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285B26D-D2C8-7523-5170-795F6BC450CC}"/>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6F354C2-3100-BE26-4A97-A2222AF7F962}"/>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7B7F9B16-EED6-22F8-2798-9D66A3E5F3A3}"/>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CB6569B5-F3BE-C611-61DA-9F9F6EFD8BA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D4E51905-AB2F-DA58-DC4E-83C122265D2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61B26CB-8C15-9CB1-D345-FB0EF0334B9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F28F7C6-07E3-3BB5-471E-CE5EA624DEA6}"/>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34142E0-DDE5-6E7D-029D-D75FE4C61D1D}"/>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2. A decision on  whether the user want to enter lines  using “Shopping List” entry">
            <a:extLst>
              <a:ext uri="{FF2B5EF4-FFF2-40B4-BE49-F238E27FC236}">
                <a16:creationId xmlns:a16="http://schemas.microsoft.com/office/drawing/2014/main" id="{5555F32E-E367-3063-FCBE-5BC3D31D38AF}"/>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D2. A decision on  whether the user want to enter lines  using “Shopping List” entry - At SE Electrical Distribution</a:t>
            </a:r>
          </a:p>
        </p:txBody>
      </p:sp>
    </p:spTree>
    <p:extLst>
      <p:ext uri="{BB962C8B-B14F-4D97-AF65-F5344CB8AC3E}">
        <p14:creationId xmlns:p14="http://schemas.microsoft.com/office/powerpoint/2010/main" val="2294574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8A1A5-2B81-73A4-CCB2-131701CB6EB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BDE03CE-7D4D-7C85-6538-D8D782CBE98F}"/>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08C2C1F-A79D-DDB2-02DD-71FC9C2CAE3F}"/>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1EAACB8-4118-37A1-85B2-739B1714FE78}"/>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96AF6967-7AD1-8B5E-13DA-E6D0EC2D103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5387BE-EFC2-82B7-4FEF-3A9C4188C19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AC730DD2-5D73-A8C8-90BE-7974FC322C3D}"/>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607EFE7-0C48-C911-0CAF-306F23666E9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505BCD9-A9BB-7AFC-9305-3A14E0A63A1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EA3C10C-C20B-539B-403E-6D1DD25790D1}"/>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ECD8F9E-2BCE-14C8-1F70-69995C8B4E41}"/>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2C74F3F-3045-4CCB-B1F2-509C61C763A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EDAEAB7-BD44-1491-AB81-F72B9DB7804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7173326-A9E3-C302-C17C-799F9AF66B2C}"/>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B1857AF5-A7CD-4158-0E75-8C0355F5FF18}"/>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61DA17F-DFA5-E4A1-D29D-9824647E209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0C2E0F54-0394-000B-5B48-367600A54AE2}"/>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D3F12AA9-3D80-5B33-99AE-70584B9E9F7D}"/>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6AC1BD2-409F-BAA3-D8D8-BAF1CEB5F87A}"/>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4FEAED-82E2-09B0-9AC9-A07C36B25A7B}"/>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AAB7340-68D7-F2EA-26E1-C3766A78BDD8}"/>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71F559AA-E5CC-3B6B-5E0B-79536D26177E}"/>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ED5736A-DD33-92C4-9FFC-96AC7DA455C7}"/>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E98E459-5A12-C29C-F6F1-07F49D627902}"/>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DB1FBE5-E13E-3922-2A4B-EFCF3FB6AE44}"/>
              </a:ext>
            </a:extLst>
          </p:cNvPr>
          <p:cNvSpPr/>
          <p:nvPr/>
        </p:nvSpPr>
        <p:spPr>
          <a:xfrm>
            <a:off x="2257848" y="1842614"/>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D1CDC663-2423-33E3-FB3B-A511F0671C9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51C4E102-FAE0-78A6-5CE1-A864ABC3C2C7}"/>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ED94FE0-AFC0-D70E-BD43-DA4BF36A2A88}"/>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C5137FA-8923-6C8D-6E82-681623CAA63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E7520FB4-2604-B351-6956-136E8511DCC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E0FD153-7244-82AF-4ABB-F7B316EC36A0}"/>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CF28E7E-A3DE-D12D-C0C3-5546022956B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FDEE18F-BD7A-98A0-6D70-F0CE80BC3DCC}"/>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5014769-18B2-13AB-9AC4-C01AC0A7CB3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FDEB032-6B8E-CFAC-EA00-66C42D72831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91C1BBE-98A6-C1F7-B90D-E5F551FD817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0020C8B-6EC5-F265-ACDF-C3B5C367F02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811CC06-2FAC-E3EB-3827-D1DDAAE86FD4}"/>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56E8CE1-998B-4265-58CF-CA47C0D4DC92}"/>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18D3B00-AB13-B0AD-C92B-E7D01599A969}"/>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ED85289-408E-5B0D-DCD5-63E7E115CE47}"/>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38FE48F-DF8C-86AC-7470-B8A2338318F5}"/>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D35F9BB-4E97-7263-2C02-3C18FA2CDDE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A2FA412-5871-5C33-D9F9-E8FEEE09DBFF}"/>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63B448C-305B-0671-6AAF-CB3CE8773DAA}"/>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96A07229-860E-A4BB-763A-1303D1B72B97}"/>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330283E-193F-100A-8C40-6EA092E97C35}"/>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B56836B-9FBE-841F-2D3B-48CBEF46CA8A}"/>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0FF0335-8E23-3D0B-8CE3-55F98FF72D30}"/>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4FDE254A-FC76-3E34-C353-4E89D734EFE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0D449CB-608A-110D-0F9E-4DE7FBE9007B}"/>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85A3A4D-56CA-C062-91F3-BC098792172A}"/>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605BCED-7F1E-099C-F989-B9071FACE061}"/>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84B6DC8-C55F-2B13-0FE2-A9CF1DD2215F}"/>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9E75F73-E1F7-DE42-4AB5-FDD16CA77086}"/>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B8174522-1450-9C3C-F40D-84F469C929EA}"/>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4F111F4-4300-413D-5FD3-1055830830F0}"/>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7712423B-3A93-0FDF-A5E7-63DADE47B0C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3474E6E-D320-A40A-B5C0-5EB11DF96BB7}"/>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B160EB7-B29D-8903-DE45-D0111773AF07}"/>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02352C4-E7F2-BFD6-1DDB-B99FBFDFB67C}"/>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C1E165-0D53-49F3-F0CF-11A69ABFF88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FC5A048-EF3A-DA4E-8945-8E2AD5AFB2D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94F3C2E-C9B7-746F-8C2B-EF68F27F659A}"/>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96382662-210E-E0CD-E949-CC5B8CC5AD2F}"/>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53A5F7C-0DE6-D1BE-E97D-53AB0F74F45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4172D97-A9E6-8876-0043-38EB5632F68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D1ADDF32-5540-C5E8-5E4C-E20239E7A40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0B581F7-B839-4284-B653-C1ACB45AF40A}"/>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F9CF4F0-FFD5-DD1F-A565-320CB62EC556}"/>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CE7E8A1-6A87-92A4-63ED-53419EAA1851}"/>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EBE7BBF-78EB-18A9-E05F-EA230CBC8D2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B02F04D-D09C-1F63-BAF6-533FF636E303}"/>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AC36708-5878-B04C-8899-9CD9CA27D38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C214C179-895A-AE11-9346-AF453B21B7EF}"/>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0A07CAB-1764-585C-9DD1-7946A46DFE21}"/>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8FB02056-62E2-DB9A-1A88-D596A0CA9A6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F84E437-2D15-8928-5C08-B98870113364}"/>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C849AD17-3CC9-4D79-CC56-0E6047F1A71F}"/>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7889DF7D-CA42-FB24-BEF9-92B7C40AC15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5CEDAA5-EC9E-ECC6-EF8E-CA9933BC36AC}"/>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C41864D-5272-444C-C762-F04590EA329F}"/>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AB07FE37-5AF3-E917-4E5B-4B12EB5B209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EACF8A8-C83A-91E0-283C-3A3E0ECED3D6}"/>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9219A7A-EBD1-612A-3720-8EED390FD9F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2DD8247-56BC-0B88-8481-80E1D952E1CB}"/>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0B1286C0-099F-D362-F6F7-29D3343ED715}"/>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6414C89-AC21-B624-222D-760F5114AC03}"/>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83909C9-79F9-2C24-C30B-ED88B627E4D5}"/>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A6FF1C50-9470-BFD7-2B30-4D2966A7BC0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59F3E2F-4034-57DB-667D-709D64F4540A}"/>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D347DC1-BBD6-A315-6921-B4A3D28E44C3}"/>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8D194C0-923F-EDD3-3A72-B44DD7269BBD}"/>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7392F49-CD07-2E16-82AB-67E584FFD0F7}"/>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8502510-C5BF-A777-4772-DD859121BA07}"/>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D527A500-B3BA-4545-0F3B-DFACB1FC2D92}"/>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C3780AB-B23A-9183-8CF1-E506CD657616}"/>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FDD20B1D-C4E4-D1C4-DDAE-C37196B5AC5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1818A517-93C7-923B-B7C0-9EE465C8A2B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30D46F0C-7F49-5094-9F8A-39D5DF7031EC}"/>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4A622AF-05D3-F146-DD48-595395F64F3E}"/>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378864C3-16B0-B79E-3AF5-B68C2BE4E84B}"/>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F645AF8-B80D-94AD-6003-7466DB3E27D3}"/>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2AA3A4F-AFB3-AD9B-F6B4-B721F30F686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56283BD-8DD4-0C20-EE3F-DBCB15F298E6}"/>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B2424B50-BDF2-B750-A7DF-9C748E98F8EE}"/>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1FFE725-A007-8FCC-ECE9-B1E5CBFA28B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11B3B72-05E4-727F-A79F-F52B84618C55}"/>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4210839-98CE-4A09-08F8-033E4370E049}"/>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BAD8193-BBCB-9DB2-A034-95E5F42454A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DFCC449-D8AD-269F-C538-087DB94D48D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FE553F5-9405-1AC0-8CAA-AABE145E3076}"/>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DAF1032-E79D-6FFE-6FDB-EBF5B3BDB520}"/>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F7D0E5F9-39FA-FB37-2EA2-93CD114C404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E8C68AEB-CA30-CD4A-9BF7-12FB9BB581A8}"/>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533BA852-124F-2243-4854-7C4673E37D9E}"/>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DA367171-0ED4-37DA-B1CE-D55D45F551D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AD46C9A5-F212-4534-151C-760BCBD36BE5}"/>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7BAF647-B7C8-3F35-66EF-CEFC0AD79907}"/>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C429CCB-DB48-2A67-7EC0-4566D4F65A5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2. Yes Line entry using shopping list is being used">
            <a:extLst>
              <a:ext uri="{FF2B5EF4-FFF2-40B4-BE49-F238E27FC236}">
                <a16:creationId xmlns:a16="http://schemas.microsoft.com/office/drawing/2014/main" id="{0D619A01-55DE-E209-2188-9B12109B1700}"/>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Y2. Yes, Line entry using shopping list is being used - At SE Electrical Distribution</a:t>
            </a:r>
          </a:p>
        </p:txBody>
      </p:sp>
    </p:spTree>
    <p:extLst>
      <p:ext uri="{BB962C8B-B14F-4D97-AF65-F5344CB8AC3E}">
        <p14:creationId xmlns:p14="http://schemas.microsoft.com/office/powerpoint/2010/main" val="31960918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9725-65A9-F01A-A239-89156644EB7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EFAC300-C30E-447B-F56A-AC4250B802B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76E761F-8D2C-BEFD-25E5-E66F36A306E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038835E-613D-DDFA-EA7D-444BAE4E9A7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2799482-5A37-5E33-8F9D-D4AF2D83AD1C}"/>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FB7466A2-2C0E-F81F-F163-7D66018F7069}"/>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82579B91-BC52-636D-4F8C-61A80FF4F86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64FA53A-27E9-86A6-B8A9-5F741707ED90}"/>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78AF469-5813-9A72-4D5B-5485D6A6DF5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536D27F-A782-674B-4F5C-03CAAB05AC73}"/>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70738E4-9771-913A-E4D8-E22680C2B689}"/>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D6B648-7AD7-89E2-F7C0-03110B3A370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72B9762-1045-813E-F149-E77B7B7871CF}"/>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F090B34-6D68-2DDE-EC97-13938A35AD93}"/>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0A7286D-E5ED-B8AB-434F-0881385105C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4998706-DC1F-117E-3BAC-948E88CFB2AC}"/>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3474B8A7-DA61-705D-E7B9-048CDBB4EFC8}"/>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5F4F3B5-C3E8-473E-7E05-36617F8F923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AF37118-D37B-1585-718D-EC257675C8F0}"/>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5F437FF-8EA0-BE8A-C589-7BC4D838327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9929B7E-0317-739B-CF9D-44D3B4F5EEF2}"/>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64FE9DCB-6B19-7536-8B1A-8BC0A18EB2A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DCBB16A-E35F-FF03-3052-B53935EA4E03}"/>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20E33B2C-93E4-A4B6-259A-4F8E3141C1A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8D88B27E-1C3F-A28C-2242-5B46B5CE5343}"/>
              </a:ext>
            </a:extLst>
          </p:cNvPr>
          <p:cNvSpPr/>
          <p:nvPr/>
        </p:nvSpPr>
        <p:spPr>
          <a:xfrm>
            <a:off x="3312959" y="1746983"/>
            <a:ext cx="1040979"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E9B3B56-D8C9-26EA-F78C-2316DC3239D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46A836C-82C1-EB0C-81C0-173D140185A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B1A60EA-92E6-AC2D-AA91-03A5C8BC5FDC}"/>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6DA8BB52-70FE-541D-F335-B8D418BE69F6}"/>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B324C78-CEA9-BBF3-D347-BDFED7AEDD9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D49470FB-E15C-C82A-3818-62A1E4B783B4}"/>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3686029F-F75F-F399-32D2-1C7B37D9072A}"/>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D1DCCD6-6483-0163-306A-08DD46BBAE1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638F38A-DB44-F582-5AA4-3C90CA16CB0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C21E7B3-921E-A5B9-C551-B3DF617B503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57F75F42-DC0E-FD8E-ED43-8D123C057C4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FEEF07D-17BE-9A1C-7522-0546CB95EE0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0D691BF1-3E33-7B58-E6C0-76F16F946DF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433682A-3EE4-8677-DDEC-424BA15E2FE1}"/>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0948FEBE-0F5D-8A9C-2152-12A944C226BF}"/>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536CE18-6608-4B82-46E6-93398BEFCBC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EF2EE2A0-EA24-4BFC-7214-D988CA59ACD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5E0EA49-661D-5927-69C8-A38E7BAD512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EA83F6DB-8311-9B7A-2C91-C95CB864AEC4}"/>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14808ED-2DC5-C7A3-641F-17CE601424C0}"/>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23E6D7F-3683-AAD1-1605-7F7549433887}"/>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644E0A5-EAC4-9EB4-95FB-9240FA87CFE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0AAD3D9-FEB6-37E0-2EB8-523CF062C2D8}"/>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CC8295C-71DA-159B-A863-B0E0D521B85B}"/>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50DA37A-80E2-87FB-2253-CD919C445BD2}"/>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4A1F08-44A4-CFA9-EC30-5D82FFE1D485}"/>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FDE5DCF-0926-A75D-BD61-9D22FB9DC03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CF795D0D-9F29-13F2-2099-136664F0CF3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547BE485-5766-597E-F6D2-998A6B65D05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41ED18B-0107-83E5-D296-CDACCB9183A3}"/>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7DF9DD05-D0DB-87AE-DE7B-6C191123AA6D}"/>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AFC5E21-3C32-9830-8041-AD0AA98FE28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20E72B2D-6955-AA48-0E59-9BFBE1EFC77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DEC6FCE-F2F3-922D-00DE-95253324C310}"/>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9B12A43B-0AAD-D49E-8ED9-B7C6504EE4AA}"/>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9225F31-B47F-BD9D-FACC-FBF09273999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5172283-F21D-B5C8-A692-56C4058A089B}"/>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E65B7AB-634A-D09C-1977-839AE49E6C9B}"/>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01136E1-1ABA-E0DA-599B-A48B3AC94D9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24A488F-2560-CAC2-CE5F-C8AD05B46B5A}"/>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E12DBB11-3559-16E2-B88E-22A1DDCB5EC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0EED01A-A7C0-77A5-3430-015F56BCB1E2}"/>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341A8BCE-50F9-2229-8519-A9E9F593F91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93F5CCC-E479-DBD3-7047-0F3E332B1B58}"/>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096F10F-25BD-F57C-FE8F-A6254A69D037}"/>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894CCC65-5D29-D7BA-A27D-816AA8804148}"/>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DC38DA7-2154-1C6C-2740-71A9C7EA280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C546C61-E773-D354-BEC4-A12FE01A7D0E}"/>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48E785C-10AA-BF1A-8851-E74205FE355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2F06FF47-055F-1CFF-128F-93C0784DE13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0FB91BE2-149E-04DB-E2AC-D7ADCDD04FEA}"/>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CAE09D98-5595-B5D0-A472-71FB10C762D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93C1B181-8C29-EE33-DA07-AC974E7F5DF2}"/>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198C7FD6-B19A-DE45-6CF6-98E642C6EC9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5743118-6FD2-4D85-25C9-8239E91CE707}"/>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BD5DAF3-0A60-4D3F-F456-336548E9F323}"/>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8C4DC58-32C4-B97A-2A79-20F2CFA0D968}"/>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4ECF038-BEAB-A5BB-97B4-9360457145E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147ED8A9-B722-64F5-872C-287C80474C12}"/>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ECFD0E75-B5C4-F361-1040-50ABEB37B2B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6CEE246-FE8E-3321-209E-A0F19074EB1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05DE0E5-4555-9E7B-358E-53923B15741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D6A4ED7-9793-FF7B-D931-E489F5CF7C00}"/>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7739350-168A-C5A9-F264-8970AF7344C9}"/>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700B45C-C2A7-D621-B03B-EBDB309721DA}"/>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1313B0AB-814D-8F67-1700-5A007821D63E}"/>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6100C642-BAA9-60A2-FE24-EEE9F243BA5F}"/>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3B9FE9F-3F20-9F80-565E-2A29FD211D22}"/>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BE185DC1-0A7F-67EC-8E16-63994E53E95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F04D0842-D2D7-1FDD-0131-9A9E44493218}"/>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1603FE4-3BDC-D3B4-0375-5382C402A6EE}"/>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76893AA4-60AD-5175-7A05-C213C6BEC485}"/>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E6BEF19D-81CA-8A5F-35C9-B70A9260C8F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CDB2833-9D58-42E2-5C40-706287394C6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A0E2682-0BC2-B277-C5BC-A798495F8FE1}"/>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349859F2-8E2A-CE57-6EC0-2433C47EF234}"/>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1293A52-EE6F-EF3C-5D51-FF54C9D74F5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9615DD2-A6C3-CE9F-9CE7-34583FBE6B5C}"/>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17C6CEF-3B13-201D-F1E5-1D8144056BDA}"/>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EA2BE13-7C2C-D253-A130-3FDE2308EF5E}"/>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470486C-A5C2-90E8-F6BC-B9B577A5E3F5}"/>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F561B9DD-B3CA-7182-F79C-5ECE0ACBAD6F}"/>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C4C188FA-A4FC-B60D-392F-E8EB202415BD}"/>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73E8C27-B609-232D-0CEB-CBED4F4A434E}"/>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A2937AC-41C4-3770-2B5C-D5F2D86863A6}"/>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DDD953A-9DC4-8E4B-0320-7FBA323CD1FD}"/>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D2FC00-46EE-5061-BCD3-9479A6DE5B77}"/>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FD328BB-AA5D-EAE4-A64F-D4C085E629FA}"/>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5A15D98-FE55-165C-4E32-ED551EF76AF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76F9A8E5-6504-751B-EF31-0F35925F0FE0}"/>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A2A1EA5-F575-DC8D-6DBD-AA3ACCB008FF}"/>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CE8A9BF-5055-2C52-6755-B51A452840B1}"/>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5A689CC-EDFE-5CC8-CBE2-336974E8E0DD}"/>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8D217762-9AD5-32C0-A91C-69C59DA15965}"/>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09A1EF1B-35EB-3A7E-0DA4-C7D5FD6A1E1A}"/>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5. Shopping List Entry">
            <a:extLst>
              <a:ext uri="{FF2B5EF4-FFF2-40B4-BE49-F238E27FC236}">
                <a16:creationId xmlns:a16="http://schemas.microsoft.com/office/drawing/2014/main" id="{9699B9EC-0EFB-95D0-86E1-42A032FC7CC7}"/>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S5. Shopping List Entry  - At SE Electrical Distribution</a:t>
            </a:r>
          </a:p>
        </p:txBody>
      </p:sp>
    </p:spTree>
    <p:extLst>
      <p:ext uri="{BB962C8B-B14F-4D97-AF65-F5344CB8AC3E}">
        <p14:creationId xmlns:p14="http://schemas.microsoft.com/office/powerpoint/2010/main" val="1483330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0D9C-9F46-8C70-D199-8351F31FAED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A6D8E0B7-1A3C-3229-2A5F-2B9AAA79EEAE}"/>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F49CD36-DB77-51FA-B273-4D618A8CF31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FD6E97E-D8BD-542B-D11C-6BDBACF1225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5E9BD5D1-5DDF-608B-62C2-CAF8D2223B5F}"/>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C0352A3-1718-946B-A25D-6D0B2ECFE852}"/>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CF170FF3-26D7-A1D5-CD02-B2280529317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06770AC5-32B5-7284-51CC-2AB3917C812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4DC91D3-6720-ACD4-AFFC-4BA6F7F31BF6}"/>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C8F4CD2-F283-0C43-67DF-40FC8F05C1E1}"/>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2F0E970-F084-FBE5-A996-D0D9534FDD9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352365-BB50-C2BE-9C9E-8E5DF0A347D8}"/>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DFA6C6F-621A-A89C-520F-B8776220136F}"/>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DB2EB67-BAC1-BB7A-2F77-1417D846A552}"/>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DD704A65-CC7D-5211-92E8-5281CFC32D49}"/>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F6FDE248-9F08-CF45-4802-2C692B3D131C}"/>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7E8C4022-41AD-D8DA-B3C5-2D02C0188D9A}"/>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0AA2B0B-5114-4852-92BF-3FB8193FE018}"/>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57D631A-F28C-ED71-5FC5-EBEDCCAD5875}"/>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3B5FC7-79C5-3F2D-7EEA-92B1CCC4C615}"/>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4A2C52CF-5030-584E-533D-14670DD10568}"/>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A15F342-528F-6224-157B-E60BA73F866F}"/>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F5D19EF-51F1-E051-7B6F-313B0469E821}"/>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404CD239-DC08-3AF6-5A09-6C6A1F3D1369}"/>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3BABC390-370F-90C6-EA2B-E3D4A1A09342}"/>
              </a:ext>
            </a:extLst>
          </p:cNvPr>
          <p:cNvSpPr/>
          <p:nvPr/>
        </p:nvSpPr>
        <p:spPr>
          <a:xfrm>
            <a:off x="4682214" y="1751185"/>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826E883-5B9F-DAF4-72CE-B4D9852C36B9}"/>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DB00730-BC26-7D78-1F7E-D3866E86F73F}"/>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A45B55B-4500-C29E-CC97-0A7AE0F6EA1F}"/>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943D343-E22F-380B-4351-5F34ABE1AB78}"/>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0D957512-C80C-2E3D-79B6-2AEF479003DD}"/>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8B79E27-0C26-F649-7EFE-2496784E010A}"/>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58BFDD3C-5E31-A817-7290-87608B88A720}"/>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433D714-C5A7-341E-06F7-F92ECA7F10A7}"/>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3C0F3E0-BA0A-673A-EA80-34BF8CE15F27}"/>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CAA4C61-B898-6DBF-7150-613BC05E532D}"/>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A80E15D-445E-6DB3-DA52-9F9E9096417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14301F2-6E39-99FE-F5C6-F671B3E3AAD7}"/>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3728205-19C0-611B-F7EF-76BCEE1C5A6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0084AC77-0FA5-2387-4950-0FCED171EF9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9241522-984C-73D2-957A-8CFC883C7E9E}"/>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A4DBDE6-DD2E-839F-784C-E4DB3865F2B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8AC30F88-C64F-E801-F5FE-AE6FAE3A9D6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EF80DA8-61E0-5043-F033-C5C785B3C8C2}"/>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F06B0AE3-9D93-FFAA-6E50-7274CDB856F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C6D8889-3E8F-884B-1DF3-5A180910D957}"/>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7BB4E96-01A2-6161-13D2-A1810A17425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724B625-76B5-2F52-06CB-6660702B2AA7}"/>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51B67985-A580-FB9D-AC19-7EF5F7DA18E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685503D-14D2-7F8E-928B-BF2B7326B643}"/>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EBE5508D-7B5C-5377-BC66-7BFCB6DBDAE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638EB15-2F44-948C-28DC-D61B33A14524}"/>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346459D2-8ADF-9C71-E436-8D2052D9169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A50205F6-8DD5-CF46-2226-F5CD92E6D026}"/>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23F9234-3513-BAB1-968F-97933B77C464}"/>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CB9DB3F-0EEB-3E3C-511A-E89F7C99E2A8}"/>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96497CDA-D034-8990-4655-E4954DABCF86}"/>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24DEB14-70E5-1648-0925-8E7DA47AA116}"/>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C8E39F1-CC45-CC86-6E3C-1B90C2AB9660}"/>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B4F3ABC-A872-CDE3-B697-9D600851617C}"/>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8BD5C60-4FB9-6961-0393-B912D83EADE0}"/>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8DBB99DF-9406-5BCE-E0AA-A1BBD306D88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D9FCBF72-A242-B32E-AC8C-4B5AEB2C5B2B}"/>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3A0DC4D-7E5B-0B53-8448-24539DEF885E}"/>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67AF784-1D1B-02C3-5407-7152976F987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88B7BA1-05C9-5E08-C9BB-F2472108A1D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91363970-98D1-905F-96B3-1AFF51CE6E9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3C58B56-66F7-C1A1-8A21-06993A2C1485}"/>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D24CC78-11C7-35D4-859D-64489294D5A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CB9B036-102D-2A42-5275-6391B1AEEC32}"/>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2D5A07D-9ED5-958E-1E56-DC641549AF0A}"/>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78BADE3-3F0A-729F-AA50-AB54F0A3F7C9}"/>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21950856-9ADC-9E27-2958-8C62A6D6C232}"/>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24A6B6B5-7BE4-8AD4-5B94-A5A622A7FA9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FAAD3003-6EC3-53A1-7D90-63991D365294}"/>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A7BEAC6-7AD7-96AE-197C-875648321F18}"/>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5332F50-7E65-5D6A-E658-085A36220DAB}"/>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3F50024-D049-55E9-3BAF-E9A0A52456E4}"/>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E210752C-7BAC-100C-081F-247BAFA7F0A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D42F773-54E5-990B-E0B1-C03B5DD14FA6}"/>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C03DA0D-6820-16A0-3DA1-91C8DCC3FA60}"/>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6D11DF7-BA38-8E59-C841-4DA9FDF71DDD}"/>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B595D49-3FC2-5E42-3CBF-D16F41AD7654}"/>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40B54CF-F932-F0F5-6C72-15B57590BD0D}"/>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31A354-134F-8CE1-6C40-13002FF55A5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BD3FE98-8C54-F898-6143-6D87C124F2F5}"/>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0198D38D-A5A0-D402-42C9-67A3FD227912}"/>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7ABDF8BF-EA12-3B41-3632-EB5E1813F2F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9AF4E4B-DAAF-68C5-46B0-24D78F31EB3C}"/>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EEEF8C1A-1199-06B0-80D4-369A0590F8B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64D1732-101B-5BB5-7C3B-30973C3527D3}"/>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2792B34-7318-0BD2-D214-CE1E4DF5F3C8}"/>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64CC6C6-B9F9-75F4-CD7C-CA381CDCE86B}"/>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E2D08FA-5FA3-8150-F3AA-4201AD00010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443ACA60-FF61-E4EF-E11D-870E845453A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8251001-6FB2-5A37-0D1E-4DD66768E69E}"/>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DBDF781-BE4A-2DBC-A16B-E82EAFBF4763}"/>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FFF01D5-D755-7EF3-7215-DADB769571D5}"/>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D8FC89C-8B7B-E89B-2D1F-19A176518AC0}"/>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AD8767D0-0241-095B-67CE-4EB9E4792DFC}"/>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0A5A337C-0B7F-381F-590E-C5193F6D7F3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83528A5C-4805-3F67-0664-447EF4F7EF18}"/>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5298573-2AD9-8BAA-979D-684FE80EC5A7}"/>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E62D769-82AF-5E33-57F1-C5AB28E34F1D}"/>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CACFAF1-BC8D-C6EF-42AF-1931AA16A8B8}"/>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0CA4691-6442-636D-62AF-8F1A0E755D44}"/>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976E4E4-116B-E8CD-EF4B-253A7E807D70}"/>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15880D39-EFBF-1A83-1991-5EBED1FBBE44}"/>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9D396E5-1159-D6ED-EA0E-9482F703AE0B}"/>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7A281A5-72B8-945E-DF2E-F842CFA49EBD}"/>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6C71C36-9413-3769-B321-367C172EBBDC}"/>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D72B2C7-C9B8-30F7-9E99-94BAAD8C4C46}"/>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44C3368-1DC5-66A6-BB51-FB634D7E8CF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CB8A8D1-8BFC-8270-B416-E17F26D44CCA}"/>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8177752-8DF5-7B7F-DA69-4341C037AAD0}"/>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F92FFBB-731B-1161-D021-674878F9F6CC}"/>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08647DC-7A05-AFD8-FEE5-E77BFE9CD6A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6C916322-9352-1B5B-8735-88AB12179B2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D638ACF-ADA1-4336-ED67-B2B76F609A27}"/>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BA700826-3143-9FB9-3F6D-1244107F2991}"/>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0EAD5E6-7BA6-0494-FF08-61594DDC11B0}"/>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6. select shopping list type">
            <a:extLst>
              <a:ext uri="{FF2B5EF4-FFF2-40B4-BE49-F238E27FC236}">
                <a16:creationId xmlns:a16="http://schemas.microsoft.com/office/drawing/2014/main" id="{4F9095C5-6C5C-513E-04AB-06E998C9432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S6. select shopping list type  - At SE Electrical Distribution</a:t>
            </a:r>
          </a:p>
        </p:txBody>
      </p:sp>
    </p:spTree>
    <p:extLst>
      <p:ext uri="{BB962C8B-B14F-4D97-AF65-F5344CB8AC3E}">
        <p14:creationId xmlns:p14="http://schemas.microsoft.com/office/powerpoint/2010/main" val="2270551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39FD-F4B6-0D4B-A342-88D99CEA3100}"/>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7FA0A978-3872-93B9-15CB-B5BD9D319996}"/>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6A84EA39-C546-9861-AD42-C467EFD4203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628B109-A045-97C0-A10B-C4622DF65E0B}"/>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A499599-3654-4256-0F38-A5FB0B03F767}"/>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30EE8070-9220-657B-300D-1FAD9C36CB5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55E24DB-2C05-1AB7-C620-686E72A3D1A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613B263-CB08-3582-DEA3-70A7C2C83AE2}"/>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0B6BD30-194E-3F90-9047-B1D2C2399FAC}"/>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C562209-4E3A-AED4-6C19-8675569D0C10}"/>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F3E1521-8EA8-C015-BAF9-05F2BF3E722D}"/>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25B36AD-2AB6-29C3-3BB1-3488C9BBA700}"/>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55FAADE-225B-4799-8B92-BBAB843F9009}"/>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02D77C2-7407-74D7-299A-92E9B07A05E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C7BFA13-930D-F295-04A7-01BBE3B57D9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E632E53-0B87-518F-9260-AC4290AE005A}"/>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A937AF3D-D45D-9710-F7B5-556958593449}"/>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C85100F1-382D-525C-1163-A7F29693D0F8}"/>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B7C30FA-0DEE-D921-34F3-1B9CDECEB9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7EF677E-AA10-919F-C739-5FAD75D9EB6A}"/>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142951B-8130-9352-1F7D-B2742548CA0C}"/>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A10E00C7-8AEE-B910-83EE-5F1C913C643D}"/>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B51B155-E95B-ECD4-B19E-C08A60B3E8F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8AA23D8-412A-F02A-A5F7-C92A76ECDE99}"/>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C2E0FF5-4D5D-491F-4BE5-4100BEA196AD}"/>
              </a:ext>
            </a:extLst>
          </p:cNvPr>
          <p:cNvSpPr/>
          <p:nvPr/>
        </p:nvSpPr>
        <p:spPr>
          <a:xfrm>
            <a:off x="6157067" y="174577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FBDBAC1B-76CE-CF65-1CAC-8EA3289DCF1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16DE35F0-F6FD-8FDC-49BA-7C9A4D4CD824}"/>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D3960C5-F08C-7A01-2F5B-6723BEADCB22}"/>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2AD0E000-F920-38EA-0937-9F7A15D0F1D1}"/>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D9730050-295F-B899-CC1C-5D88C26BC9BE}"/>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7FA2886-F6F6-A568-4588-07BCE205F01A}"/>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7B7760FC-0115-0477-C1F2-3B0152F1E7F7}"/>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0B60E20-D7F7-0DF5-2E64-C85DBA4E410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01213D6-EE32-9570-C0A5-CFA55EB3467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87E4669-6352-60DB-7D26-F3A964AB7FEA}"/>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5A61ABF-48B6-2A73-97B4-B87ECAC92F7E}"/>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D7BE8F2-58D1-389B-37FD-7EC8BE1938AA}"/>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7213DD9-925F-E729-537A-9F62FCC181C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346B650-5D70-EBAF-D534-9C415B84770E}"/>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E61AB2A-1B29-7D1E-63B2-2501A642E9CC}"/>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94999BE-FFAC-3742-D916-CC7E4A34D78A}"/>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49F066D-C56B-3DA3-6807-2D4D1E2B3A0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CDCAF42-5DD0-393E-F033-020E1BD59D5E}"/>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0459556E-E0F2-E90F-6609-6A795CF6C19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0979215-E6EB-AE50-D595-174A94140B6F}"/>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D2E87E8-3067-46E2-0D9B-73AFAEECA03F}"/>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CA3970C-9EB9-018A-7F65-8529BD1264BD}"/>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C763D06B-8075-8431-E691-88FEA8BB5B6F}"/>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1710A7A-0A62-FA14-F914-FAA8F56A9E15}"/>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D2DB809D-8D8E-440F-A08F-F6744199F802}"/>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5EBFC83-6044-5CDA-9964-72C315CD964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EEFDB1E9-CF1A-57F7-4A3F-C3494AD7DC1A}"/>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9F2D108-B1E5-AF88-4751-AB36031AB11E}"/>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F4311D4-C8F8-F546-5B16-58977EEE8EE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DFD025B-C827-EF8D-FC30-F4B14BEC573B}"/>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D346749-5FE3-AD84-20C0-038FBE347212}"/>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8C77549-374F-A7E9-05D5-1236865D8678}"/>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E3B849C-A23B-CDD6-4032-329F270190AB}"/>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2A9F148-A276-A466-8254-03F59DFC00A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D9FC4A6-34EB-1288-908C-7AAEAB9A68F8}"/>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8F79312C-6C5E-649F-55B4-6551F49441A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763AE0-EDE5-270D-EF58-1EA62C8259B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C1F53B72-E9B4-9264-D31F-76323474A875}"/>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6141E20-5293-D43E-F9E3-2F4D2B02B84E}"/>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5766936-1A8C-414A-516B-E771D78D7E4B}"/>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96749196-B0F5-2A88-82A2-FC657EA5BB62}"/>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D9467A44-4E9A-20B2-A9EF-2AC671B9F8BD}"/>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C2F5405-3200-38DF-0949-C2F42B44B408}"/>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1635AD27-6790-050D-91CD-B2A504921CD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EFDFF90-A852-43FD-FBFE-421C98D8AF49}"/>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B4EEB18B-6D60-4B31-B70A-9A1E11282D60}"/>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FF4C3C75-D8B9-1CB6-6C00-45FB700A9EC0}"/>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1FF7253A-5ED9-0478-BE25-F39E1358DAEF}"/>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2E75B592-AD0F-3376-D7DA-F5134BDBEDB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224772F-075B-5922-3D58-4338DE8A7104}"/>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3ECBD52-0C45-0BB4-BCCB-E762A739AAE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54925F0-5E30-E701-5D27-20B72713CCE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384D9990-7C6C-C0EC-2ADC-FA06D93BA13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D978D650-1528-0433-DB44-9CCB061AF90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B561410C-AEC4-75CE-2B0E-375CEEF26A0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DBC909F-3E7D-9AC8-5CE9-D23BD657AD3A}"/>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24C3445-2B6C-CFBC-B740-5A8D2AC25B3E}"/>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E89C9BE-8600-22E7-8837-FE44F4B94D42}"/>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6FB49DC-A27E-E488-ACAB-E64ECA1E975A}"/>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0DFBA57-D67C-0367-3C5A-7078E203CA6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F5B1769-7053-1CF1-27FA-0DAEC2B68EFE}"/>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D7F8765-5875-51F0-F4B4-5213824E325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342E1664-9822-A2FE-2B72-AD60EC1CFF1C}"/>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09E75B8-C7C4-843E-A46C-ACECD1973831}"/>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0C54ACE-E454-F5F5-0947-CD21E1EC2610}"/>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5753A3C-38B2-9424-7B4B-175EBDC2248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F31632D-C0E2-7151-9A7A-D74D74D3CE6E}"/>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60EE170-93D0-B89D-A280-B217B6C77C62}"/>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8B36830-B7AE-9591-5B3B-2DC256E1C057}"/>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1046953-90A6-5D08-A703-1EA822081334}"/>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95D3C6B-2789-F015-B298-28207BEA0B35}"/>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8865FD53-9BDA-4A70-D577-DBE52B5FFA8E}"/>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5682E4C-E39E-45DE-7C9A-9476AE60BFB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C3CB3B2-BD7C-2BC7-9A26-27789B22536D}"/>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6AC3D9E-3857-635D-0114-09A0AE1127A8}"/>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3D4F23B-C14A-6674-4430-3514D76B1C4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F6FDD4F-9453-4BB3-8250-BB910328ACE5}"/>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A1BF2CD-8C4C-E361-955A-6276DC0812F6}"/>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63FEBA85-DF52-5172-4278-4D6089CA7ACF}"/>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C5DE266-FC58-99AF-00D0-AFFF0FB210E5}"/>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0FDAFE1-7DB1-C994-581C-B2DA35824C46}"/>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6A86651-ADF1-D3DE-D7EA-E2AF468D28B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0338B0F-83E4-55AE-B508-AC325396EDC5}"/>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AFADF0C-7EE5-E96E-F07B-5CE13157EE2F}"/>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61CFDF5-1558-CC89-CB39-95D4C3AEE91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46DECF99-2781-E899-6FD8-818DAA30DCFC}"/>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7BD604B-D0EB-6528-9108-3580C414343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15E0FE7-0E17-53EF-816D-14B4C74AE2EC}"/>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FB60DBA-6C2C-6CBB-B9B2-351903304A42}"/>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A64DF582-621C-B578-04BC-8ECD5FF9370A}"/>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5D91731-6BD0-9B16-6750-FF0D6E8B9287}"/>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3C45B5E-ACEC-2FC7-C001-33403C4D658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66CAA19-67FD-F551-84E6-F85DE0A9503E}"/>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0C2199E-9DCE-FCBA-01FD-FD14496C986B}"/>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CC9C33E5-045C-4C1F-F29C-0FA6FB1DCA50}"/>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7. Enter List Criteria  t type">
            <a:extLst>
              <a:ext uri="{FF2B5EF4-FFF2-40B4-BE49-F238E27FC236}">
                <a16:creationId xmlns:a16="http://schemas.microsoft.com/office/drawing/2014/main" id="{B6A9EC6E-3D25-1E79-B2B0-9C300419F9FE}"/>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S7. Enter List Criteria  - At SE Electrical Distribution</a:t>
            </a:r>
          </a:p>
        </p:txBody>
      </p:sp>
    </p:spTree>
    <p:extLst>
      <p:ext uri="{BB962C8B-B14F-4D97-AF65-F5344CB8AC3E}">
        <p14:creationId xmlns:p14="http://schemas.microsoft.com/office/powerpoint/2010/main" val="2126142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1AAF-11FB-C80F-F187-2D5188C4BB76}"/>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F3898CA-0489-6AF1-16FA-29FB9BAB01B4}"/>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0D02C736-3772-3C69-CA37-63E5B516330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4A7FF73-200F-EE8B-ADEC-1D8C2442D803}"/>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9D569E9-14B6-6A17-91EA-A17BA838F910}"/>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96CD488-C0B9-63B9-13AF-CB70AB96A5E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8B5AB984-788E-541D-6579-34A7B5D8FBB2}"/>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9EBAD23-5A6B-63C2-B296-7748CC351BB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1214237-0A22-17F0-F812-4680A3C5E6A1}"/>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0E954C3-346E-1367-83DA-4E27B57D07D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1D9365-EBD8-D8B8-9F6A-4D03710F8F13}"/>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CAE70CB-069D-5333-C6CA-B3B82454496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B1E7DBA-36C5-7F00-ADE7-4C2C3BA71F9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2E3BA2C-DF74-EBA1-B8BC-8F75F343FC43}"/>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10FBD23F-C206-C7C5-F7B3-0F12C2437DED}"/>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2E05D5D-EE40-260E-8790-15A9EDE5B9B6}"/>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65495BA-33AF-9778-428C-5AFF0E212893}"/>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C69D1B9-B0A8-A0D1-50E0-E0F2F8E9B15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DF8FC322-85CF-EB37-A3E4-375C6BB6801D}"/>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77954D8-5C41-44C2-3D1F-C0417DDF3516}"/>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ACC9BBD-6E54-CBAF-C522-B214C20621FE}"/>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57DE1E2-628A-DD8B-253F-7330A8254EBA}"/>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62925CB-0F1B-643A-D570-B66827465F2A}"/>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9C6DE35-BF29-991C-B659-44F9B0DF86AB}"/>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A4846B44-6591-CBF8-D03B-7EEC58C7816A}"/>
              </a:ext>
            </a:extLst>
          </p:cNvPr>
          <p:cNvSpPr/>
          <p:nvPr/>
        </p:nvSpPr>
        <p:spPr>
          <a:xfrm>
            <a:off x="7365762" y="173434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B8514A79-7663-3AB5-5458-54EDB93D760B}"/>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D8ABDD0-747E-5131-7131-F320D1A12499}"/>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0185785-8C57-0A33-0043-3E36E8D6EFF7}"/>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A72EDD08-CDE1-341D-9A48-CAAE88CE9223}"/>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BCABA96-B01B-3FA3-3E85-760E0FD33CB5}"/>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40E70BD-7253-D74D-0B68-9ABF3DDF586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1B44790-7C15-972B-5B92-4E1253527518}"/>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6DB2C55-F811-20ED-6CAB-02D916F86CFF}"/>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29AD585D-DDAA-1BE9-A1AF-6616CCF9DC6E}"/>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1866B68-D500-408D-2086-DFA60AD72C98}"/>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9D0C01C2-F823-D9DB-EBF0-2661F8214850}"/>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28B983-9985-5AAA-32DE-6C8BE5C967DD}"/>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C94D4BD-A9AA-06EC-2163-B5DD7798B00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4F3BEBB-C608-2C5E-298F-8F4B593134FA}"/>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A787F42-FC01-92D3-8793-C2762A65E5CB}"/>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5A4DA11-4FCF-AFD8-121B-EEA5BFF3BDC2}"/>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46E5AFD-DC27-8DA2-275E-178A34756C40}"/>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3AE4D4ED-FFBB-A516-A2D4-D5925DF49858}"/>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3A3177A-E422-9931-6091-44F434126377}"/>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03F224F-A857-DC4D-3A50-789DDE83A11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2215C724-5033-D4FC-4374-92DD3C09487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9B3D29B-6CA0-6855-341A-D4444AA1ED0F}"/>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7F5409E-ED8F-1310-57ED-E9C0F22BDD7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964D259F-EB4B-943E-BCC1-668EB2229D5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E58CE16A-6AD7-086E-2E08-33A0BC915471}"/>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FD117DA-B4B6-5BF1-4AB1-D879FA8FD5D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9B69DA48-9D54-7CDD-F124-EE90441E0902}"/>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E69DDFCA-EEF2-5B4F-86E3-CEDB97B1DA1B}"/>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B39C00B-E271-228C-C220-E243DD308E91}"/>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C0B4389-22B4-30B1-3AD4-5277E0C74240}"/>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24BA933C-ADC3-0A4F-FC1B-7A733A73559F}"/>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868A0DB5-A362-1799-0243-06773C44C94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F1E0342-16E2-C308-06FC-E8517266DD71}"/>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53923ED-9E09-47B3-CE49-8FECE6BF41B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9BFF4E4-9BF3-4D90-C11C-CBE4108682E8}"/>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C425A42-67B7-FE9C-A08F-6D2742E9E915}"/>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2546D730-9D90-9662-B725-8A8F7E55503F}"/>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07630A3F-E60F-8CA0-5172-50954DB41FF9}"/>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F262B860-EBF9-2095-515E-D16A361F8206}"/>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C508356A-00D8-36AD-7D74-F7437C09680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E2EF56CA-41B3-66D5-0568-40516C3B45B3}"/>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CBCFBA8-39C4-9852-721D-281569DD28E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E0133F6-7E5A-7C48-C670-3A34181FA16D}"/>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976372FE-AC0D-5593-2A73-31A8323DF28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1E6038B-F79A-571F-F368-AA3A75B85326}"/>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8998739-D2CC-47D2-347B-D4A9AA0925D2}"/>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99EF652-43CE-A600-5E71-C94F48AA875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BA4760-F603-0FCB-DED6-D8AF7F86E9D2}"/>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63091FE-90DF-1C90-CA1B-4B933A82C8CD}"/>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4821D04-34E5-72F4-1A94-6F7E8B67FCC9}"/>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3175931-6409-D801-FCE6-AE849998D11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1EEDFBA2-F01D-3248-BDE2-0FEF1BDCEDB1}"/>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29FB17E-17FD-CFC3-01DE-3943F7BA949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9444994-135C-4732-8E31-26E878D6010E}"/>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1293461-A99D-F70F-DB6D-04D83A64045D}"/>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E3225C0-8A55-5A1E-D38D-E78F60AA64DA}"/>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24D7BBB4-6373-54F4-6293-160EEA47FFD0}"/>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13F8BA1-D694-EB09-6C3E-0EB26D60DE4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04F871D-C3D1-613F-64EF-FCBA2784ADAE}"/>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68226E7-56A2-75E5-9F6E-57C6D8A7DA70}"/>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E681124-579C-D64D-A040-914FA14AE78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80B758D-ACC8-1ED1-9D25-EAE4FFCAE183}"/>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745C90E-E26F-E21A-F8FA-659BFE200856}"/>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41E7604B-9653-2444-80A1-5ED043C8BBFE}"/>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EFAD10-6D76-9CC8-D876-2A9261103CD7}"/>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18C24B4-F1B8-DC7B-8C62-85E9F3817240}"/>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DCDE4B1-08C1-181E-ABDB-871AAA3E51D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6C408F9F-178F-7254-60FB-F71BB9018E54}"/>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14A72D94-29B3-2AA5-2325-89D3E8B5ACD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2AE4BFE-2BF6-3B28-3883-94B9DF03C7FC}"/>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1B66C819-809E-3C8B-2B0A-2301679657E3}"/>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5308477-FDBB-794E-BD75-61FA449D279E}"/>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5828B32-7A42-4838-F145-B3250D82AAC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762BE9F-88A0-DB9A-1378-54B3F8D83290}"/>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EEB52EF-3DD4-DD80-A4A9-43FB82465EA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C9877414-F0DB-B373-9500-16B990DBAF12}"/>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07DC85D-45B3-1976-6CF5-0F3A13187AC6}"/>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141F673-4A4C-E623-D633-49005B340617}"/>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9ADAB75-8CA9-DD07-227B-F0FD709D59F9}"/>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6EC9FB0-314A-B56B-D99C-EC98A9D46F0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EE079D2-F495-45F1-560A-AE51AAABDA35}"/>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DE66409-0C77-AE13-D939-EE76B84C0EF2}"/>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F9D958F-F689-C5DF-4B34-B9714300C95A}"/>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0A93DAE-7564-1422-56FC-0907598E5B3C}"/>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F396C71-D549-7B27-B1C3-87900B75173B}"/>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AB254EE-4D42-16F9-1C86-790F03B04762}"/>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1AEE204-2ADC-5CA0-8312-311E5E629D8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4945F370-3AC7-0C19-0326-3B347AF8441E}"/>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1C988ED-BBB8-6F01-8D9B-0C205AA9785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DA6A622-D0E9-95D3-2893-C183D32F2F1E}"/>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F1081332-1FDA-C55E-CAB7-979F17599802}"/>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53C0B2D-B7F9-63E3-DD61-3DFBED5851C8}"/>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B6C6D8C-4DB8-D4D9-1A81-06B6CD5A04D6}"/>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DC8007B-B4D4-2299-8174-A85CD116B370}"/>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0E333FE-638F-9D7D-BDE8-70B2446159FF}"/>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8. Enter Quantity">
            <a:extLst>
              <a:ext uri="{FF2B5EF4-FFF2-40B4-BE49-F238E27FC236}">
                <a16:creationId xmlns:a16="http://schemas.microsoft.com/office/drawing/2014/main" id="{59A4971C-7973-A780-60A0-404EF492C2F8}"/>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S8. Enter Quantity - At SE Electrical Distribution</a:t>
            </a:r>
          </a:p>
        </p:txBody>
      </p:sp>
    </p:spTree>
    <p:extLst>
      <p:ext uri="{BB962C8B-B14F-4D97-AF65-F5344CB8AC3E}">
        <p14:creationId xmlns:p14="http://schemas.microsoft.com/office/powerpoint/2010/main" val="2154486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3BD35-09EE-BE64-6402-E3888F6E5659}"/>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65A110A-7BB2-048A-D00A-4B9189CEA6A2}"/>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3A93E072-7D9C-0E3B-E55D-C8EDD8E3A4C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FE1E068-79EE-D1F9-BE25-66165F094A5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32FBEC40-5E0D-AF93-65CB-B1ED5DEF84B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55154D7-03C6-35B2-B2E0-616852E5E55F}"/>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F94FA28-D70A-3D2D-4304-0DBC0374D9FA}"/>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4741625-F3AA-D740-D876-027FCA9377E4}"/>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3A12C73-8F0C-8244-D289-24CBB79A935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AA01DB8-0B2E-14A9-39C6-D21BBE2168B5}"/>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B4BA7A2-4E59-D2A9-6AA9-5A76596EC364}"/>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FD8375A-C342-B695-BBCB-3D9B1E2ACA72}"/>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BC4DDB8-17F3-5D13-EA3F-C74A8505427A}"/>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6DD087E-4D87-2CD2-81D4-2C0E652AE09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9667A7C-A23F-E5AA-C23A-70B2CB674E2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7B4AF58-0DDD-3C46-9FEF-FCB6B0676C7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D3B02C5-E76F-1AC7-3E86-5B89A0994695}"/>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9EF2649-5E57-A20D-9334-A5058A377F10}"/>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1BBEA2D-768D-0CB3-2033-44B8FD334E0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1D00CF45-1AEE-3C40-2D18-0374EE820863}"/>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B848AC8-1078-8D13-7A49-6B6BED3E04A1}"/>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C279A859-4DA8-E7E8-AD9A-E7E3BC6594F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8D7B5BB8-C395-2747-F961-A2F5E76458EF}"/>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013F47EE-A65C-5528-68C0-8513963E88E8}"/>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2D182BAF-DD6E-1825-315F-0058A5D1167C}"/>
              </a:ext>
            </a:extLst>
          </p:cNvPr>
          <p:cNvSpPr/>
          <p:nvPr/>
        </p:nvSpPr>
        <p:spPr>
          <a:xfrm>
            <a:off x="8831063" y="1756960"/>
            <a:ext cx="1325571" cy="76360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7948A9F-C87F-715A-A6A8-A59720DD3B88}"/>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AF5896C-2F18-577B-2E2A-64FE08947FC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BA6C5C7-9108-381C-5DA6-0B008BEDB28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2499653-EAB1-09A5-899D-389DF79DC072}"/>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CE5DB06-8BC4-A3EB-9B29-CD8C8E3329D8}"/>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FD60CDF4-4815-05B4-5E1D-48E7453320F1}"/>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5B8A2692-CC52-CAA2-2D34-AB8371E1EF53}"/>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1D1263D-0D5D-8023-53BD-D6947E1CFD92}"/>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C0880B77-2E1B-D00E-582B-E908849A9D4F}"/>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709D4F3-60B4-1BA6-0A49-E9456AECA45E}"/>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8CF9CA59-B929-F936-0F6D-6612D6AD9A08}"/>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81282E0-C532-2F1A-8521-5CAED0951E92}"/>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1336B2F-FBAD-EB3A-C7E5-0B59EEFD5B57}"/>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F41A9B2-B814-C59D-BBC5-0D2BBE0ED5ED}"/>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BDE557C-2158-8D23-6710-A4803507E541}"/>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6BB8655-88FE-8774-6097-892302C556C6}"/>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B393B9D-FACF-EBF1-FF6B-8BD75F10CB4D}"/>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4156104-FD19-E684-0F3B-AD11CA765B9D}"/>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71563C9-2B6A-762C-3341-397E4C6F2C4A}"/>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E429BD1-4DA0-306F-392E-AC5A46A263C7}"/>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6F9F593-823D-B535-302E-8787643A6025}"/>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AE91F32-28FA-28B7-C2CC-AA5045ECC83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CFE5569-AE78-A72A-35EE-5E642AD145E4}"/>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446B565-24CD-790C-413C-FBC13BB09710}"/>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3A93AA6-31C1-B326-C027-E9600BAC8D0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2D4CA6E-6D24-AE63-6DED-F88D3A472DEE}"/>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FA99ED6-E093-12FF-1C1B-2D4F23103807}"/>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184B0B41-1D37-8799-AEE9-4A2B3FD68988}"/>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51F200E-9848-D31E-2C77-ECB6EEA6EB75}"/>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9322757C-305D-BBD0-E4A8-B9223BA6C36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08344D7-E84E-2AC7-2E70-A13B57F51DC0}"/>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242459D-3D9E-6638-8078-0861FA5F97F7}"/>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C798FC8-EBF5-7312-FF0E-AA8510A63271}"/>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2A9C7CE-A04D-D8AB-418F-39A2CE3FBDD4}"/>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C59B42E-4AC1-124F-E633-4A2082C37FDA}"/>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438F91A7-71D3-ED08-AF4F-CBC891C8693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5239E5CB-2CC4-69E5-C481-63F14743240C}"/>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031B2C7A-0C52-972F-FF52-2279EFD9689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A6756BDC-390A-0023-3E83-517678784FC3}"/>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6C21EA36-534E-4D14-39A4-ECB48B625015}"/>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86512C6-6602-48F4-8824-83DECB3B79A6}"/>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51E61D4-2673-66C5-CD0C-4257ED550C39}"/>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E700155-D421-4A5E-0382-BB1AAC970E08}"/>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6E76D75A-2A19-5B2D-47C0-0AD3D962A2B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CE60C4F-5B8E-2D49-3314-5DEE988BCA21}"/>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DFE1F4B6-08C8-A8CC-96AD-98B5B4B9D5FE}"/>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A43C34F-1C21-1B55-02AC-B3F16FD23E91}"/>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CAE938-88F0-3056-0F2D-83E7378D2DE0}"/>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AE3B8DE-E88C-1FB6-CF95-6EFCBC49AD7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05876A8-96D2-28B9-7BFB-48E30A528720}"/>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D55BE16-0AFD-F3AB-9CDD-BC799CD2977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AAB50E44-955E-D584-280F-67410C4278E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7B7F7D9-CA5B-34CA-AAE6-D61E136A062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51D3FC5E-75BA-AE99-3E39-66DC283FB204}"/>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01989D1-EBD7-DB5F-C250-D2E64DD73DD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C2B950E-4496-5EF5-5A1F-8492416DD700}"/>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B4AE494-5DDC-95D3-BE2D-91A062108E50}"/>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C610DFA-ECE5-A6DF-4FD3-46A88D533EE8}"/>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C5A0F69-C8BB-896D-6D8C-006D07C9610F}"/>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85078EA-E4C0-8CF6-CBED-FCEA31F263DB}"/>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09A5841D-8DAE-FAFF-7033-580CC8725F34}"/>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A2628780-72CB-4BE0-011D-957A4689F7CA}"/>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5920604-C876-BA08-05D2-35D05BF18F78}"/>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54481672-33B9-3D33-81E6-CD401352D9EF}"/>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23EE456C-3F2F-155F-247B-E87628023615}"/>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384BB8EA-0A6F-A81D-C812-1E0433A20A2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A73229C-8C52-B012-6B9A-B5196E9EFA9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F225954E-C3D6-1DC6-A3A9-7D088E3F7D33}"/>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47250C-EDE0-6498-7DAF-D1C0BFE4ED0A}"/>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54AAC17-092C-5080-4136-026FDB8B037F}"/>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15CA6F2F-9DAB-1A8B-1E87-8E36BD9B890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42D176F-E13E-FF9C-1919-5BFBAE013BBC}"/>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6C3E532-5252-0A07-C4A4-F1D330C87B9D}"/>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BD0812B-A02B-9541-D32A-86E44716DF1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DBE0BED-1EE8-D07A-15A7-1D9ED91FCCE4}"/>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74690F21-1CDB-79FC-FEE2-03D2823F9989}"/>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3EF58438-A2FA-B7D8-4BEC-C3636716D98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1BADBA87-C783-531A-A7D1-7F455E6979CB}"/>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72C7C26-5D9F-C352-DDD9-D645542A764C}"/>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8D806AA-D094-ADFF-EE20-AD70A4279A3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1B92418-C037-F561-0B1D-F9A759BA3E16}"/>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ADF89917-F65C-B22A-010F-308B0335634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347686A-4836-9A53-ECAB-827CB330F98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28095A3-B8D2-B756-78E8-6DF74FD0F3D0}"/>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04BB0A7-F121-4EF8-C7F3-433614827697}"/>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C9AF5A23-BE99-CD71-C86B-67BBCACF764B}"/>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B77B139-01CD-580B-E850-32B77BD61B0A}"/>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004B3BC-FA91-0260-F3E5-834EDC2DF2C4}"/>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98FBC80-5336-9291-5BF5-9538AB06F786}"/>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081F73E-06C0-9225-869F-D199F5E5D4E9}"/>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CBECB68-EC74-CCE9-E459-762CD394BD0B}"/>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63A8209A-AA42-B18D-3E60-EAD47DEA3E8C}"/>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0728482-356D-C064-E0EB-57D1F1AC17C3}"/>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71680E3-D97B-9FA9-DF84-1CF2601FDA64}"/>
              </a:ext>
            </a:extLst>
          </p:cNvPr>
          <p:cNvSpPr txBox="1"/>
          <p:nvPr/>
        </p:nvSpPr>
        <p:spPr>
          <a:xfrm>
            <a:off x="1441160" y="540923"/>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00411FC1-9C31-0FEF-FDCA-B99CA3226A9E}"/>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9. Add  additional products to the list">
            <a:extLst>
              <a:ext uri="{FF2B5EF4-FFF2-40B4-BE49-F238E27FC236}">
                <a16:creationId xmlns:a16="http://schemas.microsoft.com/office/drawing/2014/main" id="{0CDD257C-EE52-D3AC-26D7-962817A282B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 Add  additional products to the list - At SE Electrical Distribution</a:t>
            </a:r>
          </a:p>
        </p:txBody>
      </p:sp>
    </p:spTree>
    <p:extLst>
      <p:ext uri="{BB962C8B-B14F-4D97-AF65-F5344CB8AC3E}">
        <p14:creationId xmlns:p14="http://schemas.microsoft.com/office/powerpoint/2010/main" val="658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B14C9-4AEE-CB0A-FB9D-9B42C9CF0155}"/>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FC8145A-7F9A-5F49-BB19-8EE458B2C4BC}"/>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2A048834-FBE6-47B5-1279-13DFCFE4AFA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2F1E82C8-C92B-860B-3CF4-3BE0B67CF0C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6ABE2DF-2687-BE59-8515-21A332893A48}"/>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4B0A40A-1BA6-88F5-5FF8-3FE1B6F1A50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CDAC98-9D89-F586-64E1-C4396F67498C}"/>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4F09A69F-36D5-F06F-85B9-3E806FF3CF1A}"/>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09090DC-0E47-C424-D3DE-D369FB9CCCBE}"/>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93A8B311-0BE0-9010-44A5-F206EF46D44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233E66-0102-519C-187C-9FFCC1E8D9CC}"/>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183C1D9-18F3-74B9-86AD-89B89B84CBCD}"/>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CF07F391-C4B3-C817-EA66-0B37105A6FFB}"/>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A16BFFB-44FB-5325-0DC6-19938999F05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B4D33FF-9F3F-E78C-A03B-CD90A32AC36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7F26548-8E1D-123B-824B-145B654637A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2B4B7B52-D768-BE58-E3C8-0D1C496A2D7E}"/>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92AF82B-838E-A8A4-DA5C-3220D90B682B}"/>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45470DD-7A70-847E-FC5D-78A18EAE9C9B}"/>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67820A7-7DDF-EC8C-0F69-2F5C684C4893}"/>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E566443-8CBE-5653-937A-1B3DC4DCA723}"/>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3CBDC3D4-306F-F9DF-7ACE-4C3D52CFB56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99A6593-3EE2-28F5-CF8F-2557ED93A26E}"/>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CE55B33-DD53-8354-5BC1-9B012EA8DB45}"/>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20C1B99-91EB-677C-249F-8CC6F3CDE74C}"/>
              </a:ext>
            </a:extLst>
          </p:cNvPr>
          <p:cNvSpPr/>
          <p:nvPr/>
        </p:nvSpPr>
        <p:spPr>
          <a:xfrm>
            <a:off x="1476191" y="3126375"/>
            <a:ext cx="1040979" cy="61502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E032465-AA86-798A-3C04-F2678B18F5E2}"/>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A9CA638-6E54-F0DE-28F3-C9FF43521FA5}"/>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AFBCB53-6840-61F3-696F-A7E09EAD09C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6FA0718-6DB3-0A2E-510C-6FB6B719C5E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3C8B8E2-BC17-A9A5-EDE8-1417FE345C30}"/>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D4E090D-5B00-47DD-EA59-073C16B46CC4}"/>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4BB6730-8B46-E0DB-E074-D5035B6E532C}"/>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31389F52-C2FD-3FA9-D647-A17F28C2589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4E98761-25FD-CD9B-757C-670D01947388}"/>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DF30C8E-1786-A9A2-E99C-A257FA43B65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511446A-FD4F-2E00-4E9B-2AF146DF833C}"/>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07B9F54-0D72-D4FF-C92C-D807C90E38D6}"/>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93E209F-DFD5-E375-C074-DE798E1DF18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B56CB28-861D-887F-B013-B3702AD21082}"/>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E84E40D3-C72E-74B1-EDDE-024C94E7AC06}"/>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54E5DCB-5100-EC6A-1DDD-EE48E3F469A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E6107B8-C7DB-473A-3199-FD28ACCDC7C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F1E93CA-37B8-C4DB-B0CE-34534F221327}"/>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7496B34-9A37-01BD-76EC-C133C0ADC605}"/>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9C25407-901B-AB0C-3B82-55CC6183D4E6}"/>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4DC0B6C6-26E4-8952-C140-9FD0E25690B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D5D5C2B-B59A-389D-6723-B4198C020FED}"/>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FE89A91-0A2B-9EED-EEA0-4F9C3BA9E029}"/>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05FEC1D-8CD7-3E27-7C53-280FCDBDDAA9}"/>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1D6D2B0-8AF8-8A85-9DBB-931215448736}"/>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4A1D700-8063-007D-D273-C2FF4C48423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BB4D98F-71A2-87CE-3E2E-13334B39FBF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E659490-148B-AF97-0487-1BD26B5E2B9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1021B9D1-E716-8F99-9CCE-F3935A0C215A}"/>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E6EE447-308C-2A86-66CF-655F02FA97CF}"/>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FDE0D715-7D78-3349-E78A-478387FBF378}"/>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C2D2169E-B425-D104-2743-57C138EFC3D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A2A2F71-342D-FE2F-5274-2C404051D95F}"/>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FA2C699-AB54-FB7C-7F48-F5AFBDBC461E}"/>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3B0FAD9-86BA-0988-B260-98A33AB107F5}"/>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822B255-6760-9C83-8150-6923DBBEFCBB}"/>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863958F-1E58-A984-6800-1AAE731E5411}"/>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A96E392-6927-9E0B-F234-09141ACEF254}"/>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4F9C4F7-5B1E-8C1A-12BC-821CCBDE6102}"/>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7326F02-BCED-C12C-4D4F-6EA5A8742FF0}"/>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316CE8F-7524-5F73-9EE9-345E23EE7B34}"/>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38938E6-AF9F-3624-22DC-F4E05EBB2AD1}"/>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7ED24285-9C9C-6FB8-119E-6E60C1EC0FAE}"/>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8CACF17-B38B-7981-8920-B1F42DAEC46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52D5EE5-1607-F40D-75E0-506AAD29305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E488F38B-E43E-9F65-DD59-CDFDBC7ADA29}"/>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6F729D3-644C-D1F3-3E97-465B287AD594}"/>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80B2206-F166-C408-76AC-91876CEEE6A9}"/>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DAB41C71-C3C8-D309-CC4F-A82BE042558B}"/>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F2858D6-A9A8-FF91-C417-E7789D91612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7421F2C-F409-8030-6811-EFB1B5C7CE6D}"/>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604C4B0A-F422-F731-965E-AB11B7FD059E}"/>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547EE1C-2DFD-CA3B-412A-B704A9C1284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88729220-E8DB-A15B-A8A6-7204B1E6F3FD}"/>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AE3D519-EF4E-234C-3826-A6DE83F84188}"/>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B82EB4F8-8D17-613A-BA98-DAE1A78095F3}"/>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B34F6D9-0F1D-3CF5-CB46-C22B9613E09A}"/>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E93CE06-7AB6-F667-5B19-EB37870066B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2814D9D-9AC1-FAAD-F802-EC727EA20A4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A3A4E5E-9B2B-1611-9171-89039ED6BE0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9B54338-B1C4-FE2C-B726-62158A30C92B}"/>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1B9AC99-89F2-C303-1177-7B2C2E7DCDF4}"/>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336FAFC-328E-8EA3-50FA-047C74B33488}"/>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94BC946E-5500-6CF3-F7FC-284E8AE314F6}"/>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3CA03C0-866A-2C41-A358-2AF166B580C8}"/>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F2A03C4-5B56-7EAB-64E9-5FB109E0E0A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0CF2777A-AC86-7498-9114-489B2A8D952A}"/>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53469329-A499-725D-016E-512413EA658F}"/>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2BE8D7-EEA1-BFB7-02C9-350A74332FE3}"/>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84BDD8B-9B27-A383-7DF3-CE11FDACC642}"/>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D4BD9F6-44D8-01AE-06EC-317540CB9BFF}"/>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89B53C3E-36E0-A4C8-62B9-101E5A403C74}"/>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484CF621-3058-825E-44F7-F4471B873B0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DD06EB03-A487-07E7-26C5-554CFFE733A7}"/>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1A7D242-FA69-519A-7823-188C283D958E}"/>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A251466-F950-8328-CC46-573542AF68B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5DDBE07-F2D0-633A-C2B5-119D782B86A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01D3274-CBA9-8649-41CB-935D45D006A6}"/>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EFBBAFD3-2002-8424-6FE1-90DAC305423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6D3829DF-1A3A-9F7C-4B1E-A45CA3A32FCA}"/>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B9E2A98-465A-3F4B-2841-96A4DB5FB60F}"/>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F4394AE-2839-8FA7-C913-B5669895F75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518F846-36AF-7D74-05E7-32E775EFA9BF}"/>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F1F72376-71E4-ECFE-96F3-0164039C4D20}"/>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4BC8F1B-1FFB-8DEF-C843-FF409EAC56E6}"/>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099253C-EE5A-73C2-BEE7-65D0E4E5262A}"/>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A7D35DB-8F14-1E96-C756-0DC95FD766B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2F517D9-7FF5-6A04-A2BF-B8938B190B19}"/>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28D088B-25EB-FE90-D6BE-238A3955688C}"/>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8275520-0CF1-53B7-ED2B-BCAB73B6B807}"/>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CFCBE729-AB08-8C1D-FDB9-6CBA87AA037E}"/>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D68DFC5-A02C-AE10-DE61-FF2CE0D0ECC4}"/>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82C682D-DB73-3AE9-CC13-5AD1673FB224}"/>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87DAF08-47F3-AA4B-9168-6E6F39A63FB0}"/>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80F050A2-BF7A-72FC-FDE8-F8B57DC013A7}"/>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3.  A decision on  to enter line items using “Quick” entry  needs to be taken">
            <a:extLst>
              <a:ext uri="{FF2B5EF4-FFF2-40B4-BE49-F238E27FC236}">
                <a16:creationId xmlns:a16="http://schemas.microsoft.com/office/drawing/2014/main" id="{D9CD42F7-AE95-8F6C-19FC-53AF11C58AF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D3.  A decision on  to enter line items using “Quick” entry  needs to be taken - At SE Electrical Distribution</a:t>
            </a:r>
          </a:p>
        </p:txBody>
      </p:sp>
    </p:spTree>
    <p:extLst>
      <p:ext uri="{BB962C8B-B14F-4D97-AF65-F5344CB8AC3E}">
        <p14:creationId xmlns:p14="http://schemas.microsoft.com/office/powerpoint/2010/main" val="314342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778BB-D816-B303-1DF3-793B157D598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5E76D18-DAEC-F4CF-DBDD-73947B164B5F}"/>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AAF03D7F-5926-4752-0CEC-E3E7F0027CBF}"/>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B9BE852-FF7A-D3D5-BF71-4642AD45150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CDBC28D-3CFF-7324-60AD-BB5DDB73F102}"/>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E691D49D-B280-1EB2-E867-27917B166DF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0949479B-4D75-FD17-BF00-71064E1F9BE3}"/>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AE7B05E-5894-765B-531F-D70860DC83C9}"/>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B79DEBD-9EEE-C24C-8F4D-75299C4B750A}"/>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523E0FC-C570-CFB4-3F5D-ACB8908B7BDC}"/>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D44E90C-8F96-6200-F921-4E394A53F8EB}"/>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63C1C25-EBD1-1074-E43B-7DA29BDFE8E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D971CC15-5F63-0EEC-5DB9-E2699181C890}"/>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6C53B2C-8E20-48A1-A95D-F07F9FD45506}"/>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B848DFE-2EE2-DC15-8EE8-E2FDE217072B}"/>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AEB71D9-2554-0062-73D2-CFCB03AE757B}"/>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6534AFC-A5AC-3FBB-75C7-A91E1102D04F}"/>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BAE81EC-618D-B681-F293-D1E82D61B105}"/>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C5AC3EF-5316-6B63-BC24-E52D50763905}"/>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0EA33608-8852-4A3B-AF7E-A978111DC21B}"/>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6634D62-1F64-A0EA-36F3-A0D4862E81F9}"/>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F53E519E-1A78-DE8B-33D2-C30F58CBDFE5}"/>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CFC0450-AE54-6360-6945-2FADAD0C83E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ED8DDA2-04A5-ADBE-C6E3-B40B7D9FA51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E326BC7-0953-7E42-A2FC-2D9918A6F276}"/>
              </a:ext>
            </a:extLst>
          </p:cNvPr>
          <p:cNvSpPr/>
          <p:nvPr/>
        </p:nvSpPr>
        <p:spPr>
          <a:xfrm>
            <a:off x="2229845" y="2623693"/>
            <a:ext cx="975926" cy="73237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9EB9C09-B4A7-9DC4-C7E5-B1B4DDD55740}"/>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40E247B-A412-A0CB-BA38-48FA2FDC0971}"/>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4855B43-3D0D-38C3-C5F1-5C242F67878C}"/>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BD150F72-76BB-339A-7178-9585DD9C657C}"/>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C815505-96B5-B381-B46B-391BCB7014F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2455860-A429-2D7B-9420-BDA4FDEE2ED2}"/>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8164968-EAAE-521D-A6AD-5D3137C2145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67F2128-EB06-B638-107E-287E1168B21B}"/>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BC2E1145-7686-4C1C-D04B-FA9D2FCEA6B3}"/>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4E2D677-D549-35DE-B57E-C30167EA8140}"/>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838A1AA-8818-62DD-643D-79DD0FE17E5D}"/>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D24BEE7-472A-C454-6D76-901E8469353E}"/>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EC359F4-7E4D-8106-2FBB-D0497B19C22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F1206B8-DD5E-E3A0-29B7-232D4193A4F4}"/>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2C08DD7-44ED-ECFA-7AF2-0D1B83C5DA30}"/>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AA2D6E6-1FCF-172D-6533-4A16F27574F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9245197-1455-0C93-7D10-A424A0AAA764}"/>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F6DD513-0D1F-497E-86CC-5AE6A24181E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20CE5C29-E7E6-728E-301D-F74F05691165}"/>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238DD7D-6D85-2AFE-3E6D-488B15979263}"/>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07ACE0B7-8BE5-CC98-876E-338A39D87F53}"/>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528807-5B30-4F8F-5E6C-81C3E595D668}"/>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2641562-8A4E-BC52-306E-BA5AE9DF416C}"/>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F4420F2-2B4A-3161-F0C0-63B300CB699A}"/>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7B0F575-36B1-65A3-3EBD-D959F3156955}"/>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FECF77E-9D59-42A4-3651-F00D0581B26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FD4E8119-0280-C19A-DF66-F73AF9EDD060}"/>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258CE28-D536-A399-39FA-32F6F0FCD8AD}"/>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634223F3-D16A-1322-911E-E5705302D065}"/>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56FCA1F-C8F2-3C1A-0B18-5FB3385BE87A}"/>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2604F98-97A9-DA62-A1EE-6DF17F566983}"/>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852DE6EA-B661-2D69-3E6E-43789B953DE9}"/>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FEF63DA-BF2A-701E-AD62-9697BFFC2E50}"/>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19924AC-3249-DFC0-6B20-984A29F06958}"/>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8D687EE-28CC-C8E4-527B-171F17B956A3}"/>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FD41C83-44EF-1E01-6B6B-E0C5915B87E7}"/>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3256098-93F6-3658-DA38-49279D5A1FD4}"/>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534A43E-6659-48B9-8129-A31A6A81015D}"/>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FFFB38A-AB0F-1178-A428-A4155BC11AC0}"/>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E532582-AB25-3B9F-2BDB-F45AE7E0EDA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947BA7B-AD33-F8EF-74CB-E94106E2DEFC}"/>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F67FC60-0665-BDEB-589B-A464A9DAFF6F}"/>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EC3DFCE-72F6-AC26-A849-0D2EF117255A}"/>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13A47126-760D-E2D4-4A6C-37E980846A1E}"/>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F58967E-9691-56A2-246F-576768DB0D0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809E291-3867-C58C-3375-0028EB7C5683}"/>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06383851-1378-C3FB-F076-243FEBC64D19}"/>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5E4E23E-4679-B0C0-5421-6C4B0CC8E03D}"/>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33F530E-726F-50DA-7CAD-FE387C07938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CBFBF9A-BCD2-2858-8BB2-CC919E09AF59}"/>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9E4DD3F-0583-D35C-C5A0-EB2CE1E2CF9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552446CA-F87D-52AF-F716-CF0B3466EF0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97E983F-4599-7260-15D3-42FAABDAF02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0D34438-9C31-02BD-B47D-8ECAB97747EA}"/>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7EAC741-6223-122F-441E-A61D0A571935}"/>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36BAAA0-36A9-205C-9C9E-8ED7779A5644}"/>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1FA3037-D800-8ED4-472B-A0EC3B7A37C2}"/>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862D942-A189-7248-8602-24DC93B72FFB}"/>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35CE9F-2EC6-BA58-F6DE-1D719B05030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F52F418-23BD-A701-E38C-B08B26B579E8}"/>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0EA9A28-C6FE-7D74-CD90-3C932A6EBABF}"/>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809F218-41F7-96F8-3F74-98B3C3FD3373}"/>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A374A61-C6A6-FF43-E813-96FC40820523}"/>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9B191A3B-9A16-4E47-7139-A34E2751049A}"/>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E197258-E8D4-6365-6752-75C4EF84928E}"/>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561D6D2-679A-53E9-5922-115DAD6AF2B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90543D1-D14B-F1F1-E933-3DBA5AF8F11D}"/>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8162FF6-D540-C7C5-4AAE-D5D5FFCC022D}"/>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E5A8D7A-24F3-C679-F72A-703DDBBC2EBC}"/>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EEC0EE8B-9D0B-1FEF-43F5-5E51D56BAACD}"/>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CBF72B8-FAC2-3319-284B-DFD5C4C70418}"/>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F9F4D80-5453-9693-8F34-A41995B2028A}"/>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555E6DF-E58C-8806-B908-D403D52F800E}"/>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C37A0B3-C1DD-C540-F28B-C78DAC844811}"/>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2967E01F-CCEC-1FCB-3903-AF584EB4A79D}"/>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E5672C8-1570-CEF8-0028-D240B6196ACC}"/>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2C70BD5-0664-FE59-9E47-9AEB2F7E247F}"/>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B517E2D-BBCC-746C-FF16-657F5A1DECA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13042296-9E55-C71E-0BA0-1D96AEB6484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07F8278-1C11-C097-E830-E534B92C810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C2E3422-82D0-A6A7-F24B-83BBA9773773}"/>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C1491BC-1FED-AFED-8932-B1542CA3C429}"/>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61B2532-CA78-6EE6-D5CF-BD88F764BE7E}"/>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F169FDF-D62F-4FC1-D306-504D61D286A1}"/>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05483B9C-C356-789B-47B8-1361CBA2724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BD599AA-B980-FEF3-286B-BD7598D5D3E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569738B-E7F7-3F42-712D-791812A162BF}"/>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35E1ED3-D5B2-039D-FDE1-5F93F2A0F62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C1614E0-B6F4-7A32-8FEA-3A318C88E427}"/>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CFCC752-9475-3166-6A89-2EFB39DE15B6}"/>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50530BE-0E82-AA64-30ED-8DF65B0A7D39}"/>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F08F17A-BD78-B225-D8F9-589849D18ABB}"/>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07D4B2B-BF08-7FAA-46D4-3377012323AB}"/>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D4FD7EAE-784E-06C9-81AA-35784710E493}"/>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29E71A2-D3DD-3EC8-065D-A7B315F6FA52}"/>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3. Yes, Quick line entry was selected">
            <a:extLst>
              <a:ext uri="{FF2B5EF4-FFF2-40B4-BE49-F238E27FC236}">
                <a16:creationId xmlns:a16="http://schemas.microsoft.com/office/drawing/2014/main" id="{7DA68CDD-AFAE-92FF-4F20-027FC3672959}"/>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Y3. Yes, Quick line entry was selected - At SE Electrical Distribution</a:t>
            </a:r>
          </a:p>
        </p:txBody>
      </p:sp>
    </p:spTree>
    <p:extLst>
      <p:ext uri="{BB962C8B-B14F-4D97-AF65-F5344CB8AC3E}">
        <p14:creationId xmlns:p14="http://schemas.microsoft.com/office/powerpoint/2010/main" val="3806945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55A9-CE8F-043E-BC08-CD5F1E836591}"/>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80C1D1D4-D8C7-1323-C060-7846DC0C0FE9}"/>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C6524099-5C81-2F93-6BA0-B97BFFDEF89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75F1D2C-D506-ADCD-F30B-C13F6EFABF8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D582C26-C143-15AF-A850-9EB3D53A4DC1}"/>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FBD7D976-E145-1492-5132-B259BADEB60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4BFC96C-9285-3969-652E-D1326EC56390}"/>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9C2095E-96A3-8500-3305-860D914DA846}"/>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B8C8718-505B-03B1-4BF9-60A5703A73D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1D45B99D-343B-8757-71CA-42D0BAEDB37F}"/>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4DDA88D-376F-3E79-3983-C1BE7AF85A07}"/>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82D2582-DDB0-F302-6B36-283678A9FC10}"/>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13C3062-DE49-5C07-A93C-65EEED8F24C8}"/>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9AAC973-9F59-3CD4-E9C8-4DBF0BAB1688}"/>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0897346-7EC2-B0CD-3FD8-302B36B620E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8F06A55-75CC-04B9-EB3A-13DE6FE10CC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82F136D-095F-01C6-D014-03CEB9DCF5BE}"/>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A422731-3CA0-0F5E-551C-8BF198BE5F5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2E3B886-C2A4-ECD4-75FD-4BA062763E4F}"/>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ABD4602-F5B4-346B-2CEB-5DB924D440AD}"/>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EBB1A480-FAC9-36A4-C9B4-9E19C380DD36}"/>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5EF3C1F5-C886-9E98-ED82-F34021D26B07}"/>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86632F5-3326-97A6-77CD-4B6EC7A914BE}"/>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B9C6C88F-F037-DE63-D37A-0B55EF16125C}"/>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3DA3061-7C79-A51D-F2DE-559DAB665B56}"/>
              </a:ext>
            </a:extLst>
          </p:cNvPr>
          <p:cNvSpPr/>
          <p:nvPr/>
        </p:nvSpPr>
        <p:spPr>
          <a:xfrm>
            <a:off x="3283403" y="257716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7C0E2EA-136E-682E-96E5-A34CA58D959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57EACCB-815A-31B7-EB71-E07CA139F56A}"/>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8330956-111E-B247-994D-993E947E480E}"/>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3EFB3BB-5AA2-7691-5A45-7E3B750CF7C7}"/>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E5A956B1-3932-4E18-7D8A-EA01D2873D84}"/>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1F63C04-2AFA-CA6E-BCEE-83740330D15B}"/>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959ECE10-89B1-6A82-D72E-AC618270FC12}"/>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461B941-B95A-2073-38A7-DD60FF6DA695}"/>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8E836E1-2D86-8397-8F2C-0C9785438D4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A77D556-44EF-1FEE-6574-9E118FCBECA4}"/>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8883A8A-94F6-08BB-4E8F-391E90563874}"/>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168AEC3-3E8B-239D-F628-CFD8F8C15A75}"/>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20A6A72-CF94-B4DE-C47D-668EF62E1D6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0D9C60F-DC72-1FC5-998F-D6C1C53AA98E}"/>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371F0C6-30B5-8BBE-E389-7404047AD6FD}"/>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4FECC1F-101C-2B9F-FA1A-E740BC4E2538}"/>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493E709-99D1-531D-2C6A-90DE141804A8}"/>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A1A173C-94F5-F179-4FC5-9078E6798C41}"/>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3AE43B1F-A434-C4B9-8912-EE3E2E5A111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256389C-0AA2-48DB-1634-CCF06F43F0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193AEB5-5ED1-9B05-FABF-DA0B6A1E9389}"/>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0776D2-6FFA-289E-0250-1551FFE25344}"/>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85D85C7-53D7-0758-F4AD-2C53CFFCA5D0}"/>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1C0E1A-DF75-CBEA-B962-8AD2A94929BF}"/>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288CD15-2D9E-8833-DE60-7EEDECF44C2C}"/>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269F986C-9E97-FD8C-F662-69BAF9B8D2FF}"/>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A4022AF-8237-6ABD-8A08-64E1F313C6E6}"/>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6411836-A51D-477A-8FC1-FD5DDBCEF659}"/>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F818909-1ED5-0B0D-DC43-003DE4A27F9D}"/>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C862827E-6891-D22B-0AE5-7A3D2E5E6B5D}"/>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5E02378-5458-9DFB-0A22-1DBD1D912521}"/>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50C8F02-EE16-3DE5-FE80-2EDF2B7E2AA4}"/>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3E836AA-10B3-D28A-D271-53FCA23B454B}"/>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625EEB8-4E79-6685-71DE-F90577DDDCF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001DD3C-04AF-C8F5-EE50-8187A356052C}"/>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E30A554-C398-B991-C05F-AA4558ECAD58}"/>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D614E85-6183-8220-A811-E407D4836A83}"/>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C06C541-ABD5-64B7-CC56-1685DABABF9C}"/>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4628750-E921-8057-F95F-56A2D77ADC0C}"/>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86A0F9F-725A-B239-59AC-666D6C2EEC52}"/>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1433044-C970-E878-3A73-39D92AF5EDE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68DFDF6-654F-62C0-5C29-1210468CA22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47AF1FF-3BFD-644E-8701-0FB44DA2614E}"/>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A8D1F4B2-39E3-DF07-20C2-054B72130E95}"/>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A84FCA68-B067-03E1-D2CE-86585BB70A51}"/>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B3C777A6-F8AB-3FD4-2AE2-504C3B3BA3EC}"/>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3FC69D74-D861-8E19-BC17-144E96F25CC7}"/>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E23E187-E650-C8E5-F42F-9FBC8F7DB63E}"/>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0C427A2-EA00-9EC8-6217-CB4A3117A6BF}"/>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941FFB0B-DAB0-7FB1-39A1-077CD1D3C3AD}"/>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F0CC43E-F9E7-6F79-2729-9A67065052DC}"/>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986A88D2-4E5A-7A4E-BF06-0929FAE5B2E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6FAEAE0E-21F9-6CBF-9C65-3D9400E3562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961B6DA-BAD0-F32D-F3DC-5CEE0A59FF58}"/>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9510402-09C3-4E6E-5B4B-BD9E0BEC42C3}"/>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21B8A9E-DEAD-EF39-8C38-C04E08488BA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8FE66331-0B17-2AE7-C00E-438583BD6897}"/>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3C51215-DF53-43B4-E93A-43508F294134}"/>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3DD7F62-37A1-EBA6-FD13-C52540FF1881}"/>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2C801B9E-C4AA-E93D-73C5-25161490EA4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53C6399-959F-FCCF-9CC7-5BBD28B10BAC}"/>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344695AC-4D31-ADEF-CD3D-F0C43E2A1170}"/>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1A2B2E1-21B7-ED7E-B629-4DFC2455C7EB}"/>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E2EA880-E374-87DC-EBB6-5177CFC46361}"/>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EE363EE-CDE5-977F-6BC0-575A0FC38B57}"/>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E834C0A-BACF-C860-65D2-5F065274E46C}"/>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345AFD06-B50F-FF0F-3127-4B9A89F8A598}"/>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64BB9078-A9A1-E527-B9F4-2B1566B4467A}"/>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01217BAB-BBBC-54DF-8F5A-38997C209C5D}"/>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11876A6-79B1-4DCB-CAB0-5F7FA6491825}"/>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F1D2410C-ECB2-BBE9-6567-3F56494040E6}"/>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D7976E8-A6BC-5AAD-33C6-CF9F26ADAF16}"/>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3F9B0BE2-52FD-3F68-DA35-04DFCCA20BAE}"/>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0A34109-F4A0-1E19-C350-634497E295D2}"/>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CC8908F-01A6-9C52-86AE-AF73C3A411B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EBA2F6B-2C3A-3429-B310-978487522F6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C213154-736F-45F4-4764-024E7FBCD0A6}"/>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A4C14E2-3352-49FC-4BF1-D963F7D01003}"/>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C9877AE1-87A2-E5D1-3A57-5DBB2FF75ED5}"/>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C5CBF0D-1276-E82B-8ECB-937593C871A6}"/>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86D49741-E00A-86BC-6A53-0B7C79F558D0}"/>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664BEE15-611A-FCD7-048A-B310D919B864}"/>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19ABB79-AE5C-398A-545B-02D48EDE9A9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39A416E7-A2DD-F24A-CBD8-2D7E4E17E265}"/>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8FDD393-6815-B723-C77D-E97C9A9CDA3D}"/>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4BA4B32-6F81-84B9-0C6C-A6E4AC18B2EF}"/>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F4B3E3D-C49A-6FD6-19B4-BA3A0B78BCA0}"/>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B240FAF-2F2B-8F9F-4B98-6746BD4E426D}"/>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AD9B2C3-0CD5-957B-D105-858B778EABCD}"/>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15A5C8C-8A43-E311-DEA2-AE00050A4926}"/>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AE4632B-F347-314B-9963-F1E3C39B9EB5}"/>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2A472DBF-6122-DCC9-0309-844279641476}"/>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CDC32F1-335D-CBB2-884A-BEE407F29B63}"/>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B3FC22F-A9FF-B2A2-561A-A0B091CAB748}"/>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A16B5CE-FA31-CC16-BDFE-B3440F84FF25}"/>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0. Quick line entry">
            <a:extLst>
              <a:ext uri="{FF2B5EF4-FFF2-40B4-BE49-F238E27FC236}">
                <a16:creationId xmlns:a16="http://schemas.microsoft.com/office/drawing/2014/main" id="{C73A0959-0510-1CC2-D8DE-8CA52C126543}"/>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S10. Quick line entry  - At SE Electrical Distribution</a:t>
            </a:r>
          </a:p>
        </p:txBody>
      </p:sp>
    </p:spTree>
    <p:extLst>
      <p:ext uri="{BB962C8B-B14F-4D97-AF65-F5344CB8AC3E}">
        <p14:creationId xmlns:p14="http://schemas.microsoft.com/office/powerpoint/2010/main" val="4283038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C3E84-1445-5611-26EA-1A7B36F246FB}"/>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89C5C4F4-C262-2FA0-AFB3-892A7FE33E5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5C46F27B-995E-A343-1638-6FF8F5FF6F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974DD71F-EB3F-0EA0-935D-29BBC6638AC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8A31F5DB-A200-FDB6-7B78-60D3008B38CD}"/>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C9F8A3C-1B60-610C-9D77-71326A358654}"/>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56D24D42-8942-F9CB-3467-E980320F5706}"/>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630612BA-E205-9663-0487-8E080B53A3E3}"/>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CF0D6EE-2C27-7009-BCF9-65E4CCE7DBA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FCC4F85-B232-5F4F-7141-66E4E463C4D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A31274-69CB-C220-5F87-30E90B9E4E8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30D807-18E6-075F-EAD0-93000FD0382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6E37814-A2BC-5643-6873-C9E52F647632}"/>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380E58B-91E0-B581-99D6-8889F4FF954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7153A7BF-CF9D-6BC7-EF4F-57BEA695F9AA}"/>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7D31A552-ADB6-E4FD-2B78-F9CEC49C9541}"/>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2F1318C-3591-1BB1-95BF-4F304842FB60}"/>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B85A364-8754-E972-865F-EB471B6CCC72}"/>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0630DC4-75DF-5D2E-10A7-475F397773B8}"/>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58B004F-E137-E7D1-D511-940617759265}"/>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42A5F477-D027-B5B1-8FE1-41DC63579947}"/>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FB0FACFF-BFDF-FA2E-603B-6270235B7948}"/>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6718432B-62F3-A9EC-D220-B3440306AD2C}"/>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897513D7-8B92-D72D-B3DF-6F379CF7241A}"/>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A31B4D-2B03-42FC-E4DB-F0E28DC55240}"/>
              </a:ext>
            </a:extLst>
          </p:cNvPr>
          <p:cNvSpPr/>
          <p:nvPr/>
        </p:nvSpPr>
        <p:spPr>
          <a:xfrm>
            <a:off x="4928744" y="2587884"/>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28306FD-7B4D-7C3D-8FF4-E8F1058E680A}"/>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5AF858F-AE28-92C2-6F71-62754ABD9753}"/>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9E55914B-C2BF-B4E7-DE78-9991FCB7E17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D279E5A1-E9A7-4983-70DA-23DBFA2F6A35}"/>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183967C5-8752-E969-AC3F-1B9B06549B3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3B837B1A-3172-013D-B75F-3B1FD377110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05EB412-A520-BB05-65A8-ED81907D5A17}"/>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2C2C4E2-BD2C-763F-769D-816DCFC98B90}"/>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9A05A58-F21D-53EB-AE04-237815F86792}"/>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89441EC-E1B8-18EF-CDDC-829C25AA2328}"/>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7A83E921-95F9-1F42-45A2-F3AF256D90D5}"/>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179CC83-A228-9FE0-A0C9-FA23A418702F}"/>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F7FCD9E2-DD2B-494B-EF2B-D110A4639B35}"/>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73E1A23-B583-F7CE-F222-5349C50CE1D9}"/>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FB1D8864-F0E9-BCF5-4295-2E4A6DFFC2AB}"/>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F92612E-7D2F-CA31-BC03-26FBA967B116}"/>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671D480F-F0CC-C8E5-AD07-C36ACFDDD62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B05858F-6F3E-67FC-CBF2-413D2ACD089A}"/>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DFA56A2-1754-3DC9-ED73-4B0E34C45084}"/>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CCAF4C2-4D80-F1E1-1194-C98EF0103C6A}"/>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5F2089A-504D-C0AF-272D-94D6EA7B3CED}"/>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0886CDDD-A298-4EE0-3692-C205CB099FFA}"/>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DEA48EC2-E6A0-5ED6-0ED8-4F60AE434615}"/>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782840B0-1F16-0591-4CF8-D97C24A01E15}"/>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DD3E8C0-7FEA-4A5E-B5DD-40F362B671F4}"/>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346B5BAB-B689-0666-B16B-4C82D77BF811}"/>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6A1B56C-7BBF-5DED-6E6B-EA5843E79668}"/>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3E58EC40-345A-8C59-4A4A-8A31BEC41070}"/>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20D13FC-B2EC-A3F0-52DD-EEDED86C7DF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7BEA0586-31F0-9275-74B9-F6B31067C37F}"/>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83FDE98D-C5B3-D62A-38CF-220C13F8813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91E4EA4-ABDE-A967-15F1-02FF0EC23851}"/>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799CAC8C-F3DB-066E-E7ED-B8F33464A7E3}"/>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559E25C1-F8BE-A68A-D485-A629626BD06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0265F97F-4163-89CA-30A4-1E11CCEC9674}"/>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8038771-FC25-CA98-3547-55612E68F96B}"/>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C33393A-3052-BC49-73DA-C7355717C0B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580966F-F636-3B9C-5002-229A7B29D7E0}"/>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02768FE-7585-2C41-CAEA-5111A288B578}"/>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96A8D5A-D290-5E40-EA5D-C9080480859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6693404B-3E59-FE93-16E7-7485E45161A8}"/>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33C02E6E-91A1-4D98-7640-442A6781820B}"/>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A5074001-649B-8112-2EC5-E320C52A999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E82A341-FF59-99D7-44DC-8062B2341BDE}"/>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C08A4B23-01C1-A65C-8B49-67817B4CF3DC}"/>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2D5BC61-72B3-79F5-7569-CC13E7322E5F}"/>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3E65DEFE-6797-6DFB-7BB3-7740B50EEA5B}"/>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4923BE7-379B-4C11-3AEF-F81F2C23A377}"/>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EC8F57F-0D94-FE99-107F-B2F855BE0861}"/>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479B847-03A3-1C67-E110-9FABB41893BB}"/>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483FCA48-0641-25D4-820B-C121EFAE83E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7F839304-C9EA-354D-9D52-2840559669D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1A864C1-1409-D43A-CD0F-B9D68C4A36AE}"/>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B52B501-B36F-5038-12FB-B60CB7F1A0AB}"/>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C50883D-44F6-F1BA-7325-F40F88947F6D}"/>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0F41CBA-F50B-AC86-EDD1-8C3E73BD4E49}"/>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A96C536-6CE1-6FEF-1004-CA966F5C1117}"/>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3F5074FC-33B1-E81D-5362-D4822C800023}"/>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B3A49B9-9725-345D-03E1-D33D6DB87F1A}"/>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80D1381-5932-A517-33BC-1F537FC1C5F7}"/>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8E241D7-CEB6-CE33-56DA-51272C7524FD}"/>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38E3BDD-50E4-F901-7011-629E530EEBF9}"/>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1CA108E9-C141-1D5C-5AA5-34F10D760587}"/>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1063437-FC66-38CD-87ED-475704E0AC14}"/>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77C70945-CC3C-D68F-BBB3-1D99F82D54BC}"/>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94C5F51-D641-068C-E6F6-35E731F2C77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44BBC129-0DE0-33C9-07E5-FA19B01293EE}"/>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92431FF-408A-297E-AE85-3F95F753D615}"/>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A4834D2-37F3-FD87-B838-3E29AEC1CB8F}"/>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65CEC26-E342-7C16-91A1-3C7AE243D026}"/>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423196-76F2-2B87-6653-5F2EE7C06EE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DB0B589E-6DC2-80F6-B076-A49FB4956DFD}"/>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62F71E2-229C-84D3-E307-DFB07B6D3AC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24CF4D25-CD9F-EC6C-4727-280AD37D017D}"/>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9E5F62CE-F727-E33A-C2CA-CB183D938781}"/>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5152DF6-BDFE-82A5-AF93-5AC6DFDCB13E}"/>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D2A4021A-1C5C-8021-8DDC-B65EC373C6B7}"/>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57E65985-D395-E701-3EFF-859A7303364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76817F1-1D23-7B22-0128-914282B2F3D9}"/>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88A7ADD7-D173-B003-56B1-25041DEEA6B7}"/>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5D54BAE-8631-962E-EAA6-366AAD3ECBD7}"/>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F29EFBA-61C1-DBF4-0C8F-CA534043A358}"/>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805ECD1-5224-CB81-9B2A-81C96710CE0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EAA82472-6206-6D81-601B-76BFF49896C3}"/>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DAE6DB8-5CDE-8292-B9F7-733BC30080F5}"/>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328B3ED-FE19-16AA-A25A-815E50EF90B7}"/>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D9F6AD4-66FE-A3FE-0906-5475CD24E04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F98896F-5C18-9EB1-907B-698CF3260BBF}"/>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BEC8686-69EE-C675-F8F8-11A38F58499D}"/>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95B2D10-6D7B-4308-C08A-DEBD5ADF33E8}"/>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7D7165FB-77BA-B1E6-0ACF-2B9030F0501D}"/>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E61A8F56-5658-AB58-08FC-E615F77686FA}"/>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DED5FDC-9B2B-F0AF-E2CF-A74D335C1138}"/>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26C304FB-3A04-83EC-D464-3210EF67DC65}"/>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B8C0C0AA-122E-DC7A-8963-D8D2FC9AF699}"/>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1. Enter Product Number">
            <a:extLst>
              <a:ext uri="{FF2B5EF4-FFF2-40B4-BE49-F238E27FC236}">
                <a16:creationId xmlns:a16="http://schemas.microsoft.com/office/drawing/2014/main" id="{E823225D-D115-A656-C420-C84FCEB597CF}"/>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S11. Enter Product Number - At SE Electrical Distribution</a:t>
            </a:r>
          </a:p>
        </p:txBody>
      </p:sp>
    </p:spTree>
    <p:extLst>
      <p:ext uri="{BB962C8B-B14F-4D97-AF65-F5344CB8AC3E}">
        <p14:creationId xmlns:p14="http://schemas.microsoft.com/office/powerpoint/2010/main" val="3353403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7E737-FA12-B87C-AE90-67FEB45E5A5D}"/>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6C3282D2-DF58-ADE3-12FE-6D55DF4C652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4F50C77E-28B9-BB03-D9FB-B9779039E3CB}"/>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84DF102-C950-612E-1629-C6BF7BC11B1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77EE94F-62B2-B470-474A-1E5F10F247F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DDC30AF-210D-54FD-ED89-75F74775E918}"/>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BD03A9E-EEE0-41C3-D93C-6F6A7B57EE44}"/>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FB8213C2-CCE1-EB83-7DC6-5F0D912B7F9C}"/>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B3F064-2C8D-6053-6196-7FA4D18D3258}"/>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EE2C77B-BF46-F747-862A-0C3E39CC0BA6}"/>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25A1683-4BB3-E2BB-2C9A-7B9325E8AE90}"/>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8E0854-9C1F-9D00-C32E-607887BC338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14D05AC-5FE2-622E-8A9E-C67283FA80CE}"/>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17EEE176-AC2D-1D83-1B22-60307B135380}"/>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D4D12FE-1E97-A318-3838-20E12AD8606C}"/>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DB27D60A-CD0A-EECC-50EF-D5AAC5D751B3}"/>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092AAE7B-4297-9A41-E952-67A4AB40873F}"/>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3E1EB8C-884D-CE84-6F29-B8BC4DF09244}"/>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D460BA8-FC68-3639-BA6C-F4E11072B501}"/>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C28502C-3969-5824-8EE6-E1A7108D6B4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E11CF38-2C77-FEAA-3921-BF96E0989BC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A79F16BE-FA15-5520-B31F-F4CF5484BA9C}"/>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E69E971-1830-FB5E-719C-4F64DF887566}"/>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869E45D-08E4-05F5-4A4A-6505A166851B}"/>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A5EFD07-DD07-7358-074C-14CA99967553}"/>
              </a:ext>
            </a:extLst>
          </p:cNvPr>
          <p:cNvSpPr/>
          <p:nvPr/>
        </p:nvSpPr>
        <p:spPr>
          <a:xfrm>
            <a:off x="6174124" y="2600021"/>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8E0151B-8703-27B8-DCEA-EEA02C278B6F}"/>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4E550E1-F265-CEEA-6481-5A38448FB7BC}"/>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9513901-5287-3715-EDA8-BF5892FA3ED4}"/>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9489E62-9E7D-1DA0-C5D4-635E3C12D499}"/>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88B3E50-272C-01E7-1689-10FBEDD1CEC6}"/>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F6A89AF-C3A0-AD5A-1B2E-DD6BE8C9A175}"/>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19A3074-68D9-BB0D-178C-CA6E2D0977BC}"/>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9E7D5B3-506A-06CF-2EA7-70579835C5A6}"/>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FDE6356-BCC2-DFB4-62A8-68BC2243D371}"/>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360A06F-E949-3FD2-8798-F8330513163B}"/>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FB97FA5-DB31-5A82-B6CD-023365A7960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C199CFB-88DE-4843-FB62-B0D662306B68}"/>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7845DD34-3B9C-DEF9-213F-A69ACCB71C49}"/>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BAD57AB-FEA6-A43F-B9FF-4C4AEC226387}"/>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F098B77-7ED2-DD94-3B0E-7DA4C585F103}"/>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7B80013-8623-4B0A-EF88-42CFD48987C4}"/>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02E0BEF4-7291-1A2C-1743-D6D3CA4DA575}"/>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4E0D481-8232-9C82-793B-A833E6C9551F}"/>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56C6A42-3963-18BD-167F-3D5CE8EEBC48}"/>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FFC21DE-3903-5AD5-8F53-829D53A521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9A30B40D-60DA-6E7F-035F-F0E32D55B1CF}"/>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4DC1356-AA6F-4BEA-CE4D-0E8BB294EDF1}"/>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B4A0838-5718-44F3-63D9-BEF839850CC8}"/>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37320A-6442-048E-303C-CED021A27256}"/>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A5572F59-C9D6-C40A-7A4F-AF4B6FA269F0}"/>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63BF777-670A-4BA6-B205-B10C53B0A0FD}"/>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16E5B41B-2D11-027F-CCA2-F965E9455246}"/>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DED3C1A-D12C-1388-82B6-162E85492682}"/>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E4B60F9D-A065-DFC4-4810-CDF7E3B38756}"/>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CB5CD21-06B4-A621-DB36-0D501526C188}"/>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293977D3-B36E-CBC9-0F08-CB45B221D9DE}"/>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BF592766-B1F5-46FB-1292-9F6D0B24701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4FAD2DE-2FA1-359E-DE15-CC3C5D42C2A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D88A413-9308-6DB4-9F3B-E6B99D082FF1}"/>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EACDF7E1-D0BD-B943-391E-A4950384ED5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E6E3A76D-418F-0FE1-36C0-A864780685D1}"/>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3FC3479-369E-5D7C-F5B9-3947EF469305}"/>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ED882019-DA9D-EE0F-914C-60A9867D7A86}"/>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5BD24E4-ABE8-6158-4177-82D39F53E8A3}"/>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320DDEF-856E-2D4F-6422-4876077F610A}"/>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5AFCE93-7D65-3F42-679C-D37B79D90501}"/>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FA0C322-3997-FBBA-AD85-E55F9CA69CC1}"/>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CDB98D9-FED3-EF93-7CCB-7C860C10D5FF}"/>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B84C247-683E-7EB3-6B72-A2324D1FBF54}"/>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697FFCAE-B578-0A6C-7961-524DFF7F9D82}"/>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CA16633-737D-9C46-D4B7-CA4B274541FA}"/>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BD661CF-D472-7EC2-87EB-0DBAF2EED6D7}"/>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C656C1AD-27D4-AC49-3D80-5726736E755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3F5CFE5-FE95-48DB-A497-FF00FEAF37E3}"/>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63F47EF-D0DF-778C-E501-AECA594DC41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A764E3A-4A65-0272-F7FF-27A39198DA9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0754AFEC-7B55-D34A-063E-10F63CA7222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64F8FDE1-8DF7-67CA-DC8F-599E58A578D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B4928E1-77FE-3B7D-024E-D258744BCAC7}"/>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58BC3DAA-CB66-D661-2C98-CC351E0AC6C2}"/>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12029AB5-6457-19C6-7DF8-5C8AE042E9EF}"/>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A3693373-5595-F956-051D-51771471E708}"/>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25099D7-424C-31ED-BCFA-06F2AC173175}"/>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327F3E6-F49B-71E2-3D80-145A37167CC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350E2A29-D829-494A-5D6F-789A9DF7BCEB}"/>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89FBB852-E3B3-11B5-BBD9-F20F33C144C9}"/>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B796816E-9433-8776-E5AE-0CF20342F01D}"/>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2EB030B9-1F57-6C24-C321-094D42CCC5CE}"/>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96EEE54-62B0-9340-C464-76F820C759C0}"/>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BD40C78-E3A4-50D6-D4F8-AF43C850578B}"/>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017F0A35-9736-71A5-5DDD-737AD156538A}"/>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3F38D38-231B-7C23-11B0-CA335B8CA04B}"/>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9877710-5F0F-614C-1046-AAB0048D9728}"/>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306B9C5-5DCE-A1C4-6911-A8E5B4EC4120}"/>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F66DA55-8720-C1A6-33E0-B4855C227A6D}"/>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8DC2D3C-B42A-2775-C3AD-157E7324D55B}"/>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D3DE08D-2DF1-7696-6F59-F3212E0532F4}"/>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249D3575-EC28-B88A-2A7A-746D526DBF83}"/>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4983EE9-D585-F026-E5E4-0BE701B77196}"/>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58A09CB-BA8F-2051-9B1F-2447D442F49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E4356E21-B4CA-D22B-BEC9-59F3C0BC6CF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15C2EA47-CD0B-3EC1-C585-DF47BCCE358D}"/>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9BB3A98-4A92-6678-811A-5E3074D966C4}"/>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A6FE0704-03D0-5B83-05BD-8C1598B6922A}"/>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A71B151-58DA-ADEC-B5C2-E5066094B4A5}"/>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BD1A4F5-96B2-85B9-E30F-1FC4F9A286B1}"/>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79DB852-9BBE-FAD6-3E49-E46E995AC061}"/>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CE75A682-D61E-9F0A-E2B0-930D9408538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4B09DD13-B6D9-1338-BC4F-41ED3C3F0332}"/>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52D6CE0-5B8C-07A6-B11E-54FF43496698}"/>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3554A5B-9432-3614-6606-07016AEED519}"/>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262DBA82-9F50-4F2B-7549-9E03828A9C37}"/>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D78EFFA-8373-8E27-C222-0053DFCB4D90}"/>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C4B9399-E0E1-B305-8A6D-9AE34A498588}"/>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9B4ED05-87F8-7937-BB28-302F914BF13A}"/>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4217FC2-E609-5294-6C0F-7A46E1BF8FC8}"/>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6E915CD-6CAB-0073-27C7-9A70878D379D}"/>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E07E2E8-7EBA-CC16-68C1-F15E83B52554}"/>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3102AA4-84D5-AC65-5498-10A1B34E7FA5}"/>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E337454-6FA4-4CC0-102E-BC8BC13817D1}"/>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2. Enter Quantity required">
            <a:extLst>
              <a:ext uri="{FF2B5EF4-FFF2-40B4-BE49-F238E27FC236}">
                <a16:creationId xmlns:a16="http://schemas.microsoft.com/office/drawing/2014/main" id="{0325CB50-321B-B5E9-057C-CF73A9FA932A}"/>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S12. Enter Quantity required  - At SE Electrical Distribution</a:t>
            </a:r>
          </a:p>
        </p:txBody>
      </p:sp>
    </p:spTree>
    <p:extLst>
      <p:ext uri="{BB962C8B-B14F-4D97-AF65-F5344CB8AC3E}">
        <p14:creationId xmlns:p14="http://schemas.microsoft.com/office/powerpoint/2010/main" val="2291504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DD6EB-A1A4-9EA4-921D-303C03BFF67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B3D34859-A2BE-311A-DAE5-D2EF2223B2C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8DD9BD6B-FF16-6016-3C90-DB57B8F8B24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A64FB84A-F1DC-99FA-D2A0-B5D55677472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3BA6346-2128-C8D1-E595-EAA5BB94D0E4}"/>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EDD1390F-D3D9-B476-97AD-6530173C78B6}"/>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4F4736C-0732-4C10-382A-BAFC3FEFC263}"/>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5AAF367F-49AD-4BBD-9E96-46A419163D3C}"/>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218BA49-2CD7-47AD-1BB2-3125674CA28D}"/>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9887BDB-3344-7D44-96A7-1307380B0348}"/>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3331F31-AEE5-39FD-2AD4-04F2D9D14E3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F9B2871-BA7E-99CA-7710-21AC3A662DDA}"/>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9953D16-5A03-D7B7-F50F-A14FA5B49579}"/>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268F889-8AAD-D4B3-2434-E1FC4835A5A7}"/>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053EB22-77EE-5827-8F3E-94014FAD869B}"/>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3C093CD2-D425-A583-6187-74AB629957A4}"/>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3E06F702-F81C-1587-5A98-406EDD088948}"/>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16FEE192-BC79-64CA-4661-A97EDCBCF4EE}"/>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53FAE5E-C404-62BE-8881-03CD6FADF494}"/>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B788CB30-C1EF-DE88-0C65-198475C112C9}"/>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CEB64C5-228A-EC64-B3E2-31ABDAC8FDB0}"/>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6B5C9DF-9B21-DC52-841B-DDB661B946B1}"/>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5C34902-BD18-DB5D-6D6D-3753E8621A47}"/>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45A319F-0E5F-2FD6-1D3B-AFA558003877}"/>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86D0681-053C-9212-76E3-425B691AC8C6}"/>
              </a:ext>
            </a:extLst>
          </p:cNvPr>
          <p:cNvSpPr/>
          <p:nvPr/>
        </p:nvSpPr>
        <p:spPr>
          <a:xfrm>
            <a:off x="7375892" y="259794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95458DCA-F719-1E3C-1F07-4485B83C3B4B}"/>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C35511B-D88C-B009-C287-43892D7F7720}"/>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D7E13371-45A8-00AE-A1A3-919BAF9225E5}"/>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60F9B8F-2FD7-535C-1E30-B153B8744313}"/>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FD77D76-746C-6C4B-49F6-0712E642F6B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BF0B8F3-E293-CCB2-8860-EF48C7BB4713}"/>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FBFF93C-C0F6-C377-8F49-BDF9BFD8FB22}"/>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24091484-F4CC-C563-2909-29C56F801AF5}"/>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9857EBDB-4D9A-3796-BD09-7E33BF388151}"/>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E78A7B9-5082-5309-EB33-9DBBA489ECBF}"/>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93FD245-A974-E7EF-5425-859106FD20A7}"/>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3E431289-EAEE-9478-E8D3-9CA8B0A95DEF}"/>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6D1D114-63CB-65BC-F662-9C33A8D6C50C}"/>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F3DF668-A093-D247-4BC2-E4B3135C224A}"/>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8983CD8-B11F-1F6D-7076-84F3A8CD879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7AE9F21-24B8-DD2C-EC52-03A62080F493}"/>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88D578AE-CD42-ED0B-C517-6D7B81A51242}"/>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9036F2F-DEC5-D5D5-8342-7EDF284FCAB6}"/>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DCD7553B-CE0B-9DB2-728E-DDBA505D5063}"/>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9866A62-44EF-7581-B0B0-1F0B70F8434B}"/>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759E1BE-2D92-41C5-8D5C-99B079D6A554}"/>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3BE798A-D76B-CB24-BA92-A5F8AA37ACDE}"/>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EE2A9EF-0241-9A1F-6E75-A028CC7CDD1C}"/>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1A041A49-5A74-9E6C-F224-D3BAFCB4F6AE}"/>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A3E5D29-066E-B7C5-AD7F-4A6CEFFBE457}"/>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E104282-38A6-E3F3-B44E-F2ED745BEDF2}"/>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CD4F307-708B-5EAA-76BD-1E7438F2A945}"/>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44E3AD2-6A05-B30D-D633-928EA8EC41BF}"/>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52B51EE-E2D1-5FBC-626D-D5C543B587A7}"/>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9FEFC27-318F-C857-4B59-D82BCCBBD7C4}"/>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897BBCD-7D06-A59F-A612-B854129FD61B}"/>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533C7A33-7D55-1A60-4668-827E9125A605}"/>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A07631FE-A05B-A978-4897-80354E32975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BBDB626-9E1A-0F30-E5D2-288407D4D934}"/>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E135671-C364-E402-A80F-2CC176D4596F}"/>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3D9EC41-1830-8214-D745-18BB13B1589A}"/>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D380CCD-910C-7C01-FF1D-B60D922EFDD9}"/>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A994516-008A-46B2-8A01-F241A93C8015}"/>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D3D43FC-E915-727E-5E38-F5475877AF8F}"/>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AC9245E-6E0C-1FBD-103D-2AD563AF5596}"/>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A534B947-FB28-0546-0789-4514A5E56EA8}"/>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78A6B87-657B-3CAF-A6DB-F841A758AB54}"/>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BAE4933-8306-31EB-2299-54AE11B496B4}"/>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D3D1441-A0C4-5AA9-AF3B-ECF11A55E22D}"/>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A3006634-AC7A-9CC3-7877-4FF900BC8569}"/>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4899987F-2DB3-0005-D8C2-58284EF686EE}"/>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5D93350-C4DA-15CA-4051-1C02E5D71EB5}"/>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D7426DD-94EB-7B4D-F28A-2BE570C7C329}"/>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E37E79D0-C964-6ACB-ABE3-9A68C0049E99}"/>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516889D-DE9A-90B6-9B07-AD667F26B08C}"/>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179643E-A0BF-B13A-701B-4B389486ED8E}"/>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B95A0B52-B524-ED25-0879-13CF386DBE7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E59531A7-0512-0CBE-1727-9BD2EAA5064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A862526B-E62D-14F6-BD1A-B6C5B0E91A75}"/>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9DB19CA-FE2F-CC05-1F25-FF15EAC77228}"/>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B34FD3ED-9819-1FEA-E495-87BF314EA7CE}"/>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A08F40B-D5E0-408E-EA7F-D8F086FC12AB}"/>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50FD1D7-AA51-1B19-23C5-6E17E334E39D}"/>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76BD5DE-7EF0-6E04-2A8A-973F015CDB53}"/>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6443A7BC-8639-7AFD-CD36-6FBC946F437E}"/>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CBB82FB-2CC0-BBFA-2667-7512817B5150}"/>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C1F0BCC-1CDF-A5C0-B91F-B33331DC25A6}"/>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46ABE55-8C72-8A69-7083-75ACDC13CE82}"/>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FE26651-06B0-9D0C-7A82-6A6174F695DB}"/>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E61A1C87-D65B-4748-D076-A475A7ED4449}"/>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620D922-A26B-D9A4-6D29-E0F2F5998699}"/>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F980DC2-7788-CB88-6685-685DB3DF47E0}"/>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B6AF5B7-CC3A-B385-E487-0D969E8541F8}"/>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4BC4917-F3EF-80EC-F186-E0202D92C7F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54189A0-31EA-0C78-37B6-75E64D65569B}"/>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008FBE4-0882-828B-6906-A0A3614A5946}"/>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870006D-F5FB-C4C7-CDC1-0DF23CA51171}"/>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70D5DAA-011C-E891-4C5E-B0039EFAFDD4}"/>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F7679075-4A31-0847-27F9-F12901BDF818}"/>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99305A4-0A6C-C364-666F-BA2A6BDB9235}"/>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53071CFD-9781-9700-C4A0-D558A1AE50B6}"/>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614C019-ACBA-415B-1D69-CE92DFDF1CFE}"/>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8019CC4-6CA4-4EA9-88A5-84C8DE807699}"/>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5E207C47-4EF2-550D-A507-1B0CE8ACCAE2}"/>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5183057-D963-E890-BF13-52A80C73C60B}"/>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11CEE7C-C32C-6766-46A6-240B1318B67E}"/>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2FD7869F-4B1A-C81A-3EC2-3DC4EEE1E62E}"/>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C94C6FE-B24E-03B3-95F6-10145ED1C810}"/>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306F65A-01F7-C4AA-62A0-D8F49E2D44FE}"/>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249DD77-66CD-D293-F985-C7A17D4E8C63}"/>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7230535-E593-2522-2745-16FF6D8D064C}"/>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3C1F2C0-873C-D9F7-1EFB-13471F96241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5D51290-5DFF-64A0-0E70-98C693D21843}"/>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0F52B3E1-561F-392F-A5D1-54803DA48C9F}"/>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4C02713-2A28-7F37-6DD0-81E91D6355B7}"/>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D173D3C5-5097-1DE8-7A70-211E6F265277}"/>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5CCB39E-C875-8201-D919-86A7111F6B10}"/>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427156E-0348-903A-D188-E3563F930835}"/>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9CC1FD3-E704-DBA4-6CBC-A20D60F4550D}"/>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9B7B7FA-5E08-8864-6C6E-A7B8F6430696}"/>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3. Enter Price  Optional as system would offer best price for the customer-">
            <a:extLst>
              <a:ext uri="{FF2B5EF4-FFF2-40B4-BE49-F238E27FC236}">
                <a16:creationId xmlns:a16="http://schemas.microsoft.com/office/drawing/2014/main" id="{244FC1BD-9302-DA8C-4DBF-ACBDF5265EF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S13. Enter Price  Optional as system would offer best price for the customer- At SE Electrical Distribution</a:t>
            </a:r>
          </a:p>
        </p:txBody>
      </p:sp>
    </p:spTree>
    <p:extLst>
      <p:ext uri="{BB962C8B-B14F-4D97-AF65-F5344CB8AC3E}">
        <p14:creationId xmlns:p14="http://schemas.microsoft.com/office/powerpoint/2010/main" val="2667891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D8D2-C44B-3E33-B98F-B371F78C4A83}"/>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456AE183-1FFD-31C2-1B26-489AC2532C10}"/>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CEA9BA72-2864-F6E3-D377-489013E8E97C}"/>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DD855F3-2364-B533-C5AE-833067E7935D}"/>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08C8FF84-9839-D9B3-FA6A-8A339C2FFD8D}"/>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0C36D8BC-1486-C74C-FD00-EFA11308F702}"/>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950F77AA-DCA8-00F6-BE48-CF73BF7EEE12}"/>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D3DF19-9033-62F9-AA3C-3C0FB5DD1861}"/>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19901E7-E8DA-0ED3-BA9B-2609B955F263}"/>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293886A9-4A9B-30C3-5634-AC2695D77087}"/>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3E64216-AE57-267D-790E-AE2B03D77925}"/>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D2CF9E1-648A-B5E4-748B-CFB19F84F731}"/>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BB9E9B4-CFEE-6573-F6FD-671231794F11}"/>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3741502A-362B-B8EA-B189-CF6214EE260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49D5755-23E0-A87B-5890-02E7C7F2EBF3}"/>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7E044A0-98B0-39BA-1CD4-436ED8942F28}"/>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FA3C3E9F-A484-4DDB-71E2-1F07595C88FB}"/>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7E14BFFF-5566-C4B7-63CC-86E67400BF01}"/>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C1B01FE-EB52-A532-009B-0188934DD1CF}"/>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06695D0-69D2-DB70-A3AA-A740EFE5FA5C}"/>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129D51C-C0E8-9571-9974-7022C6593505}"/>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58BCB1ED-439E-2440-C862-2A7E0FF06A69}"/>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F0E8766-2655-66E9-A5D0-39362EC785F8}"/>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62B76CBD-CF5F-1711-4059-210CC998B74F}"/>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C3A30BC-4A4D-AEFB-E430-6FC53AB32FF0}"/>
              </a:ext>
            </a:extLst>
          </p:cNvPr>
          <p:cNvSpPr/>
          <p:nvPr/>
        </p:nvSpPr>
        <p:spPr>
          <a:xfrm>
            <a:off x="8402797" y="2512210"/>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D98D798-207E-0A65-79AD-4BF76967C685}"/>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42621E6-DAF5-514F-658A-67FCA458A796}"/>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2577595-4A1B-1E8C-4B22-D79CEC089FAA}"/>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CC62EEA-C369-F5F2-64C5-ED0D0E11D34C}"/>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A3030EF5-4148-B725-8467-3EE4351645F3}"/>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66CCCA0-9D25-C32A-EF0F-928E3034567E}"/>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9897E74-38B7-1842-897E-0CA1B369D19F}"/>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B1EC907-BC7E-E199-7D6D-FECB0A82832C}"/>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2A218974-5D10-1889-9186-703A5AABE100}"/>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1DB07A3-B59E-07C0-4451-2A6281FE15B6}"/>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22406839-ADBC-0297-2588-9165A6817217}"/>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8BC555E8-316C-CAAE-B116-399AAD2E0D4D}"/>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150AB8A-DDD4-1270-4090-012255C3C536}"/>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00E6B25-2AB0-7828-206B-6BD6FAEA6D14}"/>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1C08758-B599-41DD-12C7-C31D70514848}"/>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C487663-96FC-3527-069A-B397196BCAD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59A3B23-8B00-0ECD-D9F7-20425F61D767}"/>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CA28EB1-74F3-6369-F9D1-4CBB23A44C70}"/>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4DACE58-D336-29E8-55FF-BEE28909869B}"/>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5C3EE30-0ED9-B582-1564-6B1665ED73FC}"/>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3512F1BD-3E64-007D-3016-CB06AB282D44}"/>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A1B13127-9A74-62E5-C8B2-AA2D5B05977A}"/>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FAF7D738-F85A-3D4C-7FB5-1E6B2B1FA3AA}"/>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DD9D6F5-66F3-20B9-86CB-F5E82AE6F158}"/>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1D78ED73-9D9D-A29B-9685-33877BB6B227}"/>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CB0228D-A948-37B5-03FD-F4EF7BFF0AEA}"/>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14ED0D5-C8FD-0CE0-4645-FE6AB46BAA51}"/>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F4D332C-2EAB-07EF-999C-E87562C30ED7}"/>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853498D9-8293-2578-6B5C-68C4739F2800}"/>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7637C79-5901-0D4E-8A69-181349E1FB15}"/>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E756AD8-102F-03DC-76D3-F77FB68B9C4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B4D058A5-6AFB-3428-161E-2F1130F5B97E}"/>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68EC2B8A-D998-BCA9-8CC6-B808814574FF}"/>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9EF4604-2C0F-DC6F-BD6E-73C2DB53FDBA}"/>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BD9DA68-2AE6-6CD7-9630-8A4BC59B733D}"/>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96F463B-F72B-219A-F915-C1E4469D2124}"/>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3076DC4-76C4-850F-2C2A-348C6F73082D}"/>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8FF837F-A05F-A3B7-521C-C00D49AC30B3}"/>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725A0C3-FED0-D770-4E5C-16EF8079DC2B}"/>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401447C-D56D-EC43-36EF-E6A58DA9B104}"/>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23B01FEC-670E-08E7-13AF-A54E92E19B0C}"/>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2939320-00DA-8C38-B8F9-36CCE58038CC}"/>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9FF7CBD-FF61-819C-96E9-34200EC4923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13F5FBC-007F-CF10-01B1-767DCB789F97}"/>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2CBCEC93-2536-141C-9145-A1280388E900}"/>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FEAE14B-55E4-E1D2-07A4-9CC05E8B70D5}"/>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D8FF36C-0733-48BC-D36D-2226F37AF98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F0A374B-B26B-48F8-E7BC-98FA6B66AB76}"/>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130E84BA-E4EC-6E9A-A964-55A950820038}"/>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E59D241-FBB4-B6A9-051A-D8F0F57CE0E1}"/>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440ADCC3-F1A2-130B-B491-89757A601FED}"/>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727FDC9D-D613-8FEA-4992-C78EA3BA5EA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1BFBFC4-7C6A-143D-366D-C9E61C32715A}"/>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C810714-D1FC-C646-6D38-72392CEA4689}"/>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C0487B2-60A7-0154-FE94-8C6DCCE78B79}"/>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B5AACDF-FA7E-109E-C8B7-695677A162C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ADA02BB-4C19-1435-6D4D-534DF034FB3F}"/>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9A7AFD2-2325-C2B3-F79B-90A9B739223E}"/>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3F28916-5078-C23E-3529-7F6DD97E4CBC}"/>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65520570-47C3-CE47-37A1-903FE993F9B6}"/>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B56EB99-FA42-4F7D-D842-46A61EB6CD88}"/>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76C5852-C310-7224-534F-5474DB74B031}"/>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FE2FE11E-FC81-D485-425E-691F44FF541A}"/>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C502CA1-AAF9-96BA-B860-72B8C86C3BA3}"/>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0FC78F16-FD4F-FDBD-26B9-63BE01534F95}"/>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4ADFCC2-EED0-6630-21CB-578119EFCB12}"/>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50F71B4-83B6-44C4-22A6-9CA72EA0CB01}"/>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66ED60F-256C-2465-A1A9-5B5E10EAE257}"/>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460F42D-80E4-DC6E-7BA1-3074CB3D91D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099C997-DFE4-AAA3-4C14-AFCD67C284B0}"/>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44D06537-E581-3509-D95B-46DD8292DB87}"/>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3A81471-5C56-C22D-79F6-41DF8919A0A8}"/>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266A24C-81D1-3186-8FB7-DE020C65D7D9}"/>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ACE4046-A133-C9FE-2A3B-1EA4A718F63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8B73761-E951-A345-26A9-AFC16A5AE67F}"/>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BBAE9F5-0606-3206-DCF2-086AF1984887}"/>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C8444A7-8EF7-C48B-5D31-179346B2A49B}"/>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C07F3FAC-243C-F6C4-7309-AEBAD43DE7FB}"/>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8ECD338-B3C5-C6AA-2EDF-7E98F01A6808}"/>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532975F-D136-3F72-03B9-F1B64193B0CF}"/>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66CF8D59-B385-9ABA-2DDB-5578414BBC5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24AB62F-0AB8-D5F1-BB5A-B7E9A38BD133}"/>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686152F-9C74-B181-6046-5DE7664B3824}"/>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7D6C77C-0C4B-5CC3-93CF-3D900C270807}"/>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38C2EDA-1252-9B2B-3A19-4E4928A1A52A}"/>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2D26020-E85A-E692-2C11-1E53D94C924F}"/>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CE596EE-5217-8C9C-9BF2-8CAC0D3100EE}"/>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54AEB1D-D095-CBFA-E272-743C1C2BD3E4}"/>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425E17D-C9C6-89BC-013D-C9AF11E70DDB}"/>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11603AEB-D7F4-FA09-A2CF-162380C1351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76649047-5C9D-A268-4DEB-0A7DE403D134}"/>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3856E4D-420F-1B9C-426B-433FABCB2A93}"/>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30FAA87-5CFE-FB49-2275-A6F563FE8D52}"/>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A4E6BB2-4D77-E5F8-97C6-F78072BEA718}"/>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6D120BAE-4D82-0C9D-3832-BB110AF3989E}"/>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D4. Last product?">
            <a:extLst>
              <a:ext uri="{FF2B5EF4-FFF2-40B4-BE49-F238E27FC236}">
                <a16:creationId xmlns:a16="http://schemas.microsoft.com/office/drawing/2014/main" id="{22077048-C3FC-B2CC-FD4D-0850F93186FD}"/>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D4. Last product? - At SE Electrical Distribution</a:t>
            </a:r>
          </a:p>
        </p:txBody>
      </p:sp>
    </p:spTree>
    <p:extLst>
      <p:ext uri="{BB962C8B-B14F-4D97-AF65-F5344CB8AC3E}">
        <p14:creationId xmlns:p14="http://schemas.microsoft.com/office/powerpoint/2010/main" val="2540235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84B3C-E88C-5919-D25C-7D292533C9B2}"/>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C2C0155F-6383-977F-CE69-35EC653C85DB}"/>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E89C81EF-DA88-ED39-3A80-D28585CDC77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883AF9E-B106-61CE-A672-6043575C21D0}"/>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8E6B818-1E0A-C540-BFCC-CB3267B04B5B}"/>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4FE8BE7-B873-749B-FE9D-50C93634BDDF}"/>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56108D8-CB33-B567-F553-0CFC4EB46BC7}"/>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DC7B1F0-762D-8332-4A2D-E9EB59DC9494}"/>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6517F23-AA8B-63B4-F62D-55509B548E49}"/>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0492C821-D1A1-2AE7-640B-D9903EE94DEE}"/>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77A12C8-DEF2-4658-C2D3-58DEA42D4F5D}"/>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4BFBEE9-1303-0915-1390-3BCAF63954FE}"/>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F105F238-5F58-AABE-4882-59791010123C}"/>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3E57574-DDE2-DDF6-800E-1E64BEA59671}"/>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F7FE3CF-5F39-6B8C-682F-ED2BCF90CFEF}"/>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481FCC49-AAC0-5B78-96A0-6F2F24C4192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286DA812-69E4-C489-8DD6-E330D81EC477}"/>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566C7B7-42D2-5C29-0796-9DE8517EA00B}"/>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D539A8DA-CAF1-0D92-30C2-557AB075A4CC}"/>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9A8793F-C7CD-153D-914C-DE777FCE5507}"/>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5B6AE15A-8CAF-1998-63ED-D0E2A23CFDAB}"/>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0F542C2-4105-DBB9-137A-D7916ADA3DFA}"/>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6FE4943-C312-39AB-9E6F-7326E0744F39}"/>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08E59C5-3510-04C5-3DC9-E4029F0CB7D6}"/>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B9F22F99-27FF-CF2C-E3B4-525C93BDFA23}"/>
              </a:ext>
            </a:extLst>
          </p:cNvPr>
          <p:cNvSpPr/>
          <p:nvPr/>
        </p:nvSpPr>
        <p:spPr>
          <a:xfrm>
            <a:off x="9088094" y="2570823"/>
            <a:ext cx="986960"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654CB1F-D803-98B9-2546-B4422E5C6020}"/>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4010430-8B41-AC1D-1C00-73AFD62CF952}"/>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DBBEA07A-FBC0-FBEA-6E5D-618BB0D96DDB}"/>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EA4C8EF-900A-D701-F937-F7504DF84E9A}"/>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FACDB12-1FA6-EC1F-D5E6-3D82037FD48C}"/>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792741A-1593-DF05-4F29-B8CAC002598D}"/>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A969D18-0D1A-C7ED-BDBF-2BC084F046A1}"/>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54FA7274-581D-D194-4044-4033B965AC8F}"/>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1CB8D93-3B23-1268-CFE3-AC7C82901534}"/>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A9810B8-1BFC-3F87-C18B-203D4848439C}"/>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31FF90B-66EE-D09C-BD48-B8D3CE994C76}"/>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B98A753-9D20-92BA-E9E3-AF8C36FFF130}"/>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E1EA14E6-E448-F06F-5575-0733796A1F31}"/>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4E95DF9-DFF1-4D33-A503-6F6C1A02FFCF}"/>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488513F1-BC59-35CC-6471-28C2E2A068D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5AB80B7-A67F-B55F-3562-EA8B66647D7F}"/>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7E15A82-3285-900D-756A-77B4D53ED3CE}"/>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F5B152E0-CF95-80E5-95A3-66A8EA2D487E}"/>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6551F654-51CA-C5B4-EC70-A16BE3402280}"/>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F71BF2B-6D69-7530-DF36-DE23A35EDCFB}"/>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5021F2A0-2571-7528-B10A-2AA3C2346E42}"/>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96C41C5-4CF1-5403-10E7-3FFB182CD7C5}"/>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D9EF794-5853-0438-5313-6BEDB0B2EB06}"/>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118C72E7-52CC-C20E-392C-7D2A8CF26AF1}"/>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FD5BEED-C1F0-B6AF-A880-4A57984ADAB5}"/>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61EAB6E-CB0D-EB53-7EFC-F7CD3DED3EF9}"/>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E1CDF54A-F6D0-1BBA-0EA5-F9E046B0DD93}"/>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44D99D3-E2ED-EF3B-9993-DAFC16E36F10}"/>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3E94E8C-A461-BA67-554F-1F621CCBF12E}"/>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EF9322B-A5CD-545D-73AE-F1C0D85C5FFB}"/>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BBEACFF2-0AF2-F9A1-B0D5-4C91F2EE26EC}"/>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AB791D4C-C054-F1F8-6B9F-7A2E98E3266A}"/>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68B4CDB-77B3-50EA-370C-B53386F80F14}"/>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58E4C1F-0C44-E76F-6886-96ADF6F51005}"/>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D936DF8-B9C4-C4A5-23A7-1FA977D3B2CE}"/>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DCA8CED3-F931-9723-BE61-F58D18BC42CC}"/>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9EFB93EA-FEB6-904B-1356-E85A9C497EBF}"/>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8BEAD3DA-CD9E-7403-280B-C5342228E422}"/>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767681BA-F2E8-E08E-341A-20F99DDD00EE}"/>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B3DA5380-4522-A165-5998-D61D7AFA3F17}"/>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530BF2BD-E005-536E-B626-8CF2657CE5C9}"/>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9796FF5-9370-5702-32F9-B3B4326F2352}"/>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1F3E9E5-C6F0-50DD-4E04-7A6C47D98EA0}"/>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FFF4657-9921-5AAA-3B05-21CFA72E0D73}"/>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DEB1F6D-B67A-4C8C-EE1E-400A65CFA61B}"/>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483C0012-B3B4-4D6D-5F9E-649210B1DCAB}"/>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6506BD31-6E23-53EC-BA00-F4A0914365AF}"/>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BB11555-BD01-4C30-8F34-35F9E2F6DA12}"/>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B4679EF-2A7A-C459-9A2C-5F45A6359FD0}"/>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811655E-A09F-D490-0881-DBA091E13AE6}"/>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5CDA5B4A-AD57-C565-530C-5E4CA24E6279}"/>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DA5F0133-8E97-9DC5-E5C5-05B0452F7A9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6F18033-3D25-270A-504A-A22B7FDBF408}"/>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BC613709-E395-2623-E165-D57913A66245}"/>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9BE58F2-E134-C066-1D80-2600B541B9CC}"/>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E63467A-B990-1EA0-88D1-7148874880B8}"/>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9009370C-C07A-AAEF-4BCF-B14F520C7954}"/>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9395D81-E7A9-C313-4BDF-B732E2C4EB0A}"/>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A9759862-28BC-D185-9192-55A2B29F7490}"/>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BE0D10F-1495-CC8D-A1BE-ECAA1D60AB6A}"/>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77AFA99-00DF-0FA8-3D6C-0FD287D9DE83}"/>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1469DD0C-0419-29ED-613C-BFB1ACDC91DF}"/>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7A03BFFF-4118-322E-FC63-794C755A2744}"/>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0C9518B-C4BA-3DA0-0EEE-99D85431693D}"/>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EE10B7F-EE42-5503-2E90-4369262155F1}"/>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4BEE2B73-4AC8-8247-63D1-35AE9CB306BD}"/>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BBFCF7A-86B3-7564-6F0F-C31E5BAC2422}"/>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2BC5984A-25A2-6302-DC3B-9E9B15ADEEE6}"/>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895804D-54D2-79FD-ED70-3284C9ECE415}"/>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74C3607-E8D6-49A6-F866-577EF8CBFC1A}"/>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251A572-DC12-6121-86E3-89F9651258FC}"/>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BF9DDCA2-1F77-D2EA-833D-01471F0965E2}"/>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9D400EF2-55A7-082C-9E35-7C0D85DA76A5}"/>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296DD24-D262-BC56-3F3E-E950CD2E80EA}"/>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0BB729C-396D-E939-2FED-D9A5321F078F}"/>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5DE3A22D-D996-57E8-B896-2518DA14CC43}"/>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8025E0D-A791-B933-AFD7-7FA1941EE8A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BE6B988-49F8-9A89-4C3D-6A169A6600E9}"/>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AF92046-CFCE-2F52-951C-070AE52134E4}"/>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03BAF894-6E00-45E4-0AD7-B47912DAE86D}"/>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2110F43-9FB6-5978-C577-D8B982CCDDC9}"/>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42613B44-1595-2F2A-AF27-A0CDB5AE0581}"/>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53172E0A-433A-1293-BCD5-CAEB5C9FA4CC}"/>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0DE12C7-BCDB-A84D-20D2-EBAB75584E24}"/>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49E1B963-0A86-53EF-709A-7C73D4F2AAC2}"/>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874D70-8C6F-1C3E-7D6C-637B92E45D8B}"/>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66B04CC-5952-D532-4E49-AB1A819D4CA5}"/>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D6AF001-3439-8404-2EFF-47F6B560B602}"/>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4EC57A93-A10C-D48A-960D-176FF472F798}"/>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F261453-82A6-D18E-6DE5-4CFBD81D18BE}"/>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9277FED8-F481-9A7B-993A-838237A02CD5}"/>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81B595AB-3292-A049-BB0A-42E8CDB037B1}"/>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B9F7C31-C52F-1D21-5ABF-9CC9E6637A20}"/>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2E0FB0D6-7CE3-C359-D910-A854064B55B3}"/>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ED92DEB-0EA0-BAD2-9004-B47905CD0254}"/>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Y4. Yes, No more products to enter">
            <a:extLst>
              <a:ext uri="{FF2B5EF4-FFF2-40B4-BE49-F238E27FC236}">
                <a16:creationId xmlns:a16="http://schemas.microsoft.com/office/drawing/2014/main" id="{57A61352-DBDF-59BC-3BC2-E57866B26700}"/>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Y4. Yes, No more products to enter - At SE Electrical Distribution</a:t>
            </a:r>
          </a:p>
        </p:txBody>
      </p:sp>
    </p:spTree>
    <p:extLst>
      <p:ext uri="{BB962C8B-B14F-4D97-AF65-F5344CB8AC3E}">
        <p14:creationId xmlns:p14="http://schemas.microsoft.com/office/powerpoint/2010/main" val="25355251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0326F-79CC-00BA-E010-DC051D24BB57}"/>
            </a:ext>
          </a:extLst>
        </p:cNvPr>
        <p:cNvGrpSpPr/>
        <p:nvPr/>
      </p:nvGrpSpPr>
      <p:grpSpPr>
        <a:xfrm>
          <a:off x="0" y="0"/>
          <a:ext cx="0" cy="0"/>
          <a:chOff x="0" y="0"/>
          <a:chExt cx="0" cy="0"/>
        </a:xfrm>
      </p:grpSpPr>
      <p:sp>
        <p:nvSpPr>
          <p:cNvPr id="44" name="TextBox 43">
            <a:extLst>
              <a:ext uri="{FF2B5EF4-FFF2-40B4-BE49-F238E27FC236}">
                <a16:creationId xmlns:a16="http://schemas.microsoft.com/office/drawing/2014/main" id="{2D61E0C6-8050-7E8D-2C1F-1DAA96DB1B65}"/>
              </a:ext>
            </a:extLst>
          </p:cNvPr>
          <p:cNvSpPr txBox="1"/>
          <p:nvPr/>
        </p:nvSpPr>
        <p:spPr>
          <a:xfrm>
            <a:off x="59177" y="5872336"/>
            <a:ext cx="994285" cy="338554"/>
          </a:xfrm>
          <a:prstGeom prst="rect">
            <a:avLst/>
          </a:prstGeom>
          <a:noFill/>
        </p:spPr>
        <p:txBody>
          <a:bodyPr wrap="square" rtlCol="0">
            <a:spAutoFit/>
          </a:bodyPr>
          <a:lstStyle/>
          <a:p>
            <a:r>
              <a:rPr lang="en-US" sz="800" dirty="0"/>
              <a:t>Draft completed on 02 15 2025 19 10</a:t>
            </a:r>
          </a:p>
        </p:txBody>
      </p:sp>
      <p:sp>
        <p:nvSpPr>
          <p:cNvPr id="48" name="TextBox 47">
            <a:extLst>
              <a:ext uri="{FF2B5EF4-FFF2-40B4-BE49-F238E27FC236}">
                <a16:creationId xmlns:a16="http://schemas.microsoft.com/office/drawing/2014/main" id="{99B8AF86-4DD7-1250-A51E-D578394FC73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DB705B4D-CC04-8BC5-C815-93DD0B627BC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5AA707F6-E0FE-43A1-D993-742165F7C535}"/>
              </a:ext>
            </a:extLst>
          </p:cNvPr>
          <p:cNvSpPr/>
          <p:nvPr/>
        </p:nvSpPr>
        <p:spPr>
          <a:xfrm>
            <a:off x="59517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3448692-24F8-8BD7-86E4-4D3B62860BBE}"/>
              </a:ext>
            </a:extLst>
          </p:cNvPr>
          <p:cNvSpPr/>
          <p:nvPr/>
        </p:nvSpPr>
        <p:spPr>
          <a:xfrm>
            <a:off x="118048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79DA2DF5-CA9D-F04C-4DC6-0B4990F0F98F}"/>
              </a:ext>
            </a:extLst>
          </p:cNvPr>
          <p:cNvSpPr txBox="1"/>
          <p:nvPr/>
        </p:nvSpPr>
        <p:spPr>
          <a:xfrm>
            <a:off x="13594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7B11663-D524-4A48-EFC4-9C89EAF2898B}"/>
              </a:ext>
            </a:extLst>
          </p:cNvPr>
          <p:cNvCxnSpPr>
            <a:cxnSpLocks/>
            <a:stCxn id="31" idx="2"/>
            <a:endCxn id="5" idx="0"/>
          </p:cNvCxnSpPr>
          <p:nvPr/>
        </p:nvCxnSpPr>
        <p:spPr>
          <a:xfrm flipH="1">
            <a:off x="127589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2601104-7041-7AE7-AC8E-C4E137182C9D}"/>
              </a:ext>
            </a:extLst>
          </p:cNvPr>
          <p:cNvSpPr txBox="1"/>
          <p:nvPr/>
        </p:nvSpPr>
        <p:spPr>
          <a:xfrm>
            <a:off x="151182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3B479264-C852-CCF2-A5A2-E5CECEDC9AA2}"/>
              </a:ext>
            </a:extLst>
          </p:cNvPr>
          <p:cNvCxnSpPr>
            <a:cxnSpLocks/>
            <a:stCxn id="3" idx="3"/>
            <a:endCxn id="5" idx="2"/>
          </p:cNvCxnSpPr>
          <p:nvPr/>
        </p:nvCxnSpPr>
        <p:spPr>
          <a:xfrm>
            <a:off x="88031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CB89C68-FABC-D428-7115-C9D42667CD52}"/>
              </a:ext>
            </a:extLst>
          </p:cNvPr>
          <p:cNvCxnSpPr>
            <a:cxnSpLocks/>
            <a:stCxn id="5" idx="6"/>
            <a:endCxn id="17" idx="1"/>
          </p:cNvCxnSpPr>
          <p:nvPr/>
        </p:nvCxnSpPr>
        <p:spPr>
          <a:xfrm flipV="1">
            <a:off x="137130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7CD5D61-1525-0B93-0F92-9248909C9B9B}"/>
              </a:ext>
            </a:extLst>
          </p:cNvPr>
          <p:cNvCxnSpPr>
            <a:cxnSpLocks/>
            <a:stCxn id="17" idx="2"/>
            <a:endCxn id="21" idx="0"/>
          </p:cNvCxnSpPr>
          <p:nvPr/>
        </p:nvCxnSpPr>
        <p:spPr>
          <a:xfrm>
            <a:off x="205110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4593DAE-B1F4-9CBB-0463-05940ABB47E2}"/>
              </a:ext>
            </a:extLst>
          </p:cNvPr>
          <p:cNvSpPr/>
          <p:nvPr/>
        </p:nvSpPr>
        <p:spPr>
          <a:xfrm>
            <a:off x="930133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8973FDF3-674F-54B5-A719-36492B110FC5}"/>
              </a:ext>
            </a:extLst>
          </p:cNvPr>
          <p:cNvSpPr/>
          <p:nvPr/>
        </p:nvSpPr>
        <p:spPr>
          <a:xfrm>
            <a:off x="868409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BEAFBD41-EBDC-E771-E3D4-D1166131FBB2}"/>
              </a:ext>
            </a:extLst>
          </p:cNvPr>
          <p:cNvSpPr/>
          <p:nvPr/>
        </p:nvSpPr>
        <p:spPr>
          <a:xfrm>
            <a:off x="874548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77A4185-232B-470D-D205-271C2014F79D}"/>
              </a:ext>
            </a:extLst>
          </p:cNvPr>
          <p:cNvCxnSpPr>
            <a:cxnSpLocks/>
            <a:stCxn id="37" idx="2"/>
            <a:endCxn id="38" idx="1"/>
          </p:cNvCxnSpPr>
          <p:nvPr/>
        </p:nvCxnSpPr>
        <p:spPr>
          <a:xfrm rot="16200000" flipH="1">
            <a:off x="209842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BC0FD3C-EC69-6A4F-2A4A-5AE4450F49F0}"/>
              </a:ext>
            </a:extLst>
          </p:cNvPr>
          <p:cNvSpPr/>
          <p:nvPr/>
        </p:nvSpPr>
        <p:spPr>
          <a:xfrm>
            <a:off x="183008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7461B50-2096-4BD1-767F-3F72154656C7}"/>
              </a:ext>
            </a:extLst>
          </p:cNvPr>
          <p:cNvCxnSpPr>
            <a:cxnSpLocks/>
            <a:stCxn id="453" idx="6"/>
            <a:endCxn id="472" idx="0"/>
          </p:cNvCxnSpPr>
          <p:nvPr/>
        </p:nvCxnSpPr>
        <p:spPr>
          <a:xfrm>
            <a:off x="1074253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203797B-CDC2-5120-EE26-1551FDE64E32}"/>
              </a:ext>
            </a:extLst>
          </p:cNvPr>
          <p:cNvSpPr/>
          <p:nvPr/>
        </p:nvSpPr>
        <p:spPr>
          <a:xfrm>
            <a:off x="260341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8185CB46-59AE-5A71-3B3B-DB54E1F1E84F}"/>
              </a:ext>
            </a:extLst>
          </p:cNvPr>
          <p:cNvSpPr/>
          <p:nvPr/>
        </p:nvSpPr>
        <p:spPr>
          <a:xfrm>
            <a:off x="189656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5B6DF02-F969-7604-B509-0CF7E6D86973}"/>
              </a:ext>
            </a:extLst>
          </p:cNvPr>
          <p:cNvSpPr/>
          <p:nvPr/>
        </p:nvSpPr>
        <p:spPr>
          <a:xfrm>
            <a:off x="571687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2CA63395-1C76-FC9C-270F-5ACB19226B1F}"/>
              </a:ext>
            </a:extLst>
          </p:cNvPr>
          <p:cNvSpPr/>
          <p:nvPr/>
        </p:nvSpPr>
        <p:spPr>
          <a:xfrm>
            <a:off x="504249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7AE008C-7A80-FAE1-4F7A-591388C6F9E3}"/>
              </a:ext>
            </a:extLst>
          </p:cNvPr>
          <p:cNvSpPr/>
          <p:nvPr/>
        </p:nvSpPr>
        <p:spPr>
          <a:xfrm>
            <a:off x="510639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81DD767-699B-F43E-DA4D-3FF6338C9E74}"/>
              </a:ext>
            </a:extLst>
          </p:cNvPr>
          <p:cNvCxnSpPr>
            <a:cxnSpLocks/>
            <a:stCxn id="26" idx="2"/>
            <a:endCxn id="27" idx="0"/>
          </p:cNvCxnSpPr>
          <p:nvPr/>
        </p:nvCxnSpPr>
        <p:spPr>
          <a:xfrm>
            <a:off x="526352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49587A5-9FC1-FA72-8BB6-6B7A5057A419}"/>
              </a:ext>
            </a:extLst>
          </p:cNvPr>
          <p:cNvSpPr/>
          <p:nvPr/>
        </p:nvSpPr>
        <p:spPr>
          <a:xfrm>
            <a:off x="10068253" y="2577898"/>
            <a:ext cx="1166765" cy="7789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D633639A-F197-F4A0-D14B-F68AE10D7978}"/>
              </a:ext>
            </a:extLst>
          </p:cNvPr>
          <p:cNvSpPr txBox="1"/>
          <p:nvPr/>
        </p:nvSpPr>
        <p:spPr>
          <a:xfrm>
            <a:off x="78028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A58B5D4-4862-404D-FA56-C797F46768AC}"/>
              </a:ext>
            </a:extLst>
          </p:cNvPr>
          <p:cNvSpPr/>
          <p:nvPr/>
        </p:nvSpPr>
        <p:spPr>
          <a:xfrm>
            <a:off x="184071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4F16576-0F90-9DB6-0276-D7BBAABF6AA0}"/>
              </a:ext>
            </a:extLst>
          </p:cNvPr>
          <p:cNvCxnSpPr>
            <a:cxnSpLocks/>
            <a:stCxn id="21" idx="2"/>
            <a:endCxn id="32" idx="0"/>
          </p:cNvCxnSpPr>
          <p:nvPr/>
        </p:nvCxnSpPr>
        <p:spPr>
          <a:xfrm>
            <a:off x="205768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9668323-13D5-E541-0E05-D3CC1153E654}"/>
              </a:ext>
            </a:extLst>
          </p:cNvPr>
          <p:cNvSpPr/>
          <p:nvPr/>
        </p:nvSpPr>
        <p:spPr>
          <a:xfrm>
            <a:off x="256636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0E5DE7A-B473-5425-830B-182E999E186E}"/>
              </a:ext>
            </a:extLst>
          </p:cNvPr>
          <p:cNvSpPr/>
          <p:nvPr/>
        </p:nvSpPr>
        <p:spPr>
          <a:xfrm>
            <a:off x="190168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30AE422-E857-BDCB-A0BA-C4E7FF29DD37}"/>
              </a:ext>
            </a:extLst>
          </p:cNvPr>
          <p:cNvSpPr/>
          <p:nvPr/>
        </p:nvSpPr>
        <p:spPr>
          <a:xfrm>
            <a:off x="184169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F488D77A-BE0C-F4E6-09D8-54EC3EB05BC8}"/>
              </a:ext>
            </a:extLst>
          </p:cNvPr>
          <p:cNvSpPr/>
          <p:nvPr/>
        </p:nvSpPr>
        <p:spPr>
          <a:xfrm>
            <a:off x="253667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624F5D4E-7648-6306-A903-3E81E01BCBFA}"/>
              </a:ext>
            </a:extLst>
          </p:cNvPr>
          <p:cNvSpPr/>
          <p:nvPr/>
        </p:nvSpPr>
        <p:spPr>
          <a:xfrm>
            <a:off x="256636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3EC73CD6-5874-266B-801C-87FEEF6E32B0}"/>
              </a:ext>
            </a:extLst>
          </p:cNvPr>
          <p:cNvCxnSpPr>
            <a:cxnSpLocks/>
            <a:stCxn id="20" idx="3"/>
            <a:endCxn id="42" idx="1"/>
          </p:cNvCxnSpPr>
          <p:nvPr/>
        </p:nvCxnSpPr>
        <p:spPr>
          <a:xfrm>
            <a:off x="290083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22761C0-9D9A-8BBA-DCD8-A31447730FD1}"/>
              </a:ext>
            </a:extLst>
          </p:cNvPr>
          <p:cNvSpPr txBox="1"/>
          <p:nvPr/>
        </p:nvSpPr>
        <p:spPr>
          <a:xfrm>
            <a:off x="347257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B9D90C9-7002-E39E-06A3-5CCC3DBD3D41}"/>
              </a:ext>
            </a:extLst>
          </p:cNvPr>
          <p:cNvCxnSpPr>
            <a:cxnSpLocks/>
            <a:stCxn id="42" idx="3"/>
            <a:endCxn id="45" idx="1"/>
          </p:cNvCxnSpPr>
          <p:nvPr/>
        </p:nvCxnSpPr>
        <p:spPr>
          <a:xfrm>
            <a:off x="417049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B34E394-023D-1ECE-2654-F2B3E48D5175}"/>
              </a:ext>
            </a:extLst>
          </p:cNvPr>
          <p:cNvSpPr txBox="1"/>
          <p:nvPr/>
        </p:nvSpPr>
        <p:spPr>
          <a:xfrm>
            <a:off x="483748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8DC50CC-05AE-FB7D-6D08-D0FA72D58AFE}"/>
              </a:ext>
            </a:extLst>
          </p:cNvPr>
          <p:cNvCxnSpPr>
            <a:cxnSpLocks/>
            <a:stCxn id="45" idx="3"/>
            <a:endCxn id="49" idx="1"/>
          </p:cNvCxnSpPr>
          <p:nvPr/>
        </p:nvCxnSpPr>
        <p:spPr>
          <a:xfrm>
            <a:off x="561200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E9C13B8-403C-D7A1-8622-7042A266CE58}"/>
              </a:ext>
            </a:extLst>
          </p:cNvPr>
          <p:cNvSpPr txBox="1"/>
          <p:nvPr/>
        </p:nvSpPr>
        <p:spPr>
          <a:xfrm>
            <a:off x="640282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BFEFEFC-3A4E-95E4-FB86-C96C5DABF332}"/>
              </a:ext>
            </a:extLst>
          </p:cNvPr>
          <p:cNvCxnSpPr>
            <a:cxnSpLocks/>
            <a:stCxn id="49" idx="3"/>
            <a:endCxn id="52" idx="1"/>
          </p:cNvCxnSpPr>
          <p:nvPr/>
        </p:nvCxnSpPr>
        <p:spPr>
          <a:xfrm>
            <a:off x="708049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4BF742F-34A0-B259-B89D-18E3AF4E797E}"/>
              </a:ext>
            </a:extLst>
          </p:cNvPr>
          <p:cNvSpPr txBox="1"/>
          <p:nvPr/>
        </p:nvSpPr>
        <p:spPr>
          <a:xfrm>
            <a:off x="767129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DC882E8B-A375-29E9-25F4-FA98E2789676}"/>
              </a:ext>
            </a:extLst>
          </p:cNvPr>
          <p:cNvCxnSpPr>
            <a:cxnSpLocks/>
            <a:stCxn id="17" idx="3"/>
            <a:endCxn id="20" idx="2"/>
          </p:cNvCxnSpPr>
          <p:nvPr/>
        </p:nvCxnSpPr>
        <p:spPr>
          <a:xfrm flipV="1">
            <a:off x="227213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DF63DFE-CE85-0D92-492E-288FC3714FEC}"/>
              </a:ext>
            </a:extLst>
          </p:cNvPr>
          <p:cNvSpPr txBox="1"/>
          <p:nvPr/>
        </p:nvSpPr>
        <p:spPr>
          <a:xfrm>
            <a:off x="343034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11A8FD0-AEAD-90AB-236F-B88F4D9B8F6B}"/>
              </a:ext>
            </a:extLst>
          </p:cNvPr>
          <p:cNvCxnSpPr>
            <a:cxnSpLocks/>
            <a:stCxn id="58" idx="3"/>
            <a:endCxn id="62" idx="1"/>
          </p:cNvCxnSpPr>
          <p:nvPr/>
        </p:nvCxnSpPr>
        <p:spPr>
          <a:xfrm>
            <a:off x="421707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0E10D65-EFFA-66CE-49FF-37B365F46238}"/>
              </a:ext>
            </a:extLst>
          </p:cNvPr>
          <p:cNvSpPr txBox="1"/>
          <p:nvPr/>
        </p:nvSpPr>
        <p:spPr>
          <a:xfrm>
            <a:off x="478363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9F5DAA8-6A31-EEEF-4B82-5E483650C95C}"/>
              </a:ext>
            </a:extLst>
          </p:cNvPr>
          <p:cNvCxnSpPr>
            <a:cxnSpLocks/>
            <a:stCxn id="62" idx="3"/>
            <a:endCxn id="449" idx="1"/>
          </p:cNvCxnSpPr>
          <p:nvPr/>
        </p:nvCxnSpPr>
        <p:spPr>
          <a:xfrm>
            <a:off x="585583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21B3C11-B4C9-B89B-0BB9-EAF151175187}"/>
              </a:ext>
            </a:extLst>
          </p:cNvPr>
          <p:cNvSpPr txBox="1"/>
          <p:nvPr/>
        </p:nvSpPr>
        <p:spPr>
          <a:xfrm>
            <a:off x="642240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F6D0949-1501-A9CB-CD40-26FF677C3331}"/>
              </a:ext>
            </a:extLst>
          </p:cNvPr>
          <p:cNvCxnSpPr>
            <a:cxnSpLocks/>
            <a:stCxn id="449" idx="3"/>
            <a:endCxn id="451" idx="1"/>
          </p:cNvCxnSpPr>
          <p:nvPr/>
        </p:nvCxnSpPr>
        <p:spPr>
          <a:xfrm>
            <a:off x="720913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21D6478-4EA5-C008-37FB-69E4279EA42D}"/>
              </a:ext>
            </a:extLst>
          </p:cNvPr>
          <p:cNvSpPr txBox="1"/>
          <p:nvPr/>
        </p:nvSpPr>
        <p:spPr>
          <a:xfrm>
            <a:off x="777569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860084D-B66C-4A69-DF21-318BAF392A6E}"/>
              </a:ext>
            </a:extLst>
          </p:cNvPr>
          <p:cNvSpPr txBox="1"/>
          <p:nvPr/>
        </p:nvSpPr>
        <p:spPr>
          <a:xfrm>
            <a:off x="904016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4AE97EE5-C83A-CDC5-5760-E4964DC15362}"/>
              </a:ext>
            </a:extLst>
          </p:cNvPr>
          <p:cNvSpPr/>
          <p:nvPr/>
        </p:nvSpPr>
        <p:spPr>
          <a:xfrm>
            <a:off x="1058877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3A262D6-9545-1B95-A57D-3C0AB9163A5B}"/>
              </a:ext>
            </a:extLst>
          </p:cNvPr>
          <p:cNvCxnSpPr>
            <a:cxnSpLocks/>
            <a:stCxn id="452" idx="3"/>
            <a:endCxn id="453" idx="2"/>
          </p:cNvCxnSpPr>
          <p:nvPr/>
        </p:nvCxnSpPr>
        <p:spPr>
          <a:xfrm>
            <a:off x="1002221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435B2507-BB39-68E7-97CF-ADE65F3FE9CE}"/>
              </a:ext>
            </a:extLst>
          </p:cNvPr>
          <p:cNvCxnSpPr>
            <a:cxnSpLocks/>
            <a:stCxn id="451" idx="3"/>
            <a:endCxn id="452" idx="1"/>
          </p:cNvCxnSpPr>
          <p:nvPr/>
        </p:nvCxnSpPr>
        <p:spPr>
          <a:xfrm>
            <a:off x="847360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CA93E0E-FD6D-E3FD-A629-893C6B793C22}"/>
              </a:ext>
            </a:extLst>
          </p:cNvPr>
          <p:cNvCxnSpPr>
            <a:cxnSpLocks/>
            <a:stCxn id="32" idx="3"/>
            <a:endCxn id="34" idx="2"/>
          </p:cNvCxnSpPr>
          <p:nvPr/>
        </p:nvCxnSpPr>
        <p:spPr>
          <a:xfrm flipV="1">
            <a:off x="228276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D09C97DA-C06E-3BB5-652A-FE236CAE6CAD}"/>
              </a:ext>
            </a:extLst>
          </p:cNvPr>
          <p:cNvCxnSpPr>
            <a:cxnSpLocks/>
            <a:stCxn id="34" idx="3"/>
            <a:endCxn id="58" idx="1"/>
          </p:cNvCxnSpPr>
          <p:nvPr/>
        </p:nvCxnSpPr>
        <p:spPr>
          <a:xfrm>
            <a:off x="286378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F2D9F8D-F067-290D-343A-F675A6FE6908}"/>
              </a:ext>
            </a:extLst>
          </p:cNvPr>
          <p:cNvSpPr txBox="1"/>
          <p:nvPr/>
        </p:nvSpPr>
        <p:spPr>
          <a:xfrm>
            <a:off x="343111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8C47256-BB79-7A5F-CB0C-A2BB1FDFFB4D}"/>
              </a:ext>
            </a:extLst>
          </p:cNvPr>
          <p:cNvSpPr/>
          <p:nvPr/>
        </p:nvSpPr>
        <p:spPr>
          <a:xfrm>
            <a:off x="447727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A3F009E0-A827-18EC-ADEB-B4A23E09407C}"/>
              </a:ext>
            </a:extLst>
          </p:cNvPr>
          <p:cNvCxnSpPr>
            <a:cxnSpLocks/>
            <a:stCxn id="459" idx="3"/>
            <a:endCxn id="460" idx="2"/>
          </p:cNvCxnSpPr>
          <p:nvPr/>
        </p:nvCxnSpPr>
        <p:spPr>
          <a:xfrm>
            <a:off x="412902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9227E77-63AA-042B-0F4D-528BDF9C33BB}"/>
              </a:ext>
            </a:extLst>
          </p:cNvPr>
          <p:cNvCxnSpPr>
            <a:cxnSpLocks/>
            <a:stCxn id="460" idx="6"/>
            <a:endCxn id="463" idx="1"/>
          </p:cNvCxnSpPr>
          <p:nvPr/>
        </p:nvCxnSpPr>
        <p:spPr>
          <a:xfrm flipV="1">
            <a:off x="463104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CF19728-C6D0-F1A7-6014-C621548680C6}"/>
              </a:ext>
            </a:extLst>
          </p:cNvPr>
          <p:cNvSpPr txBox="1"/>
          <p:nvPr/>
        </p:nvSpPr>
        <p:spPr>
          <a:xfrm>
            <a:off x="491262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1FDBA624-E9BC-5320-78BB-53033FFF1983}"/>
              </a:ext>
            </a:extLst>
          </p:cNvPr>
          <p:cNvCxnSpPr>
            <a:cxnSpLocks/>
            <a:stCxn id="463" idx="3"/>
            <a:endCxn id="465" idx="1"/>
          </p:cNvCxnSpPr>
          <p:nvPr/>
        </p:nvCxnSpPr>
        <p:spPr>
          <a:xfrm>
            <a:off x="589446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D79DA19A-5C54-9C47-8483-EA4BAB575092}"/>
              </a:ext>
            </a:extLst>
          </p:cNvPr>
          <p:cNvSpPr txBox="1"/>
          <p:nvPr/>
        </p:nvSpPr>
        <p:spPr>
          <a:xfrm>
            <a:off x="631960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F710B61-0C91-5F1E-02CD-A76064B7C506}"/>
              </a:ext>
            </a:extLst>
          </p:cNvPr>
          <p:cNvSpPr txBox="1"/>
          <p:nvPr/>
        </p:nvSpPr>
        <p:spPr>
          <a:xfrm>
            <a:off x="741339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4547C0A-D13C-06AC-916A-8C8420314398}"/>
              </a:ext>
            </a:extLst>
          </p:cNvPr>
          <p:cNvCxnSpPr>
            <a:cxnSpLocks/>
            <a:stCxn id="465" idx="3"/>
            <a:endCxn id="466" idx="1"/>
          </p:cNvCxnSpPr>
          <p:nvPr/>
        </p:nvCxnSpPr>
        <p:spPr>
          <a:xfrm>
            <a:off x="701751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4AC675B8-9C5A-7B7D-5A2F-BB743C1BAB98}"/>
              </a:ext>
            </a:extLst>
          </p:cNvPr>
          <p:cNvCxnSpPr>
            <a:cxnSpLocks/>
            <a:stCxn id="474" idx="3"/>
            <a:endCxn id="470" idx="1"/>
          </p:cNvCxnSpPr>
          <p:nvPr/>
        </p:nvCxnSpPr>
        <p:spPr>
          <a:xfrm>
            <a:off x="980408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66E98D6-E754-B56F-A8FF-777A612CFC55}"/>
              </a:ext>
            </a:extLst>
          </p:cNvPr>
          <p:cNvCxnSpPr>
            <a:cxnSpLocks/>
            <a:stCxn id="476" idx="1"/>
            <a:endCxn id="460" idx="4"/>
          </p:cNvCxnSpPr>
          <p:nvPr/>
        </p:nvCxnSpPr>
        <p:spPr>
          <a:xfrm rot="10800000">
            <a:off x="455416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20C1E29-0A4C-D397-264D-07D4A7FF6EA6}"/>
              </a:ext>
            </a:extLst>
          </p:cNvPr>
          <p:cNvSpPr txBox="1"/>
          <p:nvPr/>
        </p:nvSpPr>
        <p:spPr>
          <a:xfrm>
            <a:off x="1014368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E71158C-33B2-15D4-E0B3-A93D181FCFF1}"/>
              </a:ext>
            </a:extLst>
          </p:cNvPr>
          <p:cNvCxnSpPr>
            <a:cxnSpLocks/>
            <a:stCxn id="466" idx="3"/>
            <a:endCxn id="475" idx="1"/>
          </p:cNvCxnSpPr>
          <p:nvPr/>
        </p:nvCxnSpPr>
        <p:spPr>
          <a:xfrm>
            <a:off x="835606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163665C-E8B6-DB5F-7E1B-EC7D74965CAB}"/>
              </a:ext>
            </a:extLst>
          </p:cNvPr>
          <p:cNvSpPr/>
          <p:nvPr/>
        </p:nvSpPr>
        <p:spPr>
          <a:xfrm>
            <a:off x="1143626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EC0E468-8718-F326-28E4-46E4ADC92B0A}"/>
              </a:ext>
            </a:extLst>
          </p:cNvPr>
          <p:cNvCxnSpPr>
            <a:cxnSpLocks/>
            <a:stCxn id="470" idx="3"/>
            <a:endCxn id="472" idx="2"/>
          </p:cNvCxnSpPr>
          <p:nvPr/>
        </p:nvCxnSpPr>
        <p:spPr>
          <a:xfrm>
            <a:off x="1108635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2EA01E5-F305-412D-3991-C3DA450088BA}"/>
              </a:ext>
            </a:extLst>
          </p:cNvPr>
          <p:cNvSpPr/>
          <p:nvPr/>
        </p:nvSpPr>
        <p:spPr>
          <a:xfrm>
            <a:off x="950667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44F81E9-ACF1-5831-7B9E-2A72CB02EAFC}"/>
              </a:ext>
            </a:extLst>
          </p:cNvPr>
          <p:cNvSpPr/>
          <p:nvPr/>
        </p:nvSpPr>
        <p:spPr>
          <a:xfrm>
            <a:off x="866874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A6333259-45B8-92DD-3333-9020B7883475}"/>
              </a:ext>
            </a:extLst>
          </p:cNvPr>
          <p:cNvSpPr/>
          <p:nvPr/>
        </p:nvSpPr>
        <p:spPr>
          <a:xfrm>
            <a:off x="873818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8E85427-2D51-E7F1-03CE-4F48B40E560B}"/>
              </a:ext>
            </a:extLst>
          </p:cNvPr>
          <p:cNvCxnSpPr>
            <a:cxnSpLocks/>
            <a:stCxn id="475" idx="2"/>
            <a:endCxn id="476" idx="0"/>
          </p:cNvCxnSpPr>
          <p:nvPr/>
        </p:nvCxnSpPr>
        <p:spPr>
          <a:xfrm>
            <a:off x="888976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673D16FD-541F-D739-AAC5-50FE830CC5D5}"/>
              </a:ext>
            </a:extLst>
          </p:cNvPr>
          <p:cNvCxnSpPr>
            <a:cxnSpLocks/>
            <a:stCxn id="475" idx="3"/>
            <a:endCxn id="474" idx="1"/>
          </p:cNvCxnSpPr>
          <p:nvPr/>
        </p:nvCxnSpPr>
        <p:spPr>
          <a:xfrm>
            <a:off x="911079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B52DA0E-A8B5-D5F2-0831-4AE3F65BF6C4}"/>
              </a:ext>
            </a:extLst>
          </p:cNvPr>
          <p:cNvGrpSpPr/>
          <p:nvPr/>
        </p:nvGrpSpPr>
        <p:grpSpPr>
          <a:xfrm>
            <a:off x="11513149" y="5715495"/>
            <a:ext cx="231145" cy="254878"/>
            <a:chOff x="2519989" y="5022073"/>
            <a:chExt cx="462276" cy="440066"/>
          </a:xfrm>
        </p:grpSpPr>
        <p:sp>
          <p:nvSpPr>
            <p:cNvPr id="480" name="Arrow: Striped Right 479">
              <a:extLst>
                <a:ext uri="{FF2B5EF4-FFF2-40B4-BE49-F238E27FC236}">
                  <a16:creationId xmlns:a16="http://schemas.microsoft.com/office/drawing/2014/main" id="{F486B659-330C-D7C3-C367-5436DC70ABB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5234BBA-6055-3906-9E94-FB2BC8C8089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A12D1C9-5A00-D845-F1D8-FB2ADEBA5290}"/>
              </a:ext>
            </a:extLst>
          </p:cNvPr>
          <p:cNvSpPr txBox="1"/>
          <p:nvPr/>
        </p:nvSpPr>
        <p:spPr>
          <a:xfrm>
            <a:off x="305763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B872368-5607-9D1D-C6D6-28EC568E76E4}"/>
              </a:ext>
            </a:extLst>
          </p:cNvPr>
          <p:cNvSpPr txBox="1"/>
          <p:nvPr/>
        </p:nvSpPr>
        <p:spPr>
          <a:xfrm>
            <a:off x="402148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AA15C59-58EC-F3D6-A37E-6E209778DF4F}"/>
              </a:ext>
            </a:extLst>
          </p:cNvPr>
          <p:cNvCxnSpPr>
            <a:cxnSpLocks/>
            <a:stCxn id="483" idx="3"/>
            <a:endCxn id="26" idx="1"/>
          </p:cNvCxnSpPr>
          <p:nvPr/>
        </p:nvCxnSpPr>
        <p:spPr>
          <a:xfrm>
            <a:off x="481016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88FA0FC7-A938-1A31-A883-B110FC2FBC56}"/>
              </a:ext>
            </a:extLst>
          </p:cNvPr>
          <p:cNvCxnSpPr>
            <a:cxnSpLocks/>
            <a:stCxn id="26" idx="3"/>
            <a:endCxn id="22" idx="1"/>
          </p:cNvCxnSpPr>
          <p:nvPr/>
        </p:nvCxnSpPr>
        <p:spPr>
          <a:xfrm>
            <a:off x="548454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04590E70-731D-0CAC-8A67-30EC30913D50}"/>
              </a:ext>
            </a:extLst>
          </p:cNvPr>
          <p:cNvSpPr txBox="1"/>
          <p:nvPr/>
        </p:nvSpPr>
        <p:spPr>
          <a:xfrm>
            <a:off x="625294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A5DFFEB-0609-EEB0-6A32-FBDF78DEF60E}"/>
              </a:ext>
            </a:extLst>
          </p:cNvPr>
          <p:cNvSpPr/>
          <p:nvPr/>
        </p:nvSpPr>
        <p:spPr>
          <a:xfrm>
            <a:off x="710554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829DF0B-B468-31CE-6897-E9B7B2C8A201}"/>
              </a:ext>
            </a:extLst>
          </p:cNvPr>
          <p:cNvCxnSpPr>
            <a:cxnSpLocks/>
            <a:stCxn id="486" idx="3"/>
            <a:endCxn id="487" idx="2"/>
          </p:cNvCxnSpPr>
          <p:nvPr/>
        </p:nvCxnSpPr>
        <p:spPr>
          <a:xfrm>
            <a:off x="687954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CA642172-1718-943D-344D-F84A33EBD2EE}"/>
              </a:ext>
            </a:extLst>
          </p:cNvPr>
          <p:cNvCxnSpPr>
            <a:cxnSpLocks/>
            <a:stCxn id="27" idx="2"/>
            <a:endCxn id="497" idx="1"/>
          </p:cNvCxnSpPr>
          <p:nvPr/>
        </p:nvCxnSpPr>
        <p:spPr>
          <a:xfrm rot="16200000" flipH="1">
            <a:off x="539058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7E94003-F57D-F853-917E-C88D256747E0}"/>
              </a:ext>
            </a:extLst>
          </p:cNvPr>
          <p:cNvCxnSpPr>
            <a:cxnSpLocks/>
            <a:stCxn id="482" idx="3"/>
            <a:endCxn id="483" idx="1"/>
          </p:cNvCxnSpPr>
          <p:nvPr/>
        </p:nvCxnSpPr>
        <p:spPr>
          <a:xfrm>
            <a:off x="372407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B08965AA-A66E-985C-AD29-B39EDBF45B5F}"/>
              </a:ext>
            </a:extLst>
          </p:cNvPr>
          <p:cNvSpPr txBox="1"/>
          <p:nvPr/>
        </p:nvSpPr>
        <p:spPr>
          <a:xfrm>
            <a:off x="749164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1110361-9AC9-71B0-26FC-B531F2FD06C7}"/>
              </a:ext>
            </a:extLst>
          </p:cNvPr>
          <p:cNvCxnSpPr>
            <a:cxnSpLocks/>
            <a:stCxn id="491" idx="3"/>
            <a:endCxn id="14" idx="1"/>
          </p:cNvCxnSpPr>
          <p:nvPr/>
        </p:nvCxnSpPr>
        <p:spPr>
          <a:xfrm>
            <a:off x="828032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DAB7293-300E-F033-475B-2D0B4873CACA}"/>
              </a:ext>
            </a:extLst>
          </p:cNvPr>
          <p:cNvSpPr txBox="1"/>
          <p:nvPr/>
        </p:nvSpPr>
        <p:spPr>
          <a:xfrm>
            <a:off x="778263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3BC0C44-C35B-3731-2689-A6E078A0EA35}"/>
              </a:ext>
            </a:extLst>
          </p:cNvPr>
          <p:cNvSpPr/>
          <p:nvPr/>
        </p:nvSpPr>
        <p:spPr>
          <a:xfrm>
            <a:off x="815417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7D9F6359-E8D1-C7B4-E4AE-43B6C8CE0AAC}"/>
              </a:ext>
            </a:extLst>
          </p:cNvPr>
          <p:cNvCxnSpPr>
            <a:cxnSpLocks/>
            <a:stCxn id="493" idx="3"/>
            <a:endCxn id="500" idx="1"/>
          </p:cNvCxnSpPr>
          <p:nvPr/>
        </p:nvCxnSpPr>
        <p:spPr>
          <a:xfrm>
            <a:off x="868257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7B7ACBC-3588-37DD-0BCC-6FF84563DABC}"/>
              </a:ext>
            </a:extLst>
          </p:cNvPr>
          <p:cNvCxnSpPr>
            <a:cxnSpLocks/>
            <a:stCxn id="487" idx="6"/>
            <a:endCxn id="491" idx="1"/>
          </p:cNvCxnSpPr>
          <p:nvPr/>
        </p:nvCxnSpPr>
        <p:spPr>
          <a:xfrm flipV="1">
            <a:off x="725931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8C8B65BB-3BF3-2BA4-4C85-10BF46DA64E1}"/>
              </a:ext>
            </a:extLst>
          </p:cNvPr>
          <p:cNvSpPr txBox="1"/>
          <p:nvPr/>
        </p:nvSpPr>
        <p:spPr>
          <a:xfrm>
            <a:off x="565365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66A25F02-AC71-048B-A117-D2955EF7FBBA}"/>
              </a:ext>
            </a:extLst>
          </p:cNvPr>
          <p:cNvCxnSpPr>
            <a:cxnSpLocks/>
            <a:stCxn id="497" idx="3"/>
            <a:endCxn id="487" idx="4"/>
          </p:cNvCxnSpPr>
          <p:nvPr/>
        </p:nvCxnSpPr>
        <p:spPr>
          <a:xfrm flipV="1">
            <a:off x="694612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BA21BFA7-EF54-7AD4-DD87-BA1F0E71FF94}"/>
              </a:ext>
            </a:extLst>
          </p:cNvPr>
          <p:cNvCxnSpPr>
            <a:cxnSpLocks/>
            <a:stCxn id="15" idx="2"/>
            <a:endCxn id="494" idx="0"/>
          </p:cNvCxnSpPr>
          <p:nvPr/>
        </p:nvCxnSpPr>
        <p:spPr>
          <a:xfrm rot="5400000">
            <a:off x="835919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5C90ED0-80BE-BD19-B704-A5C225C4AA2F}"/>
              </a:ext>
            </a:extLst>
          </p:cNvPr>
          <p:cNvSpPr txBox="1"/>
          <p:nvPr/>
        </p:nvSpPr>
        <p:spPr>
          <a:xfrm>
            <a:off x="946161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6C3D52E-5261-E496-C716-0075E730DB52}"/>
              </a:ext>
            </a:extLst>
          </p:cNvPr>
          <p:cNvCxnSpPr>
            <a:cxnSpLocks/>
            <a:stCxn id="500" idx="3"/>
            <a:endCxn id="502" idx="2"/>
          </p:cNvCxnSpPr>
          <p:nvPr/>
        </p:nvCxnSpPr>
        <p:spPr>
          <a:xfrm flipV="1">
            <a:off x="1022883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AA88F32-10CE-EE55-EABF-467707BA15D0}"/>
              </a:ext>
            </a:extLst>
          </p:cNvPr>
          <p:cNvSpPr/>
          <p:nvPr/>
        </p:nvSpPr>
        <p:spPr>
          <a:xfrm>
            <a:off x="1115191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0F98367-6D22-F9BD-8F72-A59DEEBEAB0B}"/>
              </a:ext>
            </a:extLst>
          </p:cNvPr>
          <p:cNvSpPr txBox="1"/>
          <p:nvPr/>
        </p:nvSpPr>
        <p:spPr>
          <a:xfrm>
            <a:off x="989775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F8CFD58-1373-D640-0FEF-7EB3E7C057FB}"/>
              </a:ext>
            </a:extLst>
          </p:cNvPr>
          <p:cNvCxnSpPr>
            <a:cxnSpLocks/>
            <a:stCxn id="503" idx="3"/>
            <a:endCxn id="494" idx="6"/>
          </p:cNvCxnSpPr>
          <p:nvPr/>
        </p:nvCxnSpPr>
        <p:spPr>
          <a:xfrm flipH="1">
            <a:off x="830794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F4286F14-1F9D-832B-7F3C-B70E94087B02}"/>
              </a:ext>
            </a:extLst>
          </p:cNvPr>
          <p:cNvCxnSpPr>
            <a:cxnSpLocks/>
            <a:stCxn id="502" idx="4"/>
            <a:endCxn id="481" idx="2"/>
          </p:cNvCxnSpPr>
          <p:nvPr/>
        </p:nvCxnSpPr>
        <p:spPr>
          <a:xfrm rot="16200000" flipH="1">
            <a:off x="1124966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EA8C8C1-0332-7115-6484-690F69277EFE}"/>
              </a:ext>
            </a:extLst>
          </p:cNvPr>
          <p:cNvCxnSpPr>
            <a:cxnSpLocks/>
            <a:stCxn id="32" idx="2"/>
            <a:endCxn id="36" idx="0"/>
          </p:cNvCxnSpPr>
          <p:nvPr/>
        </p:nvCxnSpPr>
        <p:spPr>
          <a:xfrm>
            <a:off x="206173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098ED543-F5C5-D9A5-5A37-B1C874CB4003}"/>
              </a:ext>
            </a:extLst>
          </p:cNvPr>
          <p:cNvCxnSpPr>
            <a:cxnSpLocks/>
            <a:stCxn id="36" idx="2"/>
            <a:endCxn id="37" idx="0"/>
          </p:cNvCxnSpPr>
          <p:nvPr/>
        </p:nvCxnSpPr>
        <p:spPr>
          <a:xfrm flipH="1">
            <a:off x="206272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934BC56-AFD1-EB0D-BFC7-8C1B2B251223}"/>
              </a:ext>
            </a:extLst>
          </p:cNvPr>
          <p:cNvCxnSpPr>
            <a:cxnSpLocks/>
            <a:stCxn id="37" idx="3"/>
            <a:endCxn id="40" idx="2"/>
          </p:cNvCxnSpPr>
          <p:nvPr/>
        </p:nvCxnSpPr>
        <p:spPr>
          <a:xfrm flipV="1">
            <a:off x="228374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BBF1FDD-6CA6-9BA0-F10B-6322996ACC12}"/>
              </a:ext>
            </a:extLst>
          </p:cNvPr>
          <p:cNvCxnSpPr>
            <a:cxnSpLocks/>
            <a:stCxn id="40" idx="3"/>
            <a:endCxn id="459" idx="1"/>
          </p:cNvCxnSpPr>
          <p:nvPr/>
        </p:nvCxnSpPr>
        <p:spPr>
          <a:xfrm>
            <a:off x="286378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A20F536-C541-8914-D621-214CFAF07A00}"/>
              </a:ext>
            </a:extLst>
          </p:cNvPr>
          <p:cNvCxnSpPr>
            <a:cxnSpLocks/>
            <a:stCxn id="52" idx="3"/>
            <a:endCxn id="453" idx="0"/>
          </p:cNvCxnSpPr>
          <p:nvPr/>
        </p:nvCxnSpPr>
        <p:spPr>
          <a:xfrm>
            <a:off x="868352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315EB96-1820-2898-4F9F-A24013A55289}"/>
              </a:ext>
            </a:extLst>
          </p:cNvPr>
          <p:cNvCxnSpPr>
            <a:cxnSpLocks/>
            <a:stCxn id="22" idx="3"/>
            <a:endCxn id="486" idx="1"/>
          </p:cNvCxnSpPr>
          <p:nvPr/>
        </p:nvCxnSpPr>
        <p:spPr>
          <a:xfrm flipV="1">
            <a:off x="601429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7B4A59A-F9B1-FAC5-44B7-CD644CF49CEB}"/>
              </a:ext>
            </a:extLst>
          </p:cNvPr>
          <p:cNvCxnSpPr>
            <a:cxnSpLocks/>
            <a:stCxn id="472" idx="6"/>
            <a:endCxn id="502" idx="6"/>
          </p:cNvCxnSpPr>
          <p:nvPr/>
        </p:nvCxnSpPr>
        <p:spPr>
          <a:xfrm flipH="1">
            <a:off x="1130568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87CEDA1-E22D-1EB9-9B41-2355EC1CCCBF}"/>
              </a:ext>
            </a:extLst>
          </p:cNvPr>
          <p:cNvCxnSpPr>
            <a:cxnSpLocks/>
            <a:stCxn id="13" idx="3"/>
            <a:endCxn id="503" idx="1"/>
          </p:cNvCxnSpPr>
          <p:nvPr/>
        </p:nvCxnSpPr>
        <p:spPr>
          <a:xfrm flipV="1">
            <a:off x="959874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2D1EEFBD-CC87-8D76-0BFA-2A7193920408}"/>
              </a:ext>
            </a:extLst>
          </p:cNvPr>
          <p:cNvCxnSpPr>
            <a:cxnSpLocks/>
            <a:stCxn id="14" idx="2"/>
            <a:endCxn id="15" idx="0"/>
          </p:cNvCxnSpPr>
          <p:nvPr/>
        </p:nvCxnSpPr>
        <p:spPr>
          <a:xfrm>
            <a:off x="890512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5FEBC28-E0B2-EE07-B083-12198CC658B9}"/>
              </a:ext>
            </a:extLst>
          </p:cNvPr>
          <p:cNvCxnSpPr>
            <a:cxnSpLocks/>
            <a:stCxn id="38" idx="3"/>
            <a:endCxn id="482" idx="1"/>
          </p:cNvCxnSpPr>
          <p:nvPr/>
        </p:nvCxnSpPr>
        <p:spPr>
          <a:xfrm flipV="1">
            <a:off x="285891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22572BF-D58E-90B4-69EE-0E7E9DCD7B9D}"/>
              </a:ext>
            </a:extLst>
          </p:cNvPr>
          <p:cNvSpPr txBox="1"/>
          <p:nvPr/>
        </p:nvSpPr>
        <p:spPr>
          <a:xfrm>
            <a:off x="116058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7354264-A9BC-1C9F-7F6C-D0C041CF2344}"/>
              </a:ext>
            </a:extLst>
          </p:cNvPr>
          <p:cNvSpPr txBox="1"/>
          <p:nvPr/>
        </p:nvSpPr>
        <p:spPr>
          <a:xfrm>
            <a:off x="135809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CBF823F-B90C-6AE6-685D-323F58B70BFB}"/>
              </a:ext>
            </a:extLst>
          </p:cNvPr>
          <p:cNvSpPr txBox="1"/>
          <p:nvPr/>
        </p:nvSpPr>
        <p:spPr>
          <a:xfrm>
            <a:off x="487018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4A25B79B-A3FA-248D-1792-73E4CA33AF9D}"/>
              </a:ext>
            </a:extLst>
          </p:cNvPr>
          <p:cNvSpPr txBox="1"/>
          <p:nvPr/>
        </p:nvSpPr>
        <p:spPr>
          <a:xfrm>
            <a:off x="843433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7EE16E3-35CE-777A-8379-8FA8DB3F5BC2}"/>
              </a:ext>
            </a:extLst>
          </p:cNvPr>
          <p:cNvCxnSpPr>
            <a:cxnSpLocks/>
            <a:stCxn id="494" idx="4"/>
            <a:endCxn id="493" idx="0"/>
          </p:cNvCxnSpPr>
          <p:nvPr/>
        </p:nvCxnSpPr>
        <p:spPr>
          <a:xfrm>
            <a:off x="823106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0845850-3CCC-6D66-4628-18C6CD86AEC8}"/>
              </a:ext>
            </a:extLst>
          </p:cNvPr>
          <p:cNvCxnSpPr>
            <a:cxnSpLocks/>
            <a:stCxn id="14" idx="3"/>
            <a:endCxn id="13" idx="1"/>
          </p:cNvCxnSpPr>
          <p:nvPr/>
        </p:nvCxnSpPr>
        <p:spPr>
          <a:xfrm>
            <a:off x="912615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F0E34F3-1136-9119-256B-85A263B8ACEE}"/>
              </a:ext>
            </a:extLst>
          </p:cNvPr>
          <p:cNvSpPr txBox="1"/>
          <p:nvPr/>
        </p:nvSpPr>
        <p:spPr>
          <a:xfrm>
            <a:off x="143182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8F228573-7014-153C-7BEB-667AD68F577D}"/>
              </a:ext>
            </a:extLst>
          </p:cNvPr>
          <p:cNvSpPr txBox="1"/>
          <p:nvPr/>
        </p:nvSpPr>
        <p:spPr>
          <a:xfrm>
            <a:off x="8286945" y="3384321"/>
            <a:ext cx="592541" cy="461665"/>
          </a:xfrm>
          <a:prstGeom prst="rect">
            <a:avLst/>
          </a:prstGeom>
          <a:noFill/>
        </p:spPr>
        <p:txBody>
          <a:bodyPr wrap="square" rtlCol="0">
            <a:spAutoFit/>
          </a:bodyPr>
          <a:lstStyle/>
          <a:p>
            <a:r>
              <a:rPr lang="en-US" sz="800" dirty="0"/>
              <a:t>Build On Demand Product ?</a:t>
            </a:r>
          </a:p>
        </p:txBody>
      </p:sp>
      <p:sp>
        <p:nvSpPr>
          <p:cNvPr id="53" name="- S14.  Add Quick List lines">
            <a:extLst>
              <a:ext uri="{FF2B5EF4-FFF2-40B4-BE49-F238E27FC236}">
                <a16:creationId xmlns:a16="http://schemas.microsoft.com/office/drawing/2014/main" id="{9784350D-1898-9F32-B659-F10782245356}"/>
              </a:ext>
            </a:extLst>
          </p:cNvPr>
          <p:cNvSpPr txBox="1">
            <a:spLocks/>
          </p:cNvSpPr>
          <p:nvPr/>
        </p:nvSpPr>
        <p:spPr>
          <a:xfrm>
            <a:off x="838198" y="68280"/>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S14.  Add Quick List lines  - At SE Electrical Distribution</a:t>
            </a:r>
          </a:p>
        </p:txBody>
      </p:sp>
    </p:spTree>
    <p:extLst>
      <p:ext uri="{BB962C8B-B14F-4D97-AF65-F5344CB8AC3E}">
        <p14:creationId xmlns:p14="http://schemas.microsoft.com/office/powerpoint/2010/main" val="4513115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C6779-1528-0F87-9130-9192E81A60BC}"/>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657D028E-C860-A6A2-491E-0CB2653E543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ED1BB630-B04E-2E2F-7BA4-F9EF6E38C29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F3A6B43C-4DBC-B3FE-41AF-BA8AE71D2CC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4903B653-AA50-C7C2-937A-6DA6DE498D2A}"/>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C6C65489-772A-F48E-E9F6-E0BB7E2592AA}"/>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79BF5CD-9E9B-E516-29F1-6958563C801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8EE6218-C474-C073-096F-1C945F419638}"/>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6BCA0390-08C6-DA91-C2B4-F53EC4B64E3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6157E96-6CEB-6D56-B011-E7D1BAAF5CDE}"/>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790BADB-8BB0-6F65-B892-753ADFDB823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8739648-6AD2-2A7E-FC7D-95A5E525249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76B0F9A-D956-CC40-49FA-FE80914AB15A}"/>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8A3C881-6C9F-FAB6-B147-888677ED2DD6}"/>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133FAF4-FDAC-57DE-B933-65B7D0B87D1D}"/>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94AE33F5-165C-8DAE-C1BF-99683DEA7D2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2120AD8-2739-D7CA-C694-2C5EA505DEF8}"/>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B3ED840-DCF4-4D7F-7959-5CC7939B3D6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A8B17D59-E8A2-1C1C-F4F2-EC6E22441CA5}"/>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360D134-AF12-0FF4-50BB-6FAD3564429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864579F-C54A-0B66-0B8D-BD7C0A691379}"/>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1262718D-F76D-6488-50E0-F65815EE918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B64FB53-0748-9DE4-3404-56C92016E8F9}"/>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73C6F25-2525-F251-14AE-7D902666E1C2}"/>
              </a:ext>
            </a:extLst>
          </p:cNvPr>
          <p:cNvSpPr/>
          <p:nvPr/>
        </p:nvSpPr>
        <p:spPr>
          <a:xfrm>
            <a:off x="1476298" y="1697572"/>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8992241-3FC7-85C8-C1AD-38F1E6812407}"/>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69832C5-82EE-E119-13FC-9500A03BEB98}"/>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FE33FC7-592B-83FC-3EDA-ACD6DE115E4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8771296-A622-D5CB-428F-F74248441E9F}"/>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736E686F-94D4-AF87-E4C3-99D50C6E6A14}"/>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4F3FD97-8AF1-7872-2B94-4FF1105952DC}"/>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8C53B7E-33F6-BF88-5665-1159A070B25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36BA8C11-FFD0-A4AA-56E3-18519AF9AF1F}"/>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0289FA71-E041-0D79-DC45-8C913742359E}"/>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46001DA-5C2A-3088-B93F-F74072604844}"/>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370F7A7-D438-F5F3-E902-53F59A77D10C}"/>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F71F6E6-A9D6-88CB-9AB6-53BD9EA20054}"/>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E207586-70E4-15B4-B5BF-9FCB8278016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652EC1C-DC86-79E1-C2AE-4BE97E48F4C1}"/>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541690B0-620F-BA49-B957-1D354DA13BF9}"/>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7F52287-FF7D-C350-C556-B0A9CC0AF1D7}"/>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C80940D8-FB39-7556-84C4-CB005AF9E777}"/>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CB32623B-A2BD-EB69-1130-3C73439113EA}"/>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D8413B4-2D7B-45EB-FFFE-CF7194618DE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339DCCF-B666-03C6-FEF8-770F31D91A6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108D401A-563F-47CE-CEE8-4C72ADB7D748}"/>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D878B482-4310-1093-9E84-CF8889A46AD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EF2F95B3-656A-B14F-2D09-5BC347B3336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42BAE23B-E0E1-7F3A-9902-8C412D0639F9}"/>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F98187F2-E456-B289-381E-176FBA5D280B}"/>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561AB05-C2CB-EBA8-83E7-747DB523D4C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54975EE-BC76-DE6B-91BF-4D245A736E3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2D0EABEE-517C-01DF-68EF-083AD5CD35A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9077C731-4F1A-0270-3E83-97E4B3B37716}"/>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370BE0D-8ACF-5BAD-2B66-F843B4F73D20}"/>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7AB0253-D28E-9007-BBAE-7B46520A2E44}"/>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45EF5AE9-DF2C-DD1D-D426-1095005DD6AA}"/>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62AD5D06-4D0A-07DE-6D2D-392C1BC7B86D}"/>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DE4980A9-AB42-E970-5920-D8713862FA11}"/>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29E878B-69B7-1DBC-C985-C80046650916}"/>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577E011-D92B-7246-22D7-766DBF9445F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66C5451-4BD5-9360-131D-FA6A71087C53}"/>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763320D-B650-90C8-921B-5B4040831EBA}"/>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6154515A-2F12-03E2-DE37-55E1A32577C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B1F9C22-6062-3958-CCD1-066EC1FD27B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B2C6DCF-7C31-D240-7032-3D4E7B8474D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D6F0E08C-C54D-1712-5E0A-898E0EDE6E6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B5982E51-15C3-B4BC-ABB6-F8F6BB732C46}"/>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3679D10-9A18-FA4C-E99F-1A5B965E5674}"/>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4A18A97-08B6-6224-3DBA-46E65BF0E12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E14665-A80A-20FA-541D-9C72D23C5D7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1EC1A9C-4DE3-5037-9D18-71A731174C44}"/>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E660D468-5FD9-E940-7315-41DB3B0F1C2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267878A-9B30-259B-363B-663F19D28D4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1A4C086-8E70-2B92-6AE9-070DF64184E8}"/>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762F352-6D4C-6A37-F262-850A771227B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349785B2-F5E6-7D31-16D3-D2C8F276A57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F04FDFE-CB1B-2559-49FC-E3DD2CBAEB32}"/>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4F94C58-F6F4-F6E2-C0E9-6670F768C25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696BE7E-A045-3D39-42E3-F1416424ED02}"/>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2229D13B-BDD4-9B33-740B-F77FAFEC88FA}"/>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074721A-A9C6-B3D3-A8B5-C4B10B4C797A}"/>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DBC72B5B-6D91-9542-F61B-2E150426CA40}"/>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A9FE1C9-DF08-D1A8-5FED-C4F70B8DB553}"/>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B3ED059-1FA8-CE93-7A87-0ED73927608D}"/>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76F42C4E-4588-182D-E220-0D051046A5A9}"/>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7521E73-B026-5317-9310-67D4F098B68C}"/>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6A78445-509B-6BC5-5769-F391C2387A50}"/>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8A883550-F772-AF13-9B10-32CF9CB8209D}"/>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5992359C-332D-4AE2-EF95-5B4C60F0AB7F}"/>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6995A7C-4E2C-3F3E-DA6D-F4A3B25AEA5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BA896F3F-469C-8B3D-4210-980740ED0DFA}"/>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ABFF1EC-E73D-4EF7-1C96-3D0BDA8F041A}"/>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50C6D0BB-4245-2559-0E62-55D61004E78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62E97CC-8418-3BE9-ECF7-754E4D65E3B3}"/>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68E47FBD-B94A-5D9D-2518-2A1C0E6125C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6565310-3DE0-EBB6-268E-1C822BE2CF2A}"/>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0363822-6731-7E04-8FF3-F14FD1627ED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0D676070-12BE-0BC2-09C8-1BA4E0B0C66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FDEEA5A-8233-EC34-0EE1-30E267D6B354}"/>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85F410C-DCE8-9CE2-1F36-67A9EDBC5C9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4D6AB8EE-E3A7-9953-78F6-65DC26268AD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E54A4DE-F624-B516-3EA0-8C6C7975A46D}"/>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CE81850F-A633-5C2B-A05A-D762900DCA2D}"/>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332D3B15-3347-2508-1B96-806670370B25}"/>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E403E023-F672-CD87-35F3-B591BD2A5D2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AFF0509-BDB8-775C-88C8-E4EFC630BFD8}"/>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75EE3833-3111-59B7-654F-214209B20458}"/>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ECD43BB-F52A-4760-F2A1-EFC8E450D1E8}"/>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46F93F0-4C23-5E26-C0AF-0C088864C57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50C2E7F-CDE1-2870-52B9-3856B1AF674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83A9BEB-B159-BCFF-0FDA-D175ED67C875}"/>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A5F00BA-B748-451E-0545-B1BA6104162B}"/>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68BB5F2C-5F59-5F3A-172C-7F0AE5359970}"/>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00A3820-883B-A40C-E711-A5F4A066A79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F6F2ADAE-FFAD-7F33-2779-46EDFA95A8FB}"/>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D61463E-78B3-EF3B-FB3F-E18211C783B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F816286E-2EBA-7DC1-7444-0D3F170C954B}"/>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1927A13C-0B78-3A72-A924-C28D2EFAC113}"/>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1C2E90CC-862F-F22F-6FDC-C4F699A4EE20}"/>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1. No, the user is not using Easy line Entry">
            <a:extLst>
              <a:ext uri="{FF2B5EF4-FFF2-40B4-BE49-F238E27FC236}">
                <a16:creationId xmlns:a16="http://schemas.microsoft.com/office/drawing/2014/main" id="{677830C6-E5AD-EFF8-9D3D-B6116202FDE1}"/>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N1. No, the user is not using Easy line Entry - At SE Electrical Distribution</a:t>
            </a:r>
          </a:p>
        </p:txBody>
      </p:sp>
    </p:spTree>
    <p:extLst>
      <p:ext uri="{BB962C8B-B14F-4D97-AF65-F5344CB8AC3E}">
        <p14:creationId xmlns:p14="http://schemas.microsoft.com/office/powerpoint/2010/main" val="1107045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6D3FA-DCFC-B8AE-8661-2DF433A41549}"/>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F0375E8E-16AE-53B9-B0D8-29A1206C1D9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0F13E00B-3D0E-0D10-71C8-FA5E604428CC}"/>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D3A46D2C-678C-2186-6149-6017BCB4D5C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B129AF28-7882-9EA7-AA59-B4898177FFB1}"/>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E84ACA07-8B16-8F2E-71FA-D5C2BD7B1BF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371A91A-6DDE-9580-0D85-1FCAC6AE0E5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935D328-EC96-AA0A-3344-AD8C3D68E82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3338ABD5-C270-9909-0296-D28CAE8061AD}"/>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E403089-F3B7-AEB0-C4EC-A328D8F59088}"/>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CD2611B-E2DB-B05F-2F5E-5E7D90DFDDB8}"/>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2C68866-1F5F-0910-5B2D-B50B904A62FE}"/>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5FAB9BE6-976C-BEC9-25D1-7975D3B6CF1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EC5506FE-9275-BCCF-EB3E-56372DAADB1C}"/>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77D3B44-892C-9084-C1C2-7586F4AB2BA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F9251910-BA7E-544B-B7D2-53C4B5D7C8BE}"/>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C673995-2A6C-83A8-2E6A-04FBA408B705}"/>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1F3367D-6A51-5912-93B2-B7CCF6D532CC}"/>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64E8EF1-2E5B-C1B1-6397-C8F055263610}"/>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F1B28D4-B0A7-2615-821F-8A8B61B432D0}"/>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C438F68B-65C3-007F-5DC5-4C75DECAB32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C6E5D69-BF40-E1C5-9867-C4B39F2FF650}"/>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2392BD2-0629-B416-1ADE-8128BE308A18}"/>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BC01999-E9FF-8EDA-503D-9567B09EC731}"/>
              </a:ext>
            </a:extLst>
          </p:cNvPr>
          <p:cNvSpPr/>
          <p:nvPr/>
        </p:nvSpPr>
        <p:spPr>
          <a:xfrm>
            <a:off x="1474661" y="2579562"/>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142292B-336D-46F6-BF72-83809B4A2C1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8F998E93-8074-CFBD-FB4D-3EC464BC102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989FC3B-C4A0-E3E4-E2F5-A1F4E98C817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E55E00C-5625-458E-98C2-611F42C46CBC}"/>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2BEB4F24-C043-D3DA-8E20-2D788B0A2D6B}"/>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05442C5-FDA3-EB10-9FB2-D0ED8C86878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AE32D3AB-32D2-E164-7F49-8B21A4C3FE2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A79C9CB-2937-6B20-2CEA-687B5259D668}"/>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76708CCA-A6F3-665A-E7AD-AC40E591B384}"/>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DDD71A1B-F7F2-7DA6-23B5-AA7A6395E294}"/>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8727B52-E32F-77CB-595C-5AA1D307B78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D69CBC9-AED4-4D1B-2BE3-26760BE0BE2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C928A95E-8CCF-D42C-211B-891B6813EC4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E986BB7-1BEB-B48A-BC1D-250F3D332FF9}"/>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C32EA898-1756-BDDD-37A6-7EB57017C3AA}"/>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26EA68-1783-7199-CB61-91F74C671C3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73C56AF-77D9-3C7B-C07D-7715EAEB67F6}"/>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675397E-2B76-1BCF-D275-4FD8C8537070}"/>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8C8E658B-C3AF-29E4-57A7-EB3D8EAD439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61011217-20F1-7CF9-55CF-790A409A022E}"/>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0FDF43F9-CF22-3501-8A06-42B50457586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070C80A8-FD66-D1E8-5E52-7C4D7537F758}"/>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A754D31D-2D99-5769-9682-A8AE889FDB0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7EB5932-21BE-75FD-C243-17877D9A8ECF}"/>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C338E61-7A84-96E7-9F26-9504F665043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5A3E49C-8A1F-04C9-F1F2-0EED9E1AE038}"/>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958A31D-231A-E955-0396-9E6D6B4D198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89212E7-1C0D-B4EC-762C-F4185C731702}"/>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6204956-F7C5-E47B-C3FE-CB3F0B91294C}"/>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4A38B5A-E026-9ABF-09F8-82163F56D65D}"/>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B65C1B5-A6B5-0924-4D88-FDFF8BFA9BF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0885FEE1-BEFE-368A-C06F-B059F26CC5F2}"/>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1B0143A-D081-BD4D-2069-143AF16EF2D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A96CC1D-66A3-A40E-5B5D-C36B17EF1573}"/>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EF28BDC-B6BF-F189-7EA9-E17D34AD6863}"/>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FED4734-A13B-98F0-B194-2E52EBD132B7}"/>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9CBA376-6C35-CF3D-6745-D272EC9389EA}"/>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534B874-F52F-0140-11D5-21E92EB81E8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DC923BAE-3CDE-4B62-B2A3-1ABF7ECF9EF7}"/>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7B94385-EDF3-7C99-89D7-888B3F3E02FB}"/>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770FC32-3CF0-A3DC-56ED-96939D1BA9F8}"/>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10910C0-1E8E-879D-116F-97449BBBF19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1BDF6FF-55B1-4AA0-F5C0-3DF5BC1E9BC1}"/>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B54F3AB5-1729-E6F2-8D82-E78FBE7FCD20}"/>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25C4262-4339-AFF6-1CC4-642E483541FF}"/>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A5EFEECC-4E11-9DAA-6545-81E9562B95B5}"/>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A6DD976-B266-47B9-46D0-C250B3078D7C}"/>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E5D941D-F9F3-ED5D-3B54-E2F3BD4FA727}"/>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55D468E8-941E-AF9B-8251-45222E907B2A}"/>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9FF49690-108D-16D9-2626-40A32FA9E98D}"/>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0157E93-C6A3-A024-6F4F-BA66FBC070E4}"/>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20FDD54B-B769-E3A9-D93E-92496592F07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74627310-BD64-C9E0-BDB8-02E1E0457F9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3A925EF-31F7-5D17-7705-1B848557C67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FB02EAA-D173-32BF-F2B1-352A26D489E3}"/>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4D02B2D-2486-8C7F-39AD-CFDEC1B67E4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A1CBA15-C7BB-E21C-2729-693F9C9674F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84C6056-F0A5-F3C5-DE59-47FDCE12022F}"/>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560838E-E117-2309-2F21-F2252E3703A0}"/>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56AADAA-7F44-C476-C023-078464F18FC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0E39700-0686-BEE3-3DA0-87D79E2492BD}"/>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87BBC04-DAEA-FBCD-A5C9-447832D4744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E5281EC6-19CE-FF58-CC03-2211F864A93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2547E95-4CA7-DEFF-D554-06F01D2CD271}"/>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D4D26DA1-D0B8-29E0-918B-4386EF4FCF8B}"/>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1664035-9F59-1C5F-CB1E-3DBE7E2E7866}"/>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6B49A79-9774-EB2F-EC7E-79C6731CC38F}"/>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07B9B37-3F0E-48BF-6BC3-7D17D01793E2}"/>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ED0E4FD5-F8A3-6D53-54A9-52D5B46FAD5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815BFD61-41F0-DD10-08A9-FEF2FD327188}"/>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D985096-E76B-DCBF-D35F-8727AF4EB499}"/>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79098502-07CF-59C7-7C9B-156893269CE1}"/>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F39D3C6-C6E5-5773-F181-A44D63E42F71}"/>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7B5650AE-86F8-AD50-66D6-7E0594CDE75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A8B8E186-5BF9-23E1-10A8-736DEFBCEFF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5E17052-A1F9-2068-0DB5-83729DD5F7DE}"/>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D7A94C4-7BE0-13B6-545E-CC5D61CF953C}"/>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B2504979-25FA-2729-8124-E7574510D4EC}"/>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649D0479-72A2-89F2-B24B-7ED23DAD4CE5}"/>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2CD81E14-0736-1A70-70A5-3BEDBF3ACE0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181B6BDB-8710-9A9C-C9E4-0D8C90735A2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C0757DD-1123-2CA7-6F14-045111CA80B1}"/>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101F761-B286-A864-ABE7-5601BF4DA2B3}"/>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F63C09FD-BE13-878F-5299-0E3E29DC668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05245E5-32B4-ECD0-5FE6-A5308706EFC2}"/>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40A9D23-5B4B-91F3-CB12-5F50350F3F7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34E8D2C-ECE1-1B84-41DC-BDE2B8EE29C3}"/>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FEF13CF-522B-34AB-4E58-AE6B98605CF5}"/>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D81AF2F-0B4D-57E6-229D-6ED7BA8CC36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E0F8936C-355D-06EC-E211-277CAD0DDB80}"/>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D0934DD-CAE2-84EC-C6DA-516CC8A838C6}"/>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47EB2AC5-41A1-C284-8B3A-F4CF10F57EE1}"/>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31BD196-B964-A37A-4F21-AF6B9DB1098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10FCC26-25B4-37D9-DA90-537529A0FCA8}"/>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E6E6713C-F659-FFFB-DF82-13322C6E07BD}"/>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2. No, the user is not using “Shopping List” Entry">
            <a:extLst>
              <a:ext uri="{FF2B5EF4-FFF2-40B4-BE49-F238E27FC236}">
                <a16:creationId xmlns:a16="http://schemas.microsoft.com/office/drawing/2014/main" id="{64A6E982-3E88-E9C7-F997-E908DB80E980}"/>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N2. No, the user is not using “Shopping List” Entry - At SE Electrical Distribution</a:t>
            </a:r>
          </a:p>
        </p:txBody>
      </p:sp>
    </p:spTree>
    <p:extLst>
      <p:ext uri="{BB962C8B-B14F-4D97-AF65-F5344CB8AC3E}">
        <p14:creationId xmlns:p14="http://schemas.microsoft.com/office/powerpoint/2010/main" val="18803620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08C4-C2FF-874B-13EF-57EEDFF4CA63}"/>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B11D653-BF62-539C-A959-E6201FC5CC0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F2B7EF3-9497-619E-2FE4-26E6B57B7BC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09917DC-2EE5-D537-99DD-2A073C991A6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13FFF16B-2B68-6DC3-29AE-6B3F6F22A77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328905D7-4128-89EF-CD68-09479B0E2A41}"/>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349A9670-B384-791B-8099-A330089DCC3C}"/>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0673444-CB2C-ACC4-E06B-6C08F438752F}"/>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7737C4D-5727-403F-5A18-0CAD7441BDA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7FB6592-0918-66D8-52FE-EE13F3E823FB}"/>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8F62FF5-6AA7-15A9-25C8-DC3EA3893E12}"/>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6AB54E3B-236A-BD11-3DB6-D2049730F96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07D790C-7BE9-DB20-87A8-A487C2CC08E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54DF8A3-0D1A-CACB-E346-54CA8A7DA2F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8F52CB6-0A07-4214-E4EB-BEBF284C8EBD}"/>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767B89D-92D4-33FB-AF8F-0F1457ADA574}"/>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8CA5550-5293-E57E-A3C4-B3C0103C9FD4}"/>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58FC54B3-B3A9-73D9-6F3D-ED95467045A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B611F96-E06E-E0A9-570B-0873B9B3A36C}"/>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F20AB4E-A9D3-9355-12F8-0ED53D2E21C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E4FC887-FEB0-F559-7BFB-AA1CE31E846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B64340C-EA0A-6F0C-7CAA-A733F262846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DDBB35E-C8FB-BDEC-18AE-7DCF04091171}"/>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34226AF-A5AF-FB1F-01F2-B6D0EA6E4B24}"/>
              </a:ext>
            </a:extLst>
          </p:cNvPr>
          <p:cNvSpPr/>
          <p:nvPr/>
        </p:nvSpPr>
        <p:spPr>
          <a:xfrm>
            <a:off x="1943449" y="3755756"/>
            <a:ext cx="958516" cy="7924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5C16756-AF13-3AFE-BC67-1422DA157C0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A3AE30F-9E7E-F304-535B-1AB3125165DE}"/>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EAFB623-68FF-6A72-D978-16FEBA8082F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55DBEE9-3606-94CC-AFE8-D36C943387A0}"/>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F824FA0-45AA-6BF4-8D5F-1814AF006609}"/>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F7D366F-205D-7D8E-D782-38E8A881B5D2}"/>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73CF653-B290-E187-B2C2-A2FA211F5C21}"/>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B02C602-73A2-BD83-DF89-FDA59A44BA7B}"/>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4E8263BE-246D-A534-7A05-019E43DF5671}"/>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4E712C5-B870-1C7B-2F5D-421F2CB44819}"/>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51212693-28D4-00F8-2BA3-BE693C945D77}"/>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32BF839-FB31-AFCC-AAB1-79779FC01A5C}"/>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FC330904-249B-FC7A-F3A6-43737503CA2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53E4C48-1B38-2EC2-11D5-836AF64FA38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C42DEACD-DA89-86F0-8D65-A6E7E57240CD}"/>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A71E2860-01E4-4F29-B25D-5C27348FFC61}"/>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C23FE72C-C7A1-2D58-2E90-9E40BA3C51F4}"/>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065A8FA-9487-8832-AF73-299D3CB6908B}"/>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B92E8B4-E9BA-8F2B-152B-20F2F122B069}"/>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D59156E-B42D-E62C-4729-69E39BC8331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FD68D3D-C498-8D3B-09D4-62629412AC7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9A708A1-8B7B-E892-B8AC-0DCBAC860ACB}"/>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189D5F8-2928-D19E-A95B-986CBEACF56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4F0E6E7-093B-7B72-0492-CD0A8C90DDD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C4D5B37-7C6F-9124-A9E7-39366ADB0DFB}"/>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54774672-00F7-07A3-45BA-779A7F0E328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8D944EE-9A8C-767B-D276-025E9B24CD61}"/>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51CF1B2-F005-1F3D-1EA3-43A0353B936D}"/>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A2D8168B-7213-F255-6F1A-53BAC9765B4E}"/>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B4733A73-0DEE-9F41-95B1-9CFE66F3C06A}"/>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C45F5D8-F831-8F70-73B6-8DAD98696E3A}"/>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E564B5F3-94F4-E7B5-0E24-A283F5042BB4}"/>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973C1B9-7B3D-EEF1-79E1-7F987CE2DCE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2469628D-8673-F1C7-C36C-89A5EDE896C9}"/>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12C3FFD-0F5E-1676-531A-C10F43551C3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F37188E-3544-CF78-EF5F-BE331CF9CE0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8152FDC-E4EE-E0B9-1F98-9E7C28F71689}"/>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94776E2C-9E8A-66D4-BE99-CE9136429727}"/>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14036794-24CD-BB64-ABFE-CB36F6B76CD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94447AE4-BCDD-0A57-34A3-FBCEFA4728E5}"/>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9A9A303-5EC8-E495-9443-F34C798E4C43}"/>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2C60621-5335-5230-9E3D-20F4C310D098}"/>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F6D425F-F4EB-45F7-1923-3DAF22551C8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71076718-3CEC-44E7-2337-5D5AB3EA15A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0325027-E389-D645-9C1D-945C855806B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A756CC9-B493-07BB-DF6B-000E185D1B02}"/>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9F54309-FFDB-D77F-146F-57B36FE0D99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4003505-8E83-BE87-E4D0-6B23CCE657B7}"/>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C76BA60-77D4-8D96-BBE4-F4AA8E10606D}"/>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AE8BAB8C-4D76-7DE0-EE2B-0BEDD512DCD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8CBC4F9C-2673-514D-4C3E-EA51E354532A}"/>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E4BE3DAB-FE72-B5EA-8355-44994E8DE936}"/>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2043F61B-56C6-1DA8-8394-C723CB6973FF}"/>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77971E3-3FF7-C999-E73E-F5AE12356AA1}"/>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60F11060-DE89-AC1D-A661-8F699C31148C}"/>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67711AA-CAB2-7ECD-C4AC-3E0481779549}"/>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A6A08734-463B-A34E-C0DB-949774A8CDA0}"/>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C0F83541-E4C1-58BC-6686-9490B7A5690D}"/>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1D59909-4B11-843C-EC2B-3C2DB42C9F7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1A16E4BD-7F7B-AC2F-CC46-6EDC95580BD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AD67C05-23B2-408A-1AAC-E6D044F80682}"/>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8AFC228D-0236-45DF-DED5-F37A53D3EFEE}"/>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84930EA-4B62-C956-7BBC-FAED59FB1A0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16B6BF80-576E-9840-25CD-C585563C4D09}"/>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E9AD1B-31AB-5CD0-0A4F-A1B972F51A4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F580EA6-F47C-EEB3-FE5B-4A8BF504F37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083ED939-238E-9B76-6C0B-69CA8C7E135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8D919BA3-F9BF-881D-B430-D5287B12798E}"/>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30724CA0-CD1D-6EF3-53C9-F947CD6B82B2}"/>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D43A98A-5878-FC5A-4F67-A79A9E334FB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851051D-FCEC-E08B-48CA-C00E9F08B7F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BB654B2-752D-1257-07BB-7CD03661F578}"/>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3497615-197F-F7D6-D0A6-1AB28FD9DF76}"/>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E542CB2-AA47-8F05-3C49-69A676F8B99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E85B8015-7C3B-6E45-9981-918052005A97}"/>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1D94EE3F-74A2-F664-6131-8E9F383A601B}"/>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5E41668-4880-DF2F-644F-344F0C0E8EED}"/>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3AEAAF3A-B27E-92F6-BDEE-D343C795FFD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21C85D1-924A-DADA-8532-DFB6AAD8870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D6B9113-4547-C51A-530C-B15C71FE19CC}"/>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0A7FEF6F-29A3-DDD5-27DA-3CE49F0329B4}"/>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B70459E2-C444-553D-A8D9-8DD2368553AA}"/>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66216F3F-4A4B-1B1D-42E2-B817058F49F5}"/>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9E9A711-2F3E-C06B-B272-352003D23B2D}"/>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55420E6-8596-764C-7E91-693B56E5A3D1}"/>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1C09B0A-B8E7-0FEC-02A0-A18B170D60E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6126541-473B-DD9D-02F0-6D015E11B64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ED793F8-7622-C73D-91D6-D21139609D0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8DD1DDC7-5B42-681C-33AB-DDE57EE0C54F}"/>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F72EEF6F-30EF-BD56-0B92-91D70326E968}"/>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380FECA0-C837-6A4D-C330-EA69E90846E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09C45043-4096-1C02-04CF-AF55BABE651C}"/>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CC23708-960D-2C4E-01F4-C8543D8AFCED}"/>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422EB51B-16E9-41D2-0621-000B6EFD8635}"/>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D92F9A8E-2855-957C-D724-352188FA851C}"/>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3. No, the user is not using “Quick Line” Entry">
            <a:extLst>
              <a:ext uri="{FF2B5EF4-FFF2-40B4-BE49-F238E27FC236}">
                <a16:creationId xmlns:a16="http://schemas.microsoft.com/office/drawing/2014/main" id="{920C900A-929A-C42D-E7A3-6F89A1DEED03}"/>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N3. No, the user is not using “Quick Line” Entry - At SE Electrical Distribution</a:t>
            </a:r>
          </a:p>
        </p:txBody>
      </p:sp>
    </p:spTree>
    <p:extLst>
      <p:ext uri="{BB962C8B-B14F-4D97-AF65-F5344CB8AC3E}">
        <p14:creationId xmlns:p14="http://schemas.microsoft.com/office/powerpoint/2010/main" val="2551917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15B7A-8893-F54B-C747-F426C66685AF}"/>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26A78963-35D9-7369-F7C6-C6160A46165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BF37536-F19F-77D2-488D-93225BA7EEA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7F13A438-E550-4925-3F52-D6E8D9B79F05}"/>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635DB04C-CF33-C0A9-6959-452885EE0D13}"/>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786FFE9-1F0E-ACAD-8454-1D15D62268C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057F4309-B6FF-3391-BA6E-409E6C7C7311}"/>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7AD97E6-4447-A4D6-7B8A-91D50E603A43}"/>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975889DE-F0F9-92CD-3D65-3103FD4430DB}"/>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6A496F9-65B5-EC71-F94F-6C56889F2773}"/>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6ED5C2E-EFB3-A6AB-B90C-DA63CEB8426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7E2DEEE8-5BFD-E409-0B35-C843C4586969}"/>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70CDC61-D1A1-607B-19B1-08135163D702}"/>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6BFE254-4D14-0156-7905-A45B999C660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17EBD13-B95A-4E17-B3F0-78AAAB95E81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A380D603-3E15-010C-5355-F0A28FC1AB3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D850877-55E6-35BD-323B-1594AF8550D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BA41FB4-6A0E-F384-9804-C6D7D5BAD94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609CB5D-3AED-78F3-5E46-E98597DA572E}"/>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A20C48A6-1AF4-B01C-EE48-D741D23C3162}"/>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8D7249F-B8B4-3CBC-CAB3-8CAECEBB3F0C}"/>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286777A-1AFC-0CC2-E792-E6D65A2AA167}"/>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5E82F444-DE91-B963-0E5D-A3E31A60AE9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098162B-6BE0-9291-A6FA-B18E0B8EDA98}"/>
              </a:ext>
            </a:extLst>
          </p:cNvPr>
          <p:cNvSpPr/>
          <p:nvPr/>
        </p:nvSpPr>
        <p:spPr>
          <a:xfrm>
            <a:off x="2820821" y="3685316"/>
            <a:ext cx="958516" cy="8954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92CD3F3-AE59-A69B-B503-51D82DCED81F}"/>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38783866-7712-4E30-1E0C-19A3F3463908}"/>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9428F09-D08A-A862-331C-830975D7A14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4C605578-36AD-63F5-E189-F976B19C257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69053E7-2741-B08C-D030-13EF5F166CB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6F532A1E-FC4D-B41E-4EF3-C967E5C99279}"/>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294E44E-0432-CB82-F18B-620E95CC92FC}"/>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5825940-FD15-C375-6908-AAFDA04CA3B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88DBA89-BD23-CE6C-E13E-1B9529DAF289}"/>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789892E-5EB4-8D12-CAE6-CFBE35D3DE1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4FBADB8-6FFC-BAFA-50DF-EECEEB55FEE5}"/>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39429A0-A989-FBB3-4398-F521A2EF686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D81503A0-3108-C54B-EDFB-D07265B483E8}"/>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2747007-2D50-2149-EF04-9DD123E2D51E}"/>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6531341-E79F-ECB8-8767-693F2375251C}"/>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165DCD3-E7BD-7E54-FFC6-747A0515F562}"/>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BE9DCF0-827D-0464-1943-A64788641521}"/>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1E707E7-E2A9-44FC-EFD8-854530DD1A20}"/>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B38E4CB-A917-8F4B-6796-7E0CB785BF52}"/>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F85D2DC-B442-D28F-789B-C104DB663D4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CB188A78-E2BE-4960-DCA5-FA86F167FAB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76AE739E-53D5-573B-F25B-9C23C7F76479}"/>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D38B304-B63A-69B9-E51F-D6CC3AC1A63A}"/>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E9A1919C-B22F-5276-27E4-99DF9481D75C}"/>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76C6E9CB-96BF-C83A-3860-71468667E296}"/>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C247A32A-5C04-5919-97B3-59397037712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7BA032B-CA11-613D-0377-7D89BEA5F73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073AE25-F354-6499-23B1-075AC22E8739}"/>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4990EB8F-D244-CD94-7023-8B9C95CC3785}"/>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668A769-94E1-A44C-554E-B27B302F1F7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746503-A827-2BD8-9436-43D9634BA612}"/>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51A809D-8CE5-68B9-325D-66D080D064FB}"/>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EDB121DB-91C2-9B78-5085-0B24EB43534F}"/>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4875FD6E-00E9-500E-5B92-F99C8184B91B}"/>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973713FB-D8C9-1F1F-F6E8-E09678D6145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0E4D3F81-E20B-A837-3862-4E44740392C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58C96E8-5A73-B6F4-F061-A86A7BED1EE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83B3FCB-701F-2CFF-5DFB-8BB83FCAD319}"/>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3385B48-FD57-5A07-3328-3E3D6DF25D9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279ADE1-8553-74D1-161C-1E1654E0F20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CD5D487-523C-9570-B099-8FB71169FC0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8BC5941-92D0-6524-331F-1574E38D6D9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77E0487-DC5B-72F0-F43C-22F926D38E88}"/>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D87628C-298D-28DC-0125-D6B4541DCEA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F9F9A2CF-0D86-B821-AEC3-2A6B77827900}"/>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C522CEB-912F-F028-5D12-147488A9E2E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B32DB1F7-E806-449A-A496-B16EA7D566E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540BEAF9-550B-F877-7702-0489DD863648}"/>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212A599E-4863-7C64-6D5B-C24E5BD007DF}"/>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4A2DED3-7EC6-F061-D93C-2FCF7C68F448}"/>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22A1D8D-B574-89A9-D5CA-4124F895D11F}"/>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5A5F945-C05D-BF22-ED69-D8068B39A29D}"/>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380F74D-223A-62CF-7057-E6F78249AC53}"/>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34378477-2F2A-93DC-9A94-B10D7779C71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E1224388-9098-3923-C2B1-6349E43FA80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6337D212-EE76-4FC3-E09D-22D432E93AE1}"/>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B8111AF0-7FC5-9B5D-48EC-A003EE290A0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7FC44B41-663A-7637-4E9E-BE4CE9679ABC}"/>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61D267E2-F1A5-0769-35B5-028690358D4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D47BE49-E474-7F04-F64B-DED238392ED9}"/>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8FC6068-954C-5B3D-A362-2D173A18096E}"/>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A01AFF5-A4E9-9A5D-5736-C70ADC37FB4D}"/>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D6ED49A2-6B50-24D2-E07F-D0BB1AC1D389}"/>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2C8009C4-555C-0887-9FFF-CE24CB95843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49ED815-F138-EE06-38F0-E84A7F68A617}"/>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DBD4831-2A97-51AB-220C-49CF62674078}"/>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210A8A9-EA03-1DE1-FEC9-4E7F5DC5450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BC12476-94DD-90EA-1B3D-B0084450646A}"/>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D7736DA-0F99-D189-0D5A-44CC4299EBC2}"/>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3313E3D-6086-3A28-3D7F-ABB0EB94C9A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188E502-06E6-F509-356F-9926446D423B}"/>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04CD5F4-D30D-BC2D-E476-4D626345DBAE}"/>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7D7334D-4AF4-6A1B-1167-54CDE5DE5A8D}"/>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8F61DAC-90CA-E831-8FB6-8C287758825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96623F0-E401-44E5-73FD-BD526116C495}"/>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28F43B4-9D81-E2CC-DFA0-288B24F3CA86}"/>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ABA9FCF8-6C91-700C-4433-B908445C2586}"/>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77F2CC7A-B9C1-350E-9DD0-F6CA2B696E5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291D730A-B20C-725E-3974-C4684B5370AF}"/>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52549A2-A175-D139-B663-CB3E89490D1F}"/>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E905012-4157-4CFB-BF47-1B750D9862CD}"/>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209AE70-13DD-E5E2-16F6-E7C48C6113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FA7CBE4-5751-B788-ABB6-71831E93CFCF}"/>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A3E61DA-C854-47ED-F74D-4251FE81156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DB15C5A6-6226-D61D-2F6B-8D5A70C4FD70}"/>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995DB04-B984-029D-D39A-08155CEBE734}"/>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B4FDE2B-51E2-4068-A136-F2EC4504A5C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D896AC0-7292-73A9-3A0A-3286EFC7D13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36E527E-1B19-8E7F-4080-3A0F56F81103}"/>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CB68FEE-14E3-09E2-7A17-893C38C817E9}"/>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C7CDE64-F38D-886A-81EC-93D5E5F132F4}"/>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26931DBD-7190-C86B-FA61-0D806B850C6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7DBFBF4-0D38-7C03-3655-9AE65AFD84E7}"/>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A92D0CB0-1ED4-FEDB-324D-CBF4B4352154}"/>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D044E362-C0B5-3051-322E-B75684ECB9D5}"/>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5. Advanced line entry selected">
            <a:extLst>
              <a:ext uri="{FF2B5EF4-FFF2-40B4-BE49-F238E27FC236}">
                <a16:creationId xmlns:a16="http://schemas.microsoft.com/office/drawing/2014/main" id="{6A268A74-13B5-A12D-2233-0E778D6DE85D}"/>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S15. Advanced line entry selected  - At SE Electrical Distribution</a:t>
            </a:r>
          </a:p>
        </p:txBody>
      </p:sp>
    </p:spTree>
    <p:extLst>
      <p:ext uri="{BB962C8B-B14F-4D97-AF65-F5344CB8AC3E}">
        <p14:creationId xmlns:p14="http://schemas.microsoft.com/office/powerpoint/2010/main" val="2032398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047A4-217D-FDF2-27AE-426CBC90D16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2E1E295-0353-4899-F403-04F4CD207BBD}"/>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E3F3D2B-084C-6D4C-9608-C624A3185B3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2927EDA2-B134-B831-DBAA-BA07F3C8B6FF}"/>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BE09EBC6-6778-B835-B088-1A6ACDE624AA}"/>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00B9E2B1-B3FB-C30A-C06C-91F94DA2C4D8}"/>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B757B632-2A3D-F377-23C7-11A066BF96FD}"/>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646DB7F-87F5-AB83-F7E4-2C08327357CC}"/>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7AC18859-2740-BE1E-45B1-6FD1588DAE5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58C30E9-1A6B-3298-6A53-EB2BF758D3F7}"/>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654721C-B7BC-98BC-5731-4B13360A8FB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43DA4DBA-846E-9742-BBDC-D3229CDFCB3C}"/>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E505926B-E2ED-C3CE-7858-8B226EED0668}"/>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60416D01-58A6-084A-B822-F340680B63D4}"/>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04585CB3-5283-CC63-932C-FB770CA3AC01}"/>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8F34154-2D95-F971-A8E2-0400052E0252}"/>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B30AB25-9269-4226-989A-CB3D9DAC104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90D2D71B-4369-1964-EFEC-CF998055D899}"/>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E1DBD29A-2270-8DC4-7A0D-185B48538FF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9F0C1F0F-6BBD-271A-5376-64ECF334410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E17EAF17-220F-DD9E-54B5-AF9D2DBC53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DA57A69A-6371-329C-61A9-068499D9AE68}"/>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9D3637F-420F-4F98-A03E-8A5411FFB80B}"/>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7ADB32F7-F740-CBB5-C0F4-45C9D74A573C}"/>
              </a:ext>
            </a:extLst>
          </p:cNvPr>
          <p:cNvSpPr/>
          <p:nvPr/>
        </p:nvSpPr>
        <p:spPr>
          <a:xfrm>
            <a:off x="3847438" y="3698375"/>
            <a:ext cx="958516" cy="89540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6949A02-A4E7-C41A-90E3-79A6D8B14FF0}"/>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3A4AAB5-2CFD-BD6F-B12D-86BE8605B410}"/>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52E718F-CDCB-4638-1C05-05F8F901510E}"/>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A2733749-D69C-4F14-88FF-172D028EEDB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566940E8-3EC0-EB96-AB95-8E39371CAA82}"/>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AB7F2836-DE28-758E-8012-B192658650E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AB652EAD-B585-F93B-D9B0-91EBBAA65AA1}"/>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29C49AA4-825C-E749-F570-5D8F4F6DA800}"/>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ECF335E-3B7B-011A-EA93-E57FAAD37C4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B89F5F4-F291-8105-FEDE-F860C5164D4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40201117-AB26-7215-85C0-28A3AEAB8CC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CF4B5ED-011D-046D-60C0-19313CEEBA33}"/>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75ABE87-2453-2915-F524-A60CD7A2BA0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2C4622C-002F-AC20-F8E8-76D0D2BE7D1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D9C5F13-B763-5B14-DABA-15E09C2AFA3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462036B-8764-3652-729E-EA0076C29288}"/>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A823B8C0-F5F0-3F25-9C7C-B713A4C407EE}"/>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01C1E52-50C1-54DD-7FD3-9E257D9CA89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DD5EF587-B459-E928-15BE-698736AC3A48}"/>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A9B2ACC-28A6-4D9C-FFFD-4441BCB6A8E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43ADDCFB-68BF-486F-229E-FF9FAD046F4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95591984-6FA9-0303-D00D-A6037282D95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973881E-BE53-4E14-FFAE-26CA49C15A7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AA3EA181-3AD1-07CA-2D13-72FC0A6FC23F}"/>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17D9881-99A0-8983-173F-5A150CB3470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75E118AC-BE94-9F58-D0D2-972FCCAF82A8}"/>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81F0A65-7413-1BE7-7241-ADD3597F8F82}"/>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FDE7F665-DFF8-C5A1-D118-542C2C6FC1D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5239F53-F29D-BFE3-1277-27CFAC289382}"/>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FAAEAF17-3F3F-6220-F5F6-984E7FBC5167}"/>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C0651797-8AEF-AD76-3F06-C7D8D4D41D4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531E09BD-533F-CF0C-63A2-27F1A7CDA6C2}"/>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84FB47D7-0057-5A0C-D905-36CA631D8BF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B84A098D-68AF-A926-A1AD-E5CA13ABE753}"/>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22E91E02-88AB-FE43-168D-87055A5CE11E}"/>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C158EA48-4F2D-200A-A57A-612E493A4D9F}"/>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36922F1-D46C-EB7A-C3F0-FB50CC9C51CE}"/>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641F561-A016-A3F8-97EE-085846EB556E}"/>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E0C7BCC-05C8-1B31-BFA8-1F178790DF7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EA7D83BF-AD30-1E28-A685-FCA20E22458E}"/>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FCB09453-6B44-9FD3-F4D4-36E76B87A78A}"/>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B05395C-7CD3-616E-625F-64DAA95A0810}"/>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687879CE-C0B2-B25E-8275-4DF379B0CEFF}"/>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645549A7-0EC3-1E39-9934-674853722BC8}"/>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803E546E-8037-447C-ED79-AF21A848D010}"/>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8D75599C-6E84-BEB3-F3F8-E62CC5AC269F}"/>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BDA4676-9A90-B2BF-C242-CEFB7A01DF79}"/>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FE4AF5A-2E77-0AE8-F448-E8FDAB61696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1454232-F29C-39AE-4639-EDB24551C4F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72F3FBC-8A7F-9224-7619-E60D8DE6241A}"/>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AEB6A79-2943-5814-17F1-782E8CB72D7B}"/>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A22EFAFF-670E-E4E0-75F4-1C6120ACC1B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9BFC2E1-B47E-95CB-D362-8BF2D4A8E66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139CFBD-BF4E-9D4A-8656-755045C9AD6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0C5F68D-0DAF-F967-438E-FF298FCD8631}"/>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82D0655D-AC5C-81D7-7DA4-D1CC3151B7E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37616EC3-4245-1A5E-61D5-16E35564266D}"/>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E44D7822-568E-319A-5E2C-79A098D3D83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DA48F42-5EED-BAB0-6A62-44658D518D65}"/>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EFA17E0-118F-4327-059C-62C823B05B3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985EE15B-4DE0-F726-7A3D-0E6638DFB11F}"/>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561B7554-D544-F8FF-5256-7E69DB2B3DBA}"/>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9242B6F-FF99-D84A-B5AC-72EE378BF614}"/>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7BD52BDB-33B7-D7E0-21D3-227C3E8AD36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B7BA874A-25A9-4CA1-979A-48F9DA3261F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45E1BE6-32CD-CA98-EF0A-8C254C74214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113020CB-6601-DB33-9B62-11CE30762803}"/>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379B3FBB-F717-B5CA-2ED6-F40AFCEE559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49908D6-8C21-9A3E-0A3E-6FC56449A39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8F8D2BA-3827-4938-19D2-C9A473FF9CF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F5ABF28-F6EC-5B5A-84EE-D08AD6071C47}"/>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E31D2985-B0BB-8516-2311-FA3623AF273C}"/>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ECFF1DDB-D5EB-D397-43DC-C6E1EA96BCF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C07308F-37B8-18B4-AF60-2BF5CC766348}"/>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170CDE18-DEE6-BEF5-4BDB-DCC17237D6DD}"/>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70CF31C5-E26C-1607-39B8-764AB2D05BDC}"/>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7E93BB70-E3E3-80BD-E4C4-CF596FCFB2C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5E2F7CBD-71F8-3887-5968-E15A6D4BB155}"/>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FD56AFA-C251-4748-5DD9-F27606B1308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70B666A-E8B0-E4A1-92AB-33F3BDBCD6DA}"/>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B00ACFC-80F1-B14D-7480-30B5B5860DAF}"/>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B2B9F09-F7DD-753C-EE06-4F8496B0650E}"/>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98616E2-FE70-78AD-B91D-0E5B47F2EE17}"/>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9C59116F-B6F6-B585-7FA2-8B061B25F667}"/>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E5B7114-4B0F-A797-9A05-A42418BA0731}"/>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3163570-00BA-0309-8EE1-9CA121E1D872}"/>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E5E6555-4364-7F5C-B41B-3B17767C377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F7A3BB3-E10F-CBF6-596A-4AD6DE904FD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0905973-79F3-D68C-88C6-41229C483A0E}"/>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06A8935-B5F0-A98E-0B55-805E153E4750}"/>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91E1BF5B-31C2-7C11-A3E4-49A008998AD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BB52F98-D672-03C9-EF42-4222AA2A451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7121D4A-5259-A477-3FC6-63684B69174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72E64B6-1075-4E10-29BE-8738D4B61EAA}"/>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90FF0B13-5C39-73EC-0EA0-3F31CB37A322}"/>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6. Enter Product Info">
            <a:extLst>
              <a:ext uri="{FF2B5EF4-FFF2-40B4-BE49-F238E27FC236}">
                <a16:creationId xmlns:a16="http://schemas.microsoft.com/office/drawing/2014/main" id="{3DE85165-8885-0F5C-26AC-CC012EA86AB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S16. Enter Product Info  - At SE Electrical Distribution</a:t>
            </a:r>
          </a:p>
        </p:txBody>
      </p:sp>
    </p:spTree>
    <p:extLst>
      <p:ext uri="{BB962C8B-B14F-4D97-AF65-F5344CB8AC3E}">
        <p14:creationId xmlns:p14="http://schemas.microsoft.com/office/powerpoint/2010/main" val="1797106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A4A17-3C2A-1D10-5309-F6202097A239}"/>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E9E26A15-7A4F-3084-AC18-45EFD05A79DA}"/>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42D271B2-91C4-FA5D-D7B4-6851386F3FD7}"/>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6B7FFA9-1C0F-37C2-00B6-7DB8D76D9B0E}"/>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82BA0A7-24C1-2548-DF63-FFEF2BB659A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C1ED714-50C2-4715-5E7F-1086FC31691C}"/>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C88D4DE0-86B0-FC07-B2E4-1CB704BF6EB7}"/>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2FA5F4E-50D3-EE70-DEB1-5DEBB3D1C237}"/>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7A9F8BC-60A9-0BC3-8C1D-EE2F565434B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6B09E3E-9646-5A85-9176-F38C61F2A37D}"/>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955E246-DD70-6CB2-D45E-FF888962E966}"/>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ACBC12E4-08D3-446C-A2A5-6E32A6BAF45A}"/>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C6E8ED0-3376-2D4C-F45E-27A1293E432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CD378F9-F4C0-9027-9F8F-96ADB7865173}"/>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9186D628-7F29-6B1F-310B-DAB895C4A43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9630F33-4156-FF7F-64E7-A6A69B94688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A98B23BF-3D81-1692-AAA9-68DA49624049}"/>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EC59B19-87E5-937F-527A-8EBF33BF673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D44B585-0726-1F5F-67BB-CA28D752159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4473E08-BD0A-745A-F017-6DE2FF7225C3}"/>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427B41C4-ADFF-12A2-988D-3C1B93AC95E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A3FEC42-8041-775A-B8E0-E78BAD5815E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0CA38226-54EF-0F03-76D7-97A5CF65A3A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E2272B99-7DE3-0A46-B003-105EE1C798CB}"/>
              </a:ext>
            </a:extLst>
          </p:cNvPr>
          <p:cNvSpPr/>
          <p:nvPr/>
        </p:nvSpPr>
        <p:spPr>
          <a:xfrm>
            <a:off x="4731199" y="3493300"/>
            <a:ext cx="958516" cy="98038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7DDACD8-1097-26FD-524E-888B72F8C59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B5C8884-FFA4-D080-A402-08367155F971}"/>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30BAFBE-B45F-0233-BD22-C57D54BB9D88}"/>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806A2D3-422C-EB04-A1AB-DB93168C57CD}"/>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376B81C-4057-4C5B-A1F5-394AE68B6F4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03E03711-190B-A61B-4ED9-01E2B51379BC}"/>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96763F93-2EE3-29E3-B90F-E49B070958E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DBA18EE4-21EB-C0C3-08E2-C1653F1A4AA9}"/>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326C8C0-3FFC-10CC-5268-5714F949FB31}"/>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F645123-6930-EF3B-FDC5-6B71388A535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1919825A-544E-45E0-EEAE-52C5EFC51290}"/>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EDD7CCC-9D4A-9811-64B1-AE0E7BAEA13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5A0740C-28C9-C904-22A4-B048FE3285C5}"/>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73E362A-B995-9A9F-EE8C-59876BAAABB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32F2B52B-163A-9730-C515-070C75EA4224}"/>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9BE3F8B-F2D7-E037-27E7-D04FDCC63EA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29329183-6D4F-6F98-10DC-AA646E0C3AD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EF70B44-B360-5248-DECB-05590188B7E1}"/>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4C49E04-2595-2ED6-42A6-8CE795AC0ECE}"/>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E3D8A1D-9AE0-51D5-6358-649D3A85AAEE}"/>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7171431-4A6B-8ED6-6B1E-A122314C797A}"/>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E79225AB-52B1-6386-73B9-B104E4C48423}"/>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AE4A4F2-BB87-B937-0C88-0E0396313B6E}"/>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D64C5FF-33A1-F0A9-CA5F-45EFBDAB5130}"/>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0494B12-C777-571B-26A8-C80A72264847}"/>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A46FB11-B1D8-26C5-1256-70D6540B15AD}"/>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A2DCC6FA-CF8D-A1A6-7001-EAF7726F26EE}"/>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68429B2E-DA31-53D2-06FA-D1A31736694A}"/>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17099B0-86E0-8148-C3B6-C7D79E2727AB}"/>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608406B-8B9A-A982-67F3-0EB49FF4ACC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E2B4657-E9D3-431A-9094-94EE89D33CB8}"/>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2368D965-A547-8BF3-C20A-9FA223B18CB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F29D5B78-B71A-A926-F95A-83F39FF6680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04A55250-30E8-A420-BA6E-4D9C657D155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11F30DA-588D-F0DB-110F-712DA809AA88}"/>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36CE9FD-9916-6991-CD29-E8E4C542977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2196B0F-2278-6883-AE1D-86669CEACF1A}"/>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85102CD-606F-0C2F-FB8B-CB670288195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CD122CD-4915-5AB1-D84E-E3210800A12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B237A7A1-97AB-1047-A44F-EE5CCD69DB1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8665DC2-695E-131E-B0B4-BE9568A7995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BEECD5C9-8CEA-5308-2A82-13018EB2CD7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8FACA204-75CB-448C-8074-B78C9D9E2FDF}"/>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006CC95-5EAA-B35D-4144-C3CDF1B701C1}"/>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95E998C8-4AC8-57CE-519C-ED5A428395B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7502CE18-E474-BA50-072E-D708A52A208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CA1A6CE-AB7C-EEF4-1774-C932CC45F428}"/>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D41CD67-02CE-19C6-03E3-E3A4199D3E5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156655B-BB6F-E678-9E54-303F5C316B20}"/>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FB515A1F-6CD2-81CA-401F-738E3A8CDCA0}"/>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3A0311EC-DAD5-D522-0BE6-7FF4CDB286BC}"/>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0CDFA2F-F547-8A32-7539-C98795BB877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A8D8273-EBB7-CB19-91A7-9F9687D85C9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00DF263F-AE7C-F999-19D8-E138E360D85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07E688D-6EA6-E287-9E79-79F7CFE6C8CA}"/>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DC5CE4F6-1338-F4EE-A8B3-722DDF1985BC}"/>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DC142072-6E2F-7478-9DE4-3E1E643B3B63}"/>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041B6A1-75BF-67F9-0542-DF9200CB230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540ED77A-3BA9-8E8D-7A1D-3284CEBDDB6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7A2F3E83-817C-D510-62ED-52FBC093DE54}"/>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492800C-1BFD-CB0B-A3A4-F24299D3309B}"/>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F6DC7FC-8431-B281-76AB-EC59380F1E14}"/>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1512F18-E834-A0DA-E03B-37B75778A63E}"/>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958874A-BE3A-3350-C918-7D83BA906DD9}"/>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EF77713-38B9-9899-9E73-1954C350ABDE}"/>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B1E1C21-CC13-8227-BC4D-42A6AE707B1B}"/>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70AA12F-5C50-BE3C-2BFB-3DB23E74A8DD}"/>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2B53D1B-F096-1CBD-D6F3-0D7910CBFF5E}"/>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0ECDEDA-0BE9-5A16-2A20-D8E5179616A6}"/>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3B50253-86C9-C36D-2892-779E22AD15D2}"/>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8469A2B2-00FA-6295-2F4A-B0155E194BB0}"/>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C1D854A6-E552-2EF4-C90C-66CA50005251}"/>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6ADC4E1-90A9-45D7-89DC-7DDE1034BCB9}"/>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7F86AA0C-C887-BE7C-2E47-4720A2DA3758}"/>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2FE5E83C-026E-5889-01E7-BD421FE6042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F91FD4F-E88C-E47A-10A5-735589D91EF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3024056-768F-3427-D519-E989702269FD}"/>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299506E9-EC3A-D397-0FEC-1EA0F603095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2BD01E5-769F-F5A4-2A0C-72A66E19864C}"/>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192AA62E-45CE-1BD9-0DE1-A63760F8E29E}"/>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005EDB7-DCE4-CF43-3BDD-ED23E17E60E7}"/>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1B639F6-BA80-F86B-5811-7F6217865191}"/>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1B11905D-0D42-A77A-650A-815341D4E9FF}"/>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71E9CC8-334B-F684-E7E8-1E37DA75DC83}"/>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C464A1A-F521-5AC2-1A46-27736AC2E0D8}"/>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8D2D84A-5F5B-682B-EA5D-61DE5635171F}"/>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AD10A93-115C-599E-AEFF-09C5286E725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4853094-3037-91FE-B9E6-7FEDBC6AFFCE}"/>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11AC8B9E-4BDD-7272-9816-43539FC5E1F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4579BF8E-17BB-3DB5-3B7E-B0243C7C2D0F}"/>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48BFC404-46B5-086A-FEF0-1A604B42E75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9E10C0A-39CE-E23F-10DC-E8807F45AF08}"/>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131898D-A8F5-FAFE-8BA9-714317248636}"/>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9BB0160-C098-BBC7-6276-A04B8E3DFD94}"/>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4B2D8D88-A9BD-8795-D4F9-DDFFB1989FFC}"/>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5. Was Product found ?-">
            <a:extLst>
              <a:ext uri="{FF2B5EF4-FFF2-40B4-BE49-F238E27FC236}">
                <a16:creationId xmlns:a16="http://schemas.microsoft.com/office/drawing/2014/main" id="{CEF6045A-B7EC-B0DF-E096-6A5B3ED36C46}"/>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D5. Was Product found ?- At SE Electrical Distribution</a:t>
            </a:r>
          </a:p>
        </p:txBody>
      </p:sp>
    </p:spTree>
    <p:extLst>
      <p:ext uri="{BB962C8B-B14F-4D97-AF65-F5344CB8AC3E}">
        <p14:creationId xmlns:p14="http://schemas.microsoft.com/office/powerpoint/2010/main" val="4210235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5140-BD23-AA0B-362B-40434179225C}"/>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A4E800E7-923B-1EAA-834C-D3ED47F1E356}"/>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9A7E0B13-C162-BC3A-B034-2193D38D507A}"/>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BCDA7FA-C8F2-4221-D3D4-10557E41012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AC931F-1A4E-95DE-803F-9DE88364B10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7605728C-438A-5635-EE40-ECE0C13499A7}"/>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A1E5C59B-9DDB-EF2C-7513-DEC3D6281247}"/>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5CF70CC-B36D-C7E3-99B2-0807F9A94C2D}"/>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E0C0425-230D-20B3-6940-04B3047837B8}"/>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92A940F-667D-6E41-5046-6DDC716F1D4C}"/>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B88F728-0001-383B-B342-90A5CDCF58DC}"/>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84338D02-C895-BBF9-8DB6-2F8FBFAB78C1}"/>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C6F0AED-973B-DC4D-0558-1CBF03051F75}"/>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2803B28-4BD9-48ED-4011-64A9B5B3845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7EC674B-7DBE-A95D-7E5F-065CB55BBF7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1501DF8-C19A-7096-101E-30B35BFBAA9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A00A7C5-8DA0-FA57-E45F-FB710AD2FB0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D4ED018-72E4-B8FB-CB56-FBD2396EA2C5}"/>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4E9A31AD-5360-DB9B-7FBA-5AB51474B9D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F7CB97A-40F9-C049-498D-B3F0D9234501}"/>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7C7C221-AAA8-8E07-4B26-F82063ED78F2}"/>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3ED64CB-88C3-5569-581A-8E4025F8A5C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77B4D3CC-D814-051F-9A67-4005F0A4B131}"/>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B5BD31DD-059F-95F0-F3CC-060FC5FA32FD}"/>
              </a:ext>
            </a:extLst>
          </p:cNvPr>
          <p:cNvSpPr/>
          <p:nvPr/>
        </p:nvSpPr>
        <p:spPr>
          <a:xfrm>
            <a:off x="5281076" y="3732066"/>
            <a:ext cx="958516" cy="75921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FC822E6-A2F6-3542-18C0-83544916452A}"/>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6362AA3-6DB9-A32A-B7B9-2DDAC854C177}"/>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4AB5E2E-CE7C-9260-2DB3-00025D429D2D}"/>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52449B6E-2AA0-238E-6FCC-B28370526333}"/>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187F5D35-E4CB-BFBD-FB5A-139B9FB122BC}"/>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2A61605D-1F19-72BF-44B6-E658F6E6DCB3}"/>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7937C4F-27EB-8509-B1C7-26B3882ABA0D}"/>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1EEE1EB-7E3D-BB5A-7ACD-390D92845A6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949B809-E47E-5921-71CF-C001A143BBD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941EA35-99E0-5BE7-6BED-37BFB2643AE8}"/>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FFA32FB0-E193-069B-6338-FA9C744987D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DEE4580-628B-84D9-9316-102971C13770}"/>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F6D185A-311C-B0F5-CB7E-E98500B9A88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2A8284CE-9550-16D3-77F5-81EC0DA57ED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63440230-2045-2175-DD40-5678C11F685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91F30E1-1FC6-92F2-7D89-BDA5A4B551FF}"/>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F9FBE9D8-B853-60D9-2EA9-2F29465D81CA}"/>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2153B92-83E8-D434-FE9F-36391DDEBEC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4CA28C43-C42B-E719-8EDC-C50BF1ABC090}"/>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11A79C7-478C-E378-9202-8A8625DAC506}"/>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4DAC713-21CE-7E7F-5469-3FD65BD30F38}"/>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241FEEAD-7D34-5E8F-FB3F-4C60E8E40E67}"/>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8E749028-ECEF-2051-5F3D-FCE4A489B8F9}"/>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D315A22B-E450-77D0-B2F7-04C40E23604E}"/>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DBFCC708-ADC9-A79D-130C-25E46513E2A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B0DF8FA6-98FB-7102-A372-FCE06DA7755B}"/>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4BBC58B8-7389-AADD-F41D-20B940A40672}"/>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90DDCFE-64A8-00F2-60FB-AC6B5DA93875}"/>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A019A159-D198-8CEA-67CB-7D2E7CE67047}"/>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08AC3D0F-E9F6-DEBE-1251-59E94194C64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B5B35EF-480E-2D12-1088-84B0F369AFB9}"/>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38B54BB-66E1-F250-122E-F2A9339470B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C9955C60-3AA6-D415-EE7E-36E6AE3E0538}"/>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C94EFF39-4075-8CF6-CE3A-0EE20C0199FA}"/>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3067F8C1-0321-BD20-5C19-3F11490A0426}"/>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19BBF86C-715D-003F-0419-70BBEC40B5E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1200E78-BA43-4955-C0EF-C35D876C5C1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7B85524-DADA-DAFA-24A7-1DCCE13AC959}"/>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A88C9DE-FC3C-33A1-EB60-7B92C695E3A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59612E0D-F022-A2E1-42CF-234C93059DDE}"/>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74652E0-4E68-0014-001C-2C619CE6531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9F30A899-296D-F88D-397A-D9E89A15C35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197A36A5-C69D-5F5F-8632-8EC4D24D2F8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B232E88F-2C64-8363-562B-8A4DDF1BEB7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5303895A-EC72-5F5E-CAC2-45FF43BFC44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A46F313-AF8C-5742-F9B2-6C12943E9DCE}"/>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07F5A6A-DCA1-EA9E-AAD7-763BB6D10A50}"/>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C256D0A9-5CC4-20BB-9599-E235C23B940D}"/>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C66A65D3-08DD-2DEF-6562-5E25F7AF4ABA}"/>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07088CDE-2955-C418-6E5F-0383FC39C04F}"/>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28E1EAA-D3B3-7925-ADF1-AC7DB9ED10E3}"/>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E3E5EC0-2B8D-C8DC-D73A-688D3544D2EA}"/>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F7006814-2FDD-EEC6-0200-06D0E0F9C0C6}"/>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F290E5C-2F2A-606F-39EE-7221521FF674}"/>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A06F8E4C-E9F2-83DC-067E-3CFAADA0288B}"/>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3256BD7-7FF8-9827-CF78-BCCA4BFA1E96}"/>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3D545A6-E917-BA08-9614-52FBC77F7EBC}"/>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3938C32C-42C1-9AB4-43D9-706ACE6ADC5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B78FDBA6-6328-46EE-B50B-0DC43DCA133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82365FAA-9A89-AAB4-8765-C99AEE02C7CC}"/>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C2CA06F-1409-D2C0-90C3-EA71063527A5}"/>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DB2658B6-774B-DEB4-1602-3201AD57C8E2}"/>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E9BE32A-4E79-B777-1F78-636AF319E09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047475C3-CBF9-1BBD-CE52-B240A33F694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68BAD8B7-3B87-A192-BBB5-B13AC24D8E5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A4C0295C-F5AD-A8A6-16CA-1773EE21116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59D807FA-A2A0-D98C-172B-9D5B6D43BB4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B55D6FD5-7901-CDB4-CD1D-51E496B4490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5CBC3F32-D2B6-F186-16B0-BA7EB6A65521}"/>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37DA179-33BF-95F1-8B71-8EDB91BEC5BD}"/>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93C7712-0682-2476-1BDA-19D7736297D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A333E920-392C-41BE-5FB5-CEE2A3B1A09C}"/>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F408EBB0-49EE-4C6D-F76F-CCF2396619F2}"/>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96AA38D4-890E-400A-27A1-A78F148A1756}"/>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B7385411-B4EB-5374-372E-D6EE0CF97F3C}"/>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A036652-0E97-D088-81C0-16DD5BE1646D}"/>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24502A6-87D8-0ECF-45CD-1D581B1B273A}"/>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8B7BECA-114F-0952-9DD1-137EB66BB3B2}"/>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49346D9-40D6-47FE-A870-FD2810D7287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2AFD84BD-DA9D-F4DB-92A1-A2A824EE4461}"/>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4F81AFB-B5BD-BEF0-D67F-CA947E943914}"/>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054F1CF9-6D75-7FD9-A9BA-C5BED5BA47DC}"/>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43B8F45-8194-7A9A-BC97-FDCE43F318E1}"/>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AA73C0DF-9FB6-511E-9F05-0A9D8DDA9BC5}"/>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F9A2BED-9204-5F14-430E-8DA9E285B3D6}"/>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26AC60E-E24C-8008-AE5E-22F759CBFE51}"/>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FD84709-02C2-874B-41C4-4560810F8C5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2B76402A-2258-EC08-7B03-5F4D703710F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4E0CA9D-24F0-E7A2-A1B4-16DDB312B99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9E306DA7-DEE6-CCAA-9762-56E96DFB6B60}"/>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701ED7C-5A60-96ED-F564-B2ACACCB0BD5}"/>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EFD41242-0269-5FF3-B09E-94D147CE26E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2AB38A0-CE3D-EE7C-5315-82AE8338C71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30F484F-A951-34A4-6A9E-14795FB8FC4A}"/>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4EB47A3-7F4F-853A-5230-FEEBB75CF29E}"/>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5. Yes, Product was found">
            <a:extLst>
              <a:ext uri="{FF2B5EF4-FFF2-40B4-BE49-F238E27FC236}">
                <a16:creationId xmlns:a16="http://schemas.microsoft.com/office/drawing/2014/main" id="{EB9A3A79-FF77-C079-7ABE-216CC7E86B7E}"/>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Y5. Yes, Product was found - At SE Electrical Distribution</a:t>
            </a:r>
          </a:p>
        </p:txBody>
      </p:sp>
    </p:spTree>
    <p:extLst>
      <p:ext uri="{BB962C8B-B14F-4D97-AF65-F5344CB8AC3E}">
        <p14:creationId xmlns:p14="http://schemas.microsoft.com/office/powerpoint/2010/main" val="3612526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3378-72E2-B7A3-C121-F885F0E807A3}"/>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5606F937-C970-0580-2D69-C361F0757864}"/>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1548524F-A445-4086-D1A6-5754305FE99F}"/>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438FD2C-8EE5-C061-85F4-748604AF405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3426524-297F-811C-F450-6CBAA81CFF6B}"/>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12CC3AE5-B567-0240-9162-C7B7E451864C}"/>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EA804EC-236A-02D2-3574-7449B3947852}"/>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609750D-E1A5-1598-9CAF-25D7B801E52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D85D8A4C-F55D-28CE-2652-D3A16F4934D6}"/>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D9BD583-0136-9794-35FE-25AA366123B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C8FA207-F48A-4EC3-02F6-0811708E4675}"/>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1DC6CAD-69EE-2E46-3BA4-8F25F7B3E965}"/>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98507821-B9C9-D3DF-60F3-DB031ECC2BE1}"/>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666BD0E-1D8C-2495-3FB0-4FA77C8BAB8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24809113-81E7-6CDB-DDE8-9385B0E8759B}"/>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F38490D-53A7-2354-FCF5-9539E6C48C02}"/>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DE80B684-2754-B411-D56D-2AC1D6F62A2E}"/>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7BA49206-C186-1FFC-3E22-DDCA996294AA}"/>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DB20D99F-154C-C1C4-8460-CA533B042E25}"/>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933DE56-8801-95FF-3BB2-02461BACAFE3}"/>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E798879-B035-A0C3-1451-118B61BB21A5}"/>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74738C70-8514-A075-1D18-FF331EB99DF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BCF9F6E-38DA-4C97-7886-9A427F6D9480}"/>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E914E61-5BB4-C864-2786-D7B84E8DBD43}"/>
              </a:ext>
            </a:extLst>
          </p:cNvPr>
          <p:cNvSpPr/>
          <p:nvPr/>
        </p:nvSpPr>
        <p:spPr>
          <a:xfrm>
            <a:off x="5967972" y="3699565"/>
            <a:ext cx="1032511" cy="881156"/>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78EAC3A-D209-7B98-2F7C-CF029E6891C4}"/>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75A9DEBF-EA78-E5DE-F8AA-122B88C077D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472F036-CFE8-46F0-924B-46E45BACBA2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C46910DB-8BC6-CDB6-21B3-CD6556CA602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61ADCC0F-A98F-A028-7EAF-7D5EE130F746}"/>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66826B6-976C-8190-F854-AC36A25DA5A4}"/>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10DB3A9-E185-A904-BF18-5B639ACFD12D}"/>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37E1B79-0A20-9A8C-0242-30EE5F2E1368}"/>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D32D10F-5421-9DAE-0BE8-D90337549BE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7902164-50E4-89D2-355E-332F7916A8E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D8039D4C-5067-973A-F6DD-16014D30DDE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E802600-7098-8576-FC23-A9EDF0153401}"/>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73B04C0-EE0E-5114-2E17-97007894C8B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0EC6C4C-B3D9-3B2E-B511-10644B25476B}"/>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BB5843A-6A01-B3B4-421C-720AE96650D5}"/>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75F9935D-8D5C-1AF9-5EDE-8B2C56A6C49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D73FB3A-6227-7CE0-46AF-FAF4C347CFE5}"/>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20A6402-7AA3-190D-C5A4-7941E00545F2}"/>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68A07EE-B5CD-108F-03A6-0AD787142E9F}"/>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8A4C120D-BE9E-5F18-2753-03D1158687FD}"/>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7E8D500E-DF14-DEE4-BDD7-B9EF2E0DE3B9}"/>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456F2E5-A8B8-90A4-E3F4-A2AEC4A0F309}"/>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F126E05-C6A1-E9E3-9D84-FE4133768F21}"/>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6C0BE116-6D43-FB55-CE5C-6E1592F2597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BD4C9784-533B-0C27-5939-284B7BA7E51A}"/>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229B6D66-2C16-62D0-C923-9A6E9C38C41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A1CF34B-4CCB-47BD-B60B-4DF78D6D8CA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17EE378A-B668-60C7-029D-3E2EA73CE043}"/>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C032E4D0-8BFE-3600-0DDD-A9A21DBC1D45}"/>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164E4E25-39E1-61C7-BC5E-FA77C0EE104C}"/>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689C6B-AEC7-8073-3269-BEF1A596E8D2}"/>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5FE2816-0B98-C9B7-F55B-E99893CB5ACF}"/>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EADB6D7-5390-05A4-9187-A79E1EC7B592}"/>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B036243-8197-81D3-A00C-AB8F1628E8D5}"/>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DC8EAA3-444E-2464-D41E-59CF906A62A1}"/>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CD335267-CEFE-8154-EF6B-42B677CC8A7B}"/>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48F089E3-D56F-9A5E-FF1F-3CC406EC0C1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55EBDE64-458D-BB9A-3A95-1BFD43F4C7E2}"/>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3EBE9964-7AEA-20F4-0DE4-B8AAB4C84E98}"/>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8E8659A8-EB21-53F3-6749-9535889F9FD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1FD53313-6D7D-052D-FB10-F39E44D03E1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4C9A36D8-1CFC-275E-53EF-02F997BE6D2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5AF21DF-4B88-E53B-982F-30E1BC74345E}"/>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7F83B47-39F7-08E8-02B6-5715CD1F975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CDCC13FF-FBCF-DF60-6696-12F9B4D36FD5}"/>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CC948209-0519-67FF-28E9-DA08F1BBF50E}"/>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A6991B7B-3303-8BBA-D950-0FCB02FD4743}"/>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3BE767DB-DE30-5B6E-A029-8B255987868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66B96C53-679C-8878-7FD2-CF0C2354B854}"/>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A4214DD9-12C6-AE74-B6E9-E713660D9FCD}"/>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FB535A2-8FB9-6E0C-706B-E2C2404AA99B}"/>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BC3D5855-E62A-DA73-3788-2285CE101AA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C46BF79A-4A8F-C657-B188-BC8281E82851}"/>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7D06E5C-EA2B-9759-B9F2-E851EEBAD748}"/>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93FA7A2E-8652-25C3-F475-63BDC67AA4D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06C62A45-E068-B64F-079D-5E28E166FA5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EF857E7D-3C53-0A30-9FE8-36322A3E0151}"/>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80064F1-777D-FC63-4639-24990FF8B2C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BB45A52-8871-FEC0-A4D4-BEF97525AC4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5B361EB1-D2F9-A987-6D2D-9F8E775F12F6}"/>
              </a:ext>
            </a:extLst>
          </p:cNvPr>
          <p:cNvCxnSpPr>
            <a:cxnSpLocks/>
          </p:cNvCxnSpPr>
          <p:nvPr/>
        </p:nvCxnSpPr>
        <p:spPr>
          <a:xfrm>
            <a:off x="6785089" y="4454446"/>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B74B01E4-2EDA-683D-BD37-27DCC21AA4F7}"/>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308885A-EBDF-E68E-68F6-E75953FA0D70}"/>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8934842-22BB-6B36-76BC-BF5C766A550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D16D490E-8EE1-DF69-DFB4-72C222E03305}"/>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F1766905-7B85-4C22-BF29-6FBB1864CA64}"/>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F49F0F9-4A23-AB2B-826F-91DCE3F714C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0198362-652E-CC41-67B1-573F903961CF}"/>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FBCF23A-0FAD-166E-238C-A67E78E972A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90471B90-210C-A53D-44E2-2A55030A7AC4}"/>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7A447EE6-7575-0A9E-EDC4-555F988C550F}"/>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F737E433-4530-25E0-AE7F-16CC3B6D6AAC}"/>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CCEA587-6289-9B3F-2A06-ED75A4F31CE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1D8E8181-47E3-F89D-1B4C-CF105E4A173F}"/>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A3E775D-46BE-7BE2-243D-C17A463B458F}"/>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6205E0F6-296A-9E6E-101A-14327D8BCCD7}"/>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F870483-C169-D931-5053-9CC268ACBF0F}"/>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BE64BCA-1BB2-4291-AFFF-6C465771490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9BEFF81-1D3C-8180-2934-AD07A7CE7CD6}"/>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DF4F7BB-ABE5-DCEB-A32D-E6DE16C88842}"/>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EE7B6CB-2241-8532-E32B-E56AA57F7BEC}"/>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D73C4D32-D878-4123-4FC2-CDB41CE9F5DD}"/>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11AC29B1-5005-EA77-7941-02731EB8B4E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34755AA3-D3DB-8E57-6F23-DCC2C00BA04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A856FE0-33B1-1EC0-2D41-328724C56D4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CEF5166C-332A-4C4E-ADDC-42EE6E87742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E39E8A3-DA14-C8F5-F664-2CFB8E5374B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D229864-D492-6EAD-9920-98340A0D06E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7B72CACC-B14C-1FC5-A6B8-E92F0D56889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D3E40A0A-62BB-9B55-FE66-0E38C7E85F3D}"/>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BD7692F-3A8F-8E3C-726E-3423C45C6EB7}"/>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B347E86-B9EE-6859-5CDB-6556BC61D918}"/>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25C9EF3-4DFA-4CE6-286A-CDE473B6673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AC6AF68-18A0-8E01-D454-BDE68156173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FC055B2D-2B09-7F6C-D34C-85EFAF4C3F2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DD7BA8B-E4E9-3213-BA6B-EBB73629A611}"/>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7. Product Selected">
            <a:extLst>
              <a:ext uri="{FF2B5EF4-FFF2-40B4-BE49-F238E27FC236}">
                <a16:creationId xmlns:a16="http://schemas.microsoft.com/office/drawing/2014/main" id="{16596649-BF81-8B14-5695-1648C56809D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S17. Product Selected - At SE Electrical Distribution</a:t>
            </a:r>
          </a:p>
        </p:txBody>
      </p:sp>
    </p:spTree>
    <p:extLst>
      <p:ext uri="{BB962C8B-B14F-4D97-AF65-F5344CB8AC3E}">
        <p14:creationId xmlns:p14="http://schemas.microsoft.com/office/powerpoint/2010/main" val="970448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285E9-8ECD-55A2-3A40-4389A212D610}"/>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160145EC-FBEA-CEC5-C5BD-DD8C1593256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D9358CC-A6BD-6113-CC05-DF1C331F87B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A9C24EF1-4115-FC15-5CE6-8A3487B0761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5649B842-DEE5-6E6C-B077-4BF6C7668143}"/>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E2F2CFA-725D-E209-C547-9CBD03BD5361}"/>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89034595-A533-7D95-5676-0CF6CBEB572F}"/>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25AABC9-00FE-5250-CF36-FAF3DB4CCDE9}"/>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4FC55EF1-3453-C1FD-454B-46FEDDCB7D5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685808-499B-859D-2FAE-D91D6AD5D059}"/>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7AE01D-44B2-F84E-BB3D-F46D6E3FE21E}"/>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EC25E779-0AC3-7EED-4CEB-8E6A970F9AFF}"/>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D6812973-C7E1-9BD4-7FF7-D51F9EB1558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D18FE88-BA9C-F5F3-73A8-A74F5A69AA3D}"/>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DD9BD32-C2CB-FC55-7D7B-6A6F43C65681}"/>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B72E50F-9E1A-8417-123A-15E63543C9F3}"/>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995D312D-8F30-6842-2D74-FC0C7C6BE06F}"/>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CD6A4903-39EE-7E72-1AF0-C9EB602C87F2}"/>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815F973-51D4-124B-8D50-6A34924C359F}"/>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D1E1B737-EB9B-87E0-0978-2E0F26B6BF1D}"/>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13805A6-2058-3ACA-086F-7EF40434B7FC}"/>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B8CC047-C55C-944B-DB31-F0048A7C4AA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CC27D87A-B2F1-866C-D317-5ECF26FD1025}"/>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F7902BE3-6FA5-0435-E891-DBFDD6D119B6}"/>
              </a:ext>
            </a:extLst>
          </p:cNvPr>
          <p:cNvSpPr/>
          <p:nvPr/>
        </p:nvSpPr>
        <p:spPr>
          <a:xfrm>
            <a:off x="7328878" y="3675869"/>
            <a:ext cx="958516" cy="87489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7681CB3-C0D2-4104-83C6-F9CEFFBBF6AA}"/>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2EABE3CC-8C86-4D35-BE0E-EB366C1C6B7C}"/>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20C66D0-05F8-F7AB-E570-28137BD6B9ED}"/>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6D8CB66-37D0-922B-BD87-EEEF5618DF18}"/>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63683F9-47B0-B7FF-C822-933243EF0164}"/>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6F33E17-52F3-4DF4-0E52-7490658B6A7A}"/>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80A1E862-FB97-43BA-51B0-4E31623B08BB}"/>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1372C6B7-B0F0-016D-D054-F03A9832366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382E08F7-0133-8482-3EB8-557D8CE90996}"/>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D1A172D-9AEA-19C4-EA5E-C487FE1C6475}"/>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B0AB7A24-FD2C-3F9F-AFE5-90CCA1CB0875}"/>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614E69E-C2BA-AA55-038C-FAD079C9A5D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0174628F-1955-77D2-DA8C-F2974571CF54}"/>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C9E697C-3C75-2FEE-71F3-B06C2352796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159A26C0-575F-72B0-54B2-9EB7FB8F761A}"/>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B58E1354-AAF1-C3F0-C236-441DE69C5506}"/>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B82C0E43-4590-DAF4-DDAC-6FBF39A7D048}"/>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1A2D4B3-E773-01BE-01FD-FBAF489F4FAC}"/>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CF0FD3D1-6EA9-0584-3F1D-45F8F80C099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40BB2A6-CF11-2F40-32E3-5D3A3A9BE446}"/>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EE5B270C-C87B-DC4F-15A7-3D138CD8550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9A036D10-55E4-9091-CBF5-C25E61FB442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664478F1-7659-48DE-717F-398066B5629A}"/>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8A08E994-F425-6312-B033-EFFE40E093F2}"/>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94B129A-1788-5ED9-CC04-BEB8E11DCDE9}"/>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9CFA978B-F3C8-B950-BBB4-63B29D2EB416}"/>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7E23F0B-C27A-E2C7-67F3-32AE37B0A14B}"/>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2F9F493-9289-78F9-99D1-0CB4EE7F8108}"/>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19B2D2A3-66EB-CF18-3BC0-CB56D48A1C12}"/>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1647980-CB63-C7CC-E194-B0CF234F452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8BA0372-DB7A-EC5E-A519-429C398851C5}"/>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443E3FB-CF6D-4F15-16E5-1D4AEAB4928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BB9164D8-0EAD-BD0D-E37E-F13BFDCABCB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B3AE0F5-DE6C-31FF-4B92-3F2224581F07}"/>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CD700EE7-3F5F-F039-112F-7AE723B505DA}"/>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0AB9DEF-BC48-5F16-0C1C-3AC77FEADCD2}"/>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B874BF2E-0114-1FE8-A950-403DB62A0E3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B557BDB-1D80-5371-C226-0C87DDF6EFAB}"/>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C034F178-6F41-DF77-E7C9-07A05833967E}"/>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0C6B850-DBB6-D6ED-EDCD-EA2FCD9BB0B4}"/>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81FB091-A537-C24B-18DB-3E8F77973CDD}"/>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F8266485-320E-202B-DC8C-493E08C97D50}"/>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FE65F013-9E16-2A7F-9E09-13DD3750756B}"/>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B09AF66-FE89-A213-E202-D2A4FCC03D3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4160AD0-1B95-8FBF-9A15-3DEBEE7F36E2}"/>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EAEFE9F8-E5D8-4818-0026-5A91D864EC14}"/>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EE83519-AD13-9985-2FBA-0EDD42BE47C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89FE4085-CA17-A77B-9AEA-64794C0FA912}"/>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C5B7645-B6DA-0A1A-A191-C6367A050AA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EED0973B-FE2E-022B-692A-534E6C3AE0F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6C129070-7885-F18E-F53F-00EEBF55FEBC}"/>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2F891FC2-E75E-D403-7F01-5AB2EC07FA0E}"/>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22B4683-74CA-9CB7-3D59-E936EB9C36B3}"/>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C81656CF-6809-D782-2211-04E9DC1121E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2878A88-98B9-44FD-F725-29F631CD119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6F188FD-E0F3-F3F7-4439-BB8D228304C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02FBD01-CEB9-C042-40DB-61D7D083E7E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17814E0-FFF2-F523-7AA7-CCDFF0F0BF19}"/>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DA0FCB30-3ED1-88F2-B451-B806B968B4F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43F3425-236A-06BA-F885-8AB1EC10ADB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FC19FFA1-B7F8-56DD-1146-FBF9DCF65671}"/>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62B2A76-A21A-11D9-49E6-FA37FF0BE4E4}"/>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6918195-3CFB-C834-EB2C-D27521AF906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124CEA6-76FD-31DF-7FE7-07760FEE722A}"/>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1D63F9D6-5B35-0DED-341F-1B69AE1EBC1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BA5F0A08-8B05-ABB3-0DBB-9F6229407B8F}"/>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AFC9A21-774B-1DEE-61EE-FB573F807C62}"/>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03AB751D-39EB-B7C5-38A7-EB0C2B2C309F}"/>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64E09F12-288E-3304-A484-AB457C6CB9EC}"/>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8283046-EAD1-AE5C-F278-C3BD2B7AA23B}"/>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6CA8C22-8912-B8F6-6327-C33B1421D15E}"/>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A49FE4C-1B0F-FE0D-C681-FBAB087FF05F}"/>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6A50153-D0C6-257C-33F5-4B66119A059B}"/>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3768B60-3F07-58B5-537F-373F6E658AB2}"/>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DA1A7E95-1A96-BC69-ACF9-B711AE96DC0E}"/>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07D8327B-B95C-6BE5-5253-79857EE5D9A3}"/>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FFE3E6C-315C-6247-F6A1-DB25A7D78B5E}"/>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10D323D-75CD-0CAF-5FC4-2D56530D48F2}"/>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CAE102A-8D12-6625-6243-338894591A6A}"/>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C3940BC9-86DB-A1FC-0786-F912E1C2763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20F2C45F-F86A-1164-E7B4-3758F46C8CAC}"/>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DFEBA53D-7ECB-69B2-9979-5F1E51AD22C8}"/>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04C327A6-26B3-4AAB-A4E1-E167E9837E20}"/>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BD8991C-63F1-5114-06C0-C19171198964}"/>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DC2DD88-8629-14AE-AC78-8F1E47BAF6A0}"/>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25E0B81-235E-4F12-7D0A-F063D6BFD6FC}"/>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9A389F6-7EB3-2704-2651-4986A4A7A5DA}"/>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E1351E3-B4FF-B9F8-45B4-A56212AE72C4}"/>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5FF7F75D-9197-1C93-BAAE-11FB7B05B8D5}"/>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C8E9FB70-3671-AFC9-2819-61F9BC21AB2F}"/>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18335D79-A4C7-313A-BE86-F46A7A0D2AEB}"/>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DDD3749-F35A-6ED0-9230-64E113991B8A}"/>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81D0E13-2514-16C4-69D8-5B5E731E822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E8AA85F3-EE40-C0B9-6531-BEEF08B8CEE2}"/>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001E8DE-2792-549B-B6D3-7C27F35881FF}"/>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8. Enter Qty /uom">
            <a:extLst>
              <a:ext uri="{FF2B5EF4-FFF2-40B4-BE49-F238E27FC236}">
                <a16:creationId xmlns:a16="http://schemas.microsoft.com/office/drawing/2014/main" id="{F8997542-188A-D3C5-8545-E1F13EF7B5F6}"/>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S18.  Enter Qty /UOM - At SE Electrical Distribution</a:t>
            </a:r>
          </a:p>
        </p:txBody>
      </p:sp>
    </p:spTree>
    <p:extLst>
      <p:ext uri="{BB962C8B-B14F-4D97-AF65-F5344CB8AC3E}">
        <p14:creationId xmlns:p14="http://schemas.microsoft.com/office/powerpoint/2010/main" val="3662256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6E8E6-F463-6946-3573-1218151BFF82}"/>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FCFD847E-57CD-BA04-A709-BFEE9297AC3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82DA6344-D211-6A1F-9FBD-4E7863874EC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E2986B32-2741-BDC8-5671-6B5DA5497F9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0F96489-6567-31C3-3B5A-8EF507C1379B}"/>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25218ED8-5935-D647-65E2-F74F86BDD55E}"/>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978B830A-2CDB-2429-B0A2-319371D358AD}"/>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4E05355-A829-2F39-0FF0-14EFA2CD98DD}"/>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30FC699-E8B0-2C36-588F-59CB256F228E}"/>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7A676F9-727A-A269-040F-A8A3FB7D90E0}"/>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8E5D476-2FC5-F030-27BB-F4F061117359}"/>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56CA8E5F-E601-1F8A-5245-057714939D18}"/>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52AD3DC4-44EF-DDDD-833F-2A23E7DDAC89}"/>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EE0C21E9-AA28-4226-7FDF-A1C58A358A73}"/>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ABD1C16A-796E-CB87-7450-E6D1406FF6C0}"/>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CD6F825E-EC9D-E30E-BFD3-5D83926E2CC6}"/>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5E390A1-885F-6E82-8294-C38BEA01A65B}"/>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60298C56-4C7C-F017-FA8B-B77E382D9087}"/>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6EC45798-A557-9BC7-D6AF-DEA2A35C56F9}"/>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108A1A2D-0D16-2E42-7D70-546A1E2222CB}"/>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16FACA8E-1F2E-F16E-CA3E-FCB0A47CFDA0}"/>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DE46A89A-3F8D-4EE1-E51B-1AF1681B046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11BFF9B-9E37-6566-583D-5AABECB324BE}"/>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189950F-15C3-7813-6F25-11B81B7304F3}"/>
              </a:ext>
            </a:extLst>
          </p:cNvPr>
          <p:cNvSpPr/>
          <p:nvPr/>
        </p:nvSpPr>
        <p:spPr>
          <a:xfrm>
            <a:off x="8330499" y="3557993"/>
            <a:ext cx="958516" cy="87489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A91682F4-743D-8E4B-C1A1-7321FDEDC19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DD61C3FB-0AB0-4A9A-9687-FD98FDC6A747}"/>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12F9A121-9276-04A8-942C-F0045373B987}"/>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E47E7AFA-F06A-842A-1EFE-854F8C60FA6A}"/>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879E993A-A7B0-0A17-A7E5-2F0E7CA7B29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113EED3F-3F23-4BA5-F494-79709C050030}"/>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BAE00DCB-8D32-725C-5CD2-5C6332971A27}"/>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312D01C-5800-80E2-FA3C-C9AEFDF812F1}"/>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8DF84EDB-1980-FE5C-147E-C4A569CFC67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B1D4A53-3EE4-BFBA-A050-8630987A9570}"/>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A85DB800-0D23-D038-EE89-EF8717BC20F3}"/>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E570962-E058-21AD-33F8-B212AC7CB9E2}"/>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B7C4E9A6-291D-0CD5-2C1D-EAB00F3958C1}"/>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4C2CA85-B083-537E-3388-18DB6458C34C}"/>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0516590-0BC2-6BA9-53AE-8C7CA1306140}"/>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56C3AA1-4FE2-4CAE-D615-EA05AE40876C}"/>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5D8527AE-EBCD-E3F6-44DB-ACB6172422B0}"/>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969DB065-5F48-B0A4-208E-6B5247BDBBA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190A574D-A909-B23F-5591-681C35340DB3}"/>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E786AE68-8608-84F4-C56C-5ABF16C54DA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CC6C9C9-0048-CFD2-B558-B8BFFEFA02D5}"/>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B4C2AB2C-7192-9F60-7927-9D4BDF80B033}"/>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5EB3A45B-5995-12BB-A8B4-2FA8C2015699}"/>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3F47512C-5ABA-CE41-8C3C-8358CF6F3847}"/>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42BCA10-5A3E-F29E-1CA0-D9280BCDED5D}"/>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AAF64321-ABAC-6272-1614-05A59B1D951D}"/>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D250E575-AF16-ED6E-844A-EB3DDBBF407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8D42BBE1-C784-7230-EAAD-AC5D8F9C258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24E329C5-0B59-F015-6B45-9CBDD9510E36}"/>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D1D7DF7-418D-8629-A8D0-D62B30D31DC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ACB3FD3-C9BF-7EFC-85EB-7A305DACB915}"/>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39BB601B-52E5-4614-9D97-831B0EE25238}"/>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2641BB1B-B8F6-C88F-722B-FD0FEE49DB75}"/>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E6B98381-7B2B-B652-94F9-CF546CDE2FA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7C3F4823-FBF6-C04C-0BC0-7AC7F0B8BF58}"/>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A249E20-1873-3FE6-A928-CFEA4ACF4941}"/>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13EEEE7-DAAB-817D-2F85-5A94158C0C0F}"/>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96846D67-5AEB-5A82-EC29-D4FA960D755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73ECEDFE-FADB-9F2D-A76D-645E64C06257}"/>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F4DCFAAD-3625-F5AA-FFFE-8BFE9DBC70D4}"/>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89D4F04-BE52-BD0B-8F50-980D70257B7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E963ADD9-E655-3D3D-CEEB-5BB0BFF597B4}"/>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2AFD6408-F094-4723-8307-0571FB540C79}"/>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E4B8AC37-B757-034F-286F-6DCD4D73BE97}"/>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57890E6-46A8-B1EC-0B84-C2275C4874F7}"/>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3BBF20-18B9-7D0A-C148-026A098357C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E42AB620-4277-EBA3-4183-698FAC77CA5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634E7B79-3309-8355-2328-86B5A82FBA15}"/>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F67A7A0-CDAB-28FC-C1B5-78F8D1E82AD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1D9B0D2-7DA1-C084-DDC6-0D049E62A62C}"/>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33C3E45-3478-E02F-A295-BD8B5769DB9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4B05764C-489F-3201-5525-E795AA7310B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D412C32-D0AE-49BC-B02C-3FFB2FE5EAF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62D65319-17A4-3773-69EA-085C224A8165}"/>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2737C28-8C04-5237-927E-DD6D93559CBB}"/>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C1D67787-1ED4-A7ED-8A24-24837C107CF4}"/>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AD43FED-439E-6D94-F89F-D42C34AF85A1}"/>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484578E7-04E8-D6A8-14F0-AB32DF9885D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3B6E0FCC-A916-6E57-5DFC-EF4CAEA731B5}"/>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06C4FBDF-9ECF-F535-EE17-B1CA089E64F7}"/>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411E218-6BBC-E382-8CB6-42D40F693670}"/>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A95A59ED-7A57-7F60-D0AA-33C8B846C6C9}"/>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040F8B67-9CFD-E80B-F1AC-A3E548F5B6B8}"/>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F9226B6-BA04-E29D-C0B0-FA5381C0905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38F2039-8410-2DF6-CDA0-5DFCD6198611}"/>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98D3E299-74EE-FD61-216A-2717396F1A16}"/>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F201B8B5-87E6-F2F6-F976-530452C5BC97}"/>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6926D45-96AE-8210-9E50-84419E9A49F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E793A95-FBDD-B747-9EB8-F5BF25C10E48}"/>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3B95772A-84EB-36FF-B70D-2EE8796F2F24}"/>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C7A7BD1B-18CA-32D7-FCA2-787A2F65D1BB}"/>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4E82F119-4636-6CF9-76FA-D72B78896225}"/>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7B13874B-9DE3-A3D6-41B3-E009776418E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44AE59AA-4CE6-7F14-B455-046B4BE3848F}"/>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C2F5268B-9CC9-6599-9803-F2CCE1E55334}"/>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AC8081B1-2EC9-CD7E-A0A5-C751D9D051B6}"/>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F1291D5-D650-6439-DA02-5F18FE329FBF}"/>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0B178C84-761C-5AA7-DF3A-76DD8B83D46A}"/>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4107892F-9CBD-211C-F308-A11E2EC37273}"/>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20F0981-52D5-0688-C304-06F5D9E45D80}"/>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1E0E6A7-2566-8A3F-CCDF-FC88F608C215}"/>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24F4D778-59A7-A371-BCBE-C00D1DA89FD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765C2BC-AE11-43D9-75CB-95B82B0F6A82}"/>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78F36688-A8F0-CC6A-9122-55FE0E16F782}"/>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077D798-4BC2-3808-9A20-4CD53CF43D06}"/>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57F2182-F20F-422B-BEEF-8AA3A1BE014D}"/>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FEDD553-2E73-D23D-F1D1-8C12C362CCA0}"/>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3073A4C-BA48-D91F-DA39-32E7C71AD02F}"/>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2F1C444A-7C66-9385-A9DD-0E941B316331}"/>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8AD1D861-C6AC-DCC1-1412-BA5AC87C0C50}"/>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F8CC32D-BE44-DE17-09F5-5EC94DC694DE}"/>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98D15DF1-3614-9731-6BDE-7FDDBABD7E85}"/>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8FCF1E7-CD33-6D23-350B-C49F948CCA0E}"/>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8FF712A-ED9A-4405-C17E-4348C17728B6}"/>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F3EE8583-013D-711E-C669-DE29B12E361D}"/>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D6. Is this a Build on Demand Product?">
            <a:extLst>
              <a:ext uri="{FF2B5EF4-FFF2-40B4-BE49-F238E27FC236}">
                <a16:creationId xmlns:a16="http://schemas.microsoft.com/office/drawing/2014/main" id="{CAFC6A0E-6744-F4FE-A367-BE2FE8D2742B}"/>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D6. Is this a Build on Demand Product? - At SE Electrical Distribution</a:t>
            </a:r>
          </a:p>
        </p:txBody>
      </p:sp>
    </p:spTree>
    <p:extLst>
      <p:ext uri="{BB962C8B-B14F-4D97-AF65-F5344CB8AC3E}">
        <p14:creationId xmlns:p14="http://schemas.microsoft.com/office/powerpoint/2010/main" val="28560397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37F14-16BD-4EB4-39FD-2E518419A61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DB017425-9433-9F34-C82E-FD370EA1E64E}"/>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F9FB8BC8-E77F-61C7-B354-67C19D810386}"/>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45077109-33CE-95C5-50A3-006950C907FA}"/>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8C2128A-44A5-BF53-AB4D-34804C0D435F}"/>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F0BC7C5-DE90-E2D6-B33E-6243F9C86169}"/>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C6C3245C-626F-EAF4-5215-F5580D9C79B3}"/>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E1B61D2-5A39-6C1D-1F01-D77156429BCE}"/>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A7D8E67D-1002-F1F1-2583-A9698904188F}"/>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5C33E92-A6C6-75EF-32C2-AF4362077CAB}"/>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EC551F7-C1FB-285C-35C4-3E2F283D7E9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F1A393A-EF17-8E48-2C4D-3A70EE44E09B}"/>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06145EFD-5F22-E630-94C8-F13A8831145A}"/>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0CCC371D-DCBD-CF86-7D13-9267018D434A}"/>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7AB6287-8B45-ECDA-C9BA-6878EC4E733C}"/>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D3EB13BC-ADF2-45A0-A94F-107FDB3CFAA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B11BB9EB-9FF4-0B32-BB10-331E12ACC2E0}"/>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119360A2-9320-A612-6704-FA793A899D58}"/>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023B8C9-4E45-2101-2994-34AEF2FEBBE7}"/>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ABF388D-4460-6641-6713-DD210E3108C5}"/>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C1D778D-0D30-79A6-DCD4-2AF0B4BF7E43}"/>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9C143BF5-5DAD-8C52-5773-FAE439DF96B5}"/>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33AF5557-96E1-3D63-5288-2FDD88800CBA}"/>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A8C2B2C7-0FEE-DF8A-8DBE-B362FD20CBA3}"/>
              </a:ext>
            </a:extLst>
          </p:cNvPr>
          <p:cNvSpPr/>
          <p:nvPr/>
        </p:nvSpPr>
        <p:spPr>
          <a:xfrm>
            <a:off x="9014419" y="3679691"/>
            <a:ext cx="873518"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12B429C4-F6A2-C15A-90A1-3B4CB122A4A7}"/>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6DC43C91-E3BD-BE33-7485-A05A187A9C55}"/>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37FF91B4-0F06-693A-6ABD-39640FD851CA}"/>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F7665485-5DEB-12CA-75A3-57DBE1B2A9D0}"/>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B39F3C7F-58B4-1338-05FF-0B6409D25D05}"/>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DEE9996-7CFC-94C3-856A-061B256878A7}"/>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2E995E1-4535-F3E6-5E79-29DCB3245032}"/>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C4E91CBC-3B2A-8D4E-EA09-CF712010CB54}"/>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72145675-5A1D-ACCC-C042-20E2184B187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D557AE7-3B86-5228-CC69-995D19FE735B}"/>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621E4064-DD13-60A9-87EB-7E5AE59F129D}"/>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F1B6238-73D3-10F7-6EAC-D596E6CE27C0}"/>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48C77DD6-C31C-9381-7C9F-E5781DB4A0C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F69E8AC-FA05-91B1-ECE2-F6B920F47080}"/>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A722D82F-3C82-3CF8-6D8A-BABAE687B1B8}"/>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C3C8F8B-B8F2-E2D1-DD2E-E2794426437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4D558F8-25BF-F97C-502D-A9C908C84F4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7B6CD6E-C684-236D-8DF9-647A94F00B85}"/>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8F9EF62-8F08-3F46-A535-FF207EB872F4}"/>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4F5A102-640C-3725-B378-5B2E1296D5C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3205AAD1-DF7A-3B87-58C7-9B3013AA126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1B9D135-D1C7-DDC9-A315-272586C1EBF2}"/>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621CE20-8786-CE38-3FC2-C12590BF95F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075C53BB-5006-C1B8-2FC3-557E3ECE0A8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9F15CBC7-1C89-D3BB-DC73-49424EF09354}"/>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5722627-C365-D01E-22C7-2D70E924E0F0}"/>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3D068989-FE28-BEB6-DD34-81E22C6EAF20}"/>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711258AE-1A6F-207A-E7F7-88DD000F41F7}"/>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6E7EF51-E802-1ABB-8E7E-090C1FBDF0C1}"/>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F3187FF-B589-A152-F957-748D1BD6E941}"/>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EF9C4C1-F3CE-6A42-4A9A-88B7C81B4A5F}"/>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5C80A01-7094-08D6-DDD6-E8D4D83135EB}"/>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DAE3C0B-2A0A-568E-9A40-8E34A66A7B3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04454CD-F542-AE15-D591-5AF8BCD8EC7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1D81565-4824-7A61-71CA-6334E01A1B2C}"/>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E50884A5-DB7E-AD41-B5BE-15E6BF380E85}"/>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1C881159-A294-E9EA-D0F6-C59A0DE98886}"/>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4A375AF8-12A6-050A-38DD-55946C43E0FB}"/>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85062B5-5694-E7CC-809F-B09DA335EF16}"/>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22F5E9A5-CFFD-CC94-3EB0-DF3576702B8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52ACCA5B-FF6E-5F3B-9A2A-388252F1E8BF}"/>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0D09B01-ACB8-C016-F6FB-5D81B281E98D}"/>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F22C76C7-9D38-D300-55CB-4D2CB369D827}"/>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D11D716B-36CE-1A14-71AD-8EFD0173320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4E312CA6-3B40-80EB-86EB-B97EC40992C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A9D12D24-3738-C17D-0CB8-C304BC92DA69}"/>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7C7A0453-F9D9-F975-1848-5C0C0ED9BF75}"/>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9E7ECBFE-E0A7-44C6-25B1-6927DE0E26AC}"/>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E3DC2DFC-39A1-6A8E-4EAA-BBC20AA83387}"/>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24B63D9E-2C84-1675-EE73-DDFB55E16D4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95C91155-7C73-9364-79C6-C13E1297CF8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1D97D2C0-5523-379F-6C48-9465477A348B}"/>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ABA6C564-83D7-ABFE-30B3-08340A864157}"/>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42DEDC96-D168-A9B7-DB3B-110CFB02079D}"/>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353AAE43-D157-76F3-F749-70798B212258}"/>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791A068-1C11-7B8C-1959-630D320F7055}"/>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793568C-54A9-006D-62AB-8E7D3C2FA5A7}"/>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407B469-EF01-D859-65F3-367C5EC9F1B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0699640-694A-E945-120D-BF9E63011D5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7BCEBD75-72B3-67F0-1216-214ECAEB0A9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102FAB4A-B8D7-475E-F9BF-F82CF6993EDD}"/>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55F33441-DAA3-4C92-4FF7-F39EAB315CA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8094A6F8-6C82-8CE4-469A-4EC72BCA0F21}"/>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F82644C-DC57-E7D1-D713-747C9A78EC86}"/>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0A02629-BC20-E02F-EAF3-C1CA519169EB}"/>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F14442B-F5D3-2F26-8011-82E80EE57D6E}"/>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776E81A-0058-9A21-9B67-1C6A69C1E6A2}"/>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9C7AE142-BA42-4DAB-1702-3A1D14FBD037}"/>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2372B253-B69D-741F-0EED-4FB8EDE3F4E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2AE083CD-AA43-DEC6-6E78-A2087B55DF2C}"/>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904764A-159E-29CE-D490-34DA759DE4D3}"/>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E53D2CE-7D6D-BB2D-B1B8-1CF7701A3CE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DF929484-C69A-FD8C-A602-C12B644961B0}"/>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B69A09F2-3DF4-AFA4-20E2-BE787FEDA5E9}"/>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8F4F9C98-466C-AF91-D282-D2593A787FC1}"/>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6917980-CB18-A388-83CA-539B079E3508}"/>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D087AD9-36AA-71D7-AD62-99FB87B836A0}"/>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83883DB5-8510-74EE-EE15-858D915DCBB3}"/>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06763CC-419D-62A3-5766-CCC912E3485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6C7CB60C-D831-8E1F-EE56-1B238175DF7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4B52C5AB-EB39-724D-2006-39C9AD373C20}"/>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1D9EEFB-6C4A-6358-F8DD-1B75972B010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49F7A37-C57C-BC68-C5A6-D1EB4147B034}"/>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6F093C1A-36F3-DB8B-69A4-CB0931F0F332}"/>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F2BA958-6FBD-931D-F25F-A5BFC934A017}"/>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B1F9EB1-7DF7-79F6-ED36-DE637EA9C61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48FC75B-376D-4F28-F934-75B75D2488C3}"/>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EE2C34A0-BFD8-1DA7-DE23-B1781A8C4EF8}"/>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AE8E8006-731D-D3EA-8B78-A5CBA4F06218}"/>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2ED1B0B6-6252-8B9D-3187-72364E363778}"/>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C5B945F-318B-6135-22AA-83943DF44179}"/>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59BCB100-2AFC-D3D4-4A48-873F049A2186}"/>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D00D546-602D-B558-4DE8-ACDE09C58AB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994E7090-3751-755D-3418-BC4016ED8E3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A87C3B78-E7AE-B03C-ACB7-0112D9E9BC92}"/>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Y6. Yes it is a build on Demand Product">
            <a:extLst>
              <a:ext uri="{FF2B5EF4-FFF2-40B4-BE49-F238E27FC236}">
                <a16:creationId xmlns:a16="http://schemas.microsoft.com/office/drawing/2014/main" id="{28B1C541-917E-275C-A258-096F77C8C12C}"/>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Y6. Yes, it is a build on Demand Product - At SE Electrical Distribution</a:t>
            </a:r>
          </a:p>
        </p:txBody>
      </p:sp>
    </p:spTree>
    <p:extLst>
      <p:ext uri="{BB962C8B-B14F-4D97-AF65-F5344CB8AC3E}">
        <p14:creationId xmlns:p14="http://schemas.microsoft.com/office/powerpoint/2010/main" val="33213986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F2DA8-924A-C1C3-EF61-A57CC1925A3E}"/>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8856324D-0883-8AC0-F028-E0101727F052}"/>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C9C21DA4-3610-764A-33A4-AD01A1DDE8C9}"/>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CE92123C-5089-8FA9-C56C-66EEDB1658D9}"/>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C5A1F18F-0F73-7A7A-8F4A-1E7C5F543EF1}"/>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E0010EF-40F4-1747-EFEF-D2F50BC66D4F}"/>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9F27C4F-7987-E346-821B-7EB284F4A7EE}"/>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C22298-17B2-A332-7FB7-B99ED1E1CAC8}"/>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C2A2B56C-7588-2DF4-8FFC-324BB8171B19}"/>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1175F2B-6355-5345-A46E-2CD76B9EB9C2}"/>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4A9EF37-394A-AEB6-4218-6ADFAA5CB8EE}"/>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114C612A-7ADA-27EC-1E56-3CB53D1B4ED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C8AF0C28-5FA0-4E11-726C-B3958C99A214}"/>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AA67AAD-2E36-0F9E-A737-4181F7447E44}"/>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E6894C9-67CC-B000-035F-40803A86DFFF}"/>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826E0C2-9F3F-FDBA-C637-0F9F48F4D443}"/>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6677FD0E-BCF5-766B-60BF-937491E7EFF8}"/>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8F3EA4DE-E070-E525-BE8F-0F20BFD4E306}"/>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510C93D-E2DC-E79E-1071-6CA9FECFD1E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6EB000EC-2763-4D80-5A68-793F9D86117B}"/>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BF4B079B-4021-9B48-D0CA-10357D8A6B5D}"/>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C1052C27-A81D-3AE2-CEF4-AC15DF2FA352}"/>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F17F5CBF-81FB-B761-1297-1EAC8BAB565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9F4CDBB2-B3AE-D5D6-8B96-ACEE4CB54AC0}"/>
              </a:ext>
            </a:extLst>
          </p:cNvPr>
          <p:cNvSpPr/>
          <p:nvPr/>
        </p:nvSpPr>
        <p:spPr>
          <a:xfrm>
            <a:off x="9735337" y="3649738"/>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510E43C3-04DA-AAD1-D206-FBBED9825D29}"/>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AA39E17-F3BF-F242-B8E0-52BB9B6086A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2D46CA24-AD91-4AF0-F4FF-36DAD86B064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23E42B11-C50A-A57B-D7CE-0F3D1C94DBF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786F201-6DBA-0AEC-F917-DA4B1B2FE897}"/>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45E3E9C-46ED-33F7-2DA5-AE4F565EC40D}"/>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F30EBBC-54E3-B6B6-1EB6-CA952AFAB1C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8307B78-04F5-364A-5707-92EC2CB19033}"/>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EE08B57-59AA-8D7A-5A64-D441ADF4C7BE}"/>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0496BFF-D3A8-0BBF-2268-D8F5964D9D33}"/>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384E0DA0-DB45-C9D0-ACF3-2DE26619CAF9}"/>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73227C6-7D32-FD41-EA35-2EE7B4AED2CE}"/>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B7D60364-8C3D-11EB-8A77-5F5970DAD8B4}"/>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3CEBC93-50DD-6A40-411F-BD5B5EAC8F6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BD3536C-458C-5A9E-00A8-3609C4450F91}"/>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9C051D-AA0C-A89A-338A-76AEC91A5DA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9AE607C2-87F4-51A2-897F-79E4C2028F7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1D47966-3B19-5A28-2045-AED06A24B367}"/>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3993C6D3-2211-DAAE-DBB0-F43ABEDECEF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9720ED36-13D9-7E2F-C5AF-D73FD297CE30}"/>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65FFE7D-8189-5F56-4C6C-2F29ECD8D790}"/>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8DC518C2-302D-CC28-A45F-AF8B07215DF4}"/>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97E11DFC-AB0B-7622-9F47-7F89DB975CDE}"/>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AC876AD-6D61-2791-ADB1-F9BBD71D5510}"/>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56DF9977-D4DA-6A08-D6C7-656F5598879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ED480BD7-E5F1-27F6-7D14-893FA1D6A849}"/>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679C3EA4-3310-3963-2C44-21E9E1A3221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39D30AA9-C238-3137-A084-94A31DAA6D8B}"/>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730E4C39-5BE0-40EF-C020-A5834A50B9E3}"/>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3C3484FD-D837-3359-96E7-65573A57422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37E1FEE-7BE9-2C62-F1EA-9584341922DA}"/>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1718C4B6-10F0-FB13-B95E-5EA763D376CA}"/>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FF36451-D2CE-31FF-DB0C-A8B2186C2BF2}"/>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6FA5F6EA-6032-0C83-C10B-F893D55A38B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B85D8EC0-AFF9-5778-54C6-59020048B54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6EEBB13C-4D58-2A20-538D-E7145B43688D}"/>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7426AD95-CAA4-2BE0-D61C-C2B051991AFD}"/>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7D7D40F8-782A-D976-FDBA-127EED44FA8F}"/>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BF5EBB38-F1F7-5287-F4E1-8D0BE607C824}"/>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6A262A7-97F8-7F18-2A29-104F2123EC52}"/>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C614C56-6826-EDE6-AE9F-7E9ABD9264B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80BBCA4C-015A-FFBC-3D48-408C21557605}"/>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05DD246C-B59D-C4EA-052D-4B52E66701E0}"/>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6DA0208-8823-C3CC-EF60-2BF94F2CC360}"/>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592512D-AF0F-20B1-765D-6F845BE0B51C}"/>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04D20523-9270-2F93-7055-C04BE9AEDA58}"/>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0C5F71C1-6237-84D2-BC15-06429B7D88CA}"/>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64B2E2AF-6697-E2F5-3C1B-25D79E4B499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D4B3C885-EBF5-354B-89F6-47320293015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2A94F2F-9C5C-F110-C5A4-9424DDEEFBC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E030801A-F93E-ABDA-355B-B03C5AF39AE2}"/>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8A743A87-9C34-305F-05F7-47944E6854C0}"/>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1E67C9DC-FACA-5EB9-64E8-D0C15844CCD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F8782672-DF36-EBAF-AF77-DF5BB3A4965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87B684E-3777-3875-647D-D1B3DAE654F6}"/>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958EF23A-BE95-C895-FF0C-CFCC8467946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E4BB9AB9-327A-11B8-AACD-2AEC4CB173DE}"/>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08B59C5E-1DF2-DE01-5B2F-141DABF947C9}"/>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CAD27037-1814-F55C-BFD8-1EBFD01A5610}"/>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FD395E47-BD28-95AB-8FAE-70921E86C010}"/>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D700F586-4017-8D3D-5809-AEE487E85259}"/>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623DB498-96F9-5AB6-DA6C-66920B38E7EC}"/>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1837193B-FA39-5A60-4F8C-D3FF3E1AF7AC}"/>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ADC09BE5-D635-942E-D62E-E4794354C022}"/>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59D6E0B-1F8A-41F1-EEED-9CAC8A7C250D}"/>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2A0C6290-D2FC-EB53-1A72-349B2C92A400}"/>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DA933E39-A6BC-341D-25DF-6715DB07881E}"/>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4D36E56-7260-48BE-89CC-B51034341D66}"/>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E00888C-DAF1-4956-30E6-4D76199998F1}"/>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BF6976C8-CD48-B582-A400-6DE858D43992}"/>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88D32C-FDCC-173C-2A4F-0DFE971D7DC8}"/>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F2FF9BAF-DDA7-3781-76FE-46FBC834E119}"/>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E38DF8B-485C-8051-39AE-BEDED7FBF8E4}"/>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C37AE26-9956-C04B-EC4E-BC500AA18A5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5D97D5BD-AD73-8E65-D3C9-A8971D0DA518}"/>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6D9DB2BD-A863-4312-E427-EF8DAF15DA4A}"/>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CB7BDED7-A892-7B67-0911-E9D9A18CAC07}"/>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9F351676-6276-4685-8D7E-8A346F488021}"/>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F4621CF-62C6-1D6D-B7CE-3B06C9EAEB1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76B0557A-B5E3-104E-41F4-6D100732B122}"/>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455EDC44-7051-CC2D-5974-CECB63B24886}"/>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E0A081BD-E93A-6DAC-3F8A-1BED9CA52A75}"/>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C42182F-227F-135B-A2DA-D8BE0A5D0072}"/>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3D27E9E-868F-B760-DF87-B579554FB72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3488A6B-CD4F-F619-9930-B61F7921D5CC}"/>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DC238FD2-42CA-6148-7244-A39D3B082569}"/>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F103F75C-5901-45AA-883A-6430BEABA48B}"/>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FA8AEE3-1340-E429-890B-8ADA93E77B0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9A356540-27EF-8E99-CDBD-EB26F5978ABB}"/>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084E3D0-FEEA-EFC8-DE67-3B7D4A5AB8EB}"/>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804C7E27-BFD6-CC1D-D5CC-19E083434E83}"/>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B23ADE35-8A6B-3983-9DA5-7A9D04DB7BDA}"/>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2D018879-010A-DE0E-E776-E6303B9CBE25}"/>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37CC793A-9457-E8CE-BDC6-97BD9B1B5E70}"/>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6AC282B-508C-4D11-717B-0FE3249917B4}"/>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19. Create Add Kit Components">
            <a:extLst>
              <a:ext uri="{FF2B5EF4-FFF2-40B4-BE49-F238E27FC236}">
                <a16:creationId xmlns:a16="http://schemas.microsoft.com/office/drawing/2014/main" id="{6532D18D-06F1-270D-7CC8-5343793CCD3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S19. Create Add Kit Components - At SE Electrical Distribution</a:t>
            </a:r>
          </a:p>
        </p:txBody>
      </p:sp>
    </p:spTree>
    <p:extLst>
      <p:ext uri="{BB962C8B-B14F-4D97-AF65-F5344CB8AC3E}">
        <p14:creationId xmlns:p14="http://schemas.microsoft.com/office/powerpoint/2010/main" val="1759933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96673-167C-D98C-0182-98B8FB5CF20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CF372AAF-9BFD-AC0F-BD60-09AF32FC4D45}"/>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0AB7CC0A-FB43-9B57-FDDA-A6B7FA3079E1}"/>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D467704-1070-B841-56AC-A201339A7024}"/>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C4D3A02B-E391-35EB-7F3B-DAC6919BAB34}"/>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F65C044F-9C25-F7BB-29EA-63C7BEA1ACCB}"/>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1D2201D3-6224-8F11-9D47-54F23A37EA2E}"/>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B4CF4D7-EF9C-9072-8183-08FE4B0A56C1}"/>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E5A433D-F8D9-A292-3409-B146506E9907}"/>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CBC6473-16B6-274E-C03D-C34A1275D53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4882D2C-B153-9B93-FE39-A0762D88D721}"/>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835A21A-405D-742B-5A4A-C95208367352}"/>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F7313F5D-7C20-140D-8704-DA8E5C035BE6}"/>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427CBFD2-C33E-D78D-B6B0-F678BFC120D1}"/>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AD19756-0CAA-2331-8A69-A49F57747D43}"/>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4514B4B-7131-B2E7-5039-EA9D366DA280}"/>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0EFA6DE4-FD7D-FA12-C87B-9A9ECC81A23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2CCBC44B-02EF-E698-5B2D-4F302BBFB06B}"/>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7365581A-155A-0A76-AB25-9FBF7BAE46EB}"/>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D8DA24F-04AC-D00A-C551-14BB1F45E057}"/>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56E6FF4-245A-E67B-0184-8A92C65AB464}"/>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EA8DB98C-0597-63D8-6514-BA8DD63BB2BE}"/>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95B3C378-0BFF-151A-37CB-A64706AAB509}"/>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88879D4-8DC6-5C93-1B39-F5EEE277C0BD}"/>
              </a:ext>
            </a:extLst>
          </p:cNvPr>
          <p:cNvSpPr/>
          <p:nvPr/>
        </p:nvSpPr>
        <p:spPr>
          <a:xfrm>
            <a:off x="7238170" y="5140841"/>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C761E199-AE0D-3ED6-8E78-8A68FB1D6851}"/>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A903A45F-89CF-261C-B7E3-99F2EEF565D5}"/>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5874C878-1063-018A-6955-6B16345825F4}"/>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EEA85E7-ED73-4848-DACF-60633B46DA2F}"/>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9A902CEA-C1A6-C7CB-BA29-E650E54944E5}"/>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9376D319-1A32-26FD-4F4B-C8D4C7EE4F24}"/>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DA828D3-F3DA-204E-F9E3-77F2389BFE32}"/>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EBE68F7C-F89B-BF3E-C05A-A62DC61B7902}"/>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FD1C667E-2899-EAD2-66D2-5F142FC86BB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B3AAEAD7-4265-3BAB-D4D1-C4FC3A15DB9B}"/>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06BEFF3-988F-59AC-0488-9801DEC2EF79}"/>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B9A7AA1-3D2F-BD30-EF6B-5BBA91D9B793}"/>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59787CEA-B6CC-061D-EF7F-E329AEF542EB}"/>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F3762FC-1C5F-F147-16C4-49CFFF08F5F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B566206F-3A2B-A44C-D7D9-3E09DA001ED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F25D15C-250B-8DB9-1DC0-46A39E792769}"/>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129916EA-6E4E-7722-4757-541B02DF50A3}"/>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8CA6EEC4-DC3A-DCD2-6F41-C3887B12832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6EB6FB9-7D59-E17D-B4DE-F6AA7275ED52}"/>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C3192B2C-F757-D129-8BFD-BE9251F51181}"/>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6DC73EE8-CC9E-C351-EF9C-BE88D83A8D7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CAC075AD-34DF-DE44-179D-1569BBD5D09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34E18100-9E64-C711-E36F-0DDFBDF25D80}"/>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517A2A6B-B8CF-2F37-DF4B-9DD142F3635A}"/>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CC4BA33C-45DD-566E-B6FE-02B22F0D28B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A43755C-EA75-11A5-10B0-A9B3543FF646}"/>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75DA5E9D-024D-BE9E-8411-C267E022D8A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0AFF3E96-60AF-1800-10E0-E3D0FFF333BC}"/>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FD0BDFB8-40CA-2E5E-1171-E658E55C4BAB}"/>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CF34E02-A614-99B2-BBC7-D519DDCDC01F}"/>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DCDC1E18-C041-0CA0-167D-CC5C5CD92A57}"/>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136F790-3BCD-EDAE-1425-729D9245E6F6}"/>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415BB89-B867-F47D-7A61-966C277D363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3796CC9F-2618-9242-BCE8-5D5BD79FF100}"/>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AB0388D-AEB0-D4D2-5036-18399EDDA17B}"/>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AC3BBAFC-BD7D-3576-C187-512FFD9ABD11}"/>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92EE7D4-8165-0698-92C5-A135641AB7C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C05A919-6BB6-BDFE-7F34-EFCE0CF6AF7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FD77720-0089-27B0-8439-7D5CBA42F846}"/>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07427580-5173-C4CB-2E05-4F3763C67DDF}"/>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73E908EA-4EB1-2430-1F08-F30B502F9262}"/>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11563A7D-103F-C4CD-EA79-BD4CA439A847}"/>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7F86881B-C5E5-0127-369F-46D52171EE9D}"/>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CF3B4795-6EA5-6145-CF90-7787FF4212A7}"/>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BD5F57AF-415C-7ACB-86B2-3BBDB757E824}"/>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5A0221D-32DA-FA3E-9D3D-45037567A2DD}"/>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3673767-E861-A6DD-7C5D-78BE8DB513FB}"/>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F32F09F3-4241-F56A-8F41-0E0FFB92874E}"/>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6E04ADC-5B09-A958-EDD4-79D3F5A4879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755D8E7B-33C4-36AC-179D-4E1F193D9C3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9AF055E-DE21-BA84-02B5-87740504C867}"/>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7FB60E06-9E84-932E-9CBF-47F3E4A6AF62}"/>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D2AF178D-A77D-359D-305C-CBA006D7B10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81713A0-AC62-B3F4-E048-A56212023887}"/>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8B7F8580-8237-EB00-CBDE-546B9C47CDB9}"/>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E593973-8C6A-5D85-7B01-66A2331A14A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1545A562-FFC1-0A82-B620-960C55F5A1AF}"/>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1203108C-0C3D-DE9B-6CC4-804D60F18453}"/>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EAAB59A3-EC36-9875-87A0-0DD6A914E47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EAA1C70A-A577-06B6-F696-A64E8525F870}"/>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3D4649FA-DE46-B5EB-260D-953A60BB99D6}"/>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02B1177-6C45-EE65-210A-D960703C85F6}"/>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ED18E87-BBD9-DE0E-427F-1FD673F6ED95}"/>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F9CAF3A4-D8F9-E2A9-81B7-63E63230DAB3}"/>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3775209F-F0E1-098B-3D56-A1E98080AFC2}"/>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D5B3EBF-A650-D601-3251-9BE0ADC91C2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3A810994-D61A-0C6C-D6BA-66005923987B}"/>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CEB3FDA0-FE5B-6D52-3EE5-2F969D84948F}"/>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A4A61EA2-D418-35E7-3921-679BAC8FEA7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889EA83-2E40-CBF7-6FB8-B72EEAA55829}"/>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34DD14BA-9406-D183-E9E1-A59F5D2B0702}"/>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21C4A683-357C-8A0F-E39A-D12AC9859E0D}"/>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8F74FDD5-A2A1-B56F-3BEF-32F5C7EE7147}"/>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2ED807E-FF4D-3100-2045-3A01403FD5DD}"/>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24339C5-4E7B-8CE7-84A4-6BAFCA449BF0}"/>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F3CA8ED6-6AB0-5A85-0C47-2F02E5679F6B}"/>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B7A229A4-AF96-D702-708F-1294C4626E5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D802F372-E231-6FF6-2486-8F4738C6E087}"/>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87EC708-1294-A991-9DCB-8B4CEA654D1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499F6FA-48C8-417C-E448-147FC55D0B5E}"/>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A97FB92F-1BA7-8B61-EC51-D61ADD9E48D1}"/>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7224A1CC-8A62-35A5-D45D-466DD3B8C897}"/>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572F15E-421F-9248-9617-A16A1B73D331}"/>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0D77C9E-2387-ABDF-6678-642A5AA97F91}"/>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329FFDA-449F-B28C-01D5-7D638BAF9CB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928E60A-DD21-AD23-FF66-BF3A2C64F973}"/>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17AE85F-66E3-9874-6BF8-2C790C961F6A}"/>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DA05D78B-DC28-F0D9-C734-6C16485C76DD}"/>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6BBABEB-00FF-AB48-C73B-D9D02F5AD09B}"/>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A0CF159-C90F-4DA4-AC21-CB53F1062357}"/>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ED9F3AD-6034-F2CF-BEC8-96C17E31A02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7759C54-7463-8E9F-A257-72B842665381}"/>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B466E88-1B29-3A2A-7C04-E23648869F2F}"/>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66282FCE-97CE-0F61-BED4-D4D0B795CA9E}"/>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AEE90C0-EEA5-79C0-97D7-BB22D81D69C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1. Confirm Pricing">
            <a:extLst>
              <a:ext uri="{FF2B5EF4-FFF2-40B4-BE49-F238E27FC236}">
                <a16:creationId xmlns:a16="http://schemas.microsoft.com/office/drawing/2014/main" id="{D6047600-478C-7B9F-A850-57FF4F29F999}"/>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S21. Confirm Pricing - At SE Electrical Distribution</a:t>
            </a:r>
          </a:p>
        </p:txBody>
      </p:sp>
    </p:spTree>
    <p:extLst>
      <p:ext uri="{BB962C8B-B14F-4D97-AF65-F5344CB8AC3E}">
        <p14:creationId xmlns:p14="http://schemas.microsoft.com/office/powerpoint/2010/main" val="2179192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0F82-C141-D954-897D-411582D3FF28}"/>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39FD9471-BA42-5912-FC8E-FF960933F2A9}"/>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EC8D2736-63FA-E4AB-F266-B3D18F858CB4}"/>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EF926B9B-CC2C-B3CC-B265-9197DABE48DA}"/>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882187D2-A883-89FE-66A9-C2C7F4BF61F9}"/>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5D50F7-E465-7CD1-66D7-E5F0276CEDB4}"/>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EDCBBA03-D109-7404-427E-8D6CC3971D7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DCFA800-03C5-5B6D-ED94-924F8A2E5836}"/>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E7D05941-2F7D-1F69-FAE3-D3FD7C55F988}"/>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F74A95-0186-4414-4875-3057DEBC4DD7}"/>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4D7647B-BBBE-3AD8-3B1D-65035316888A}"/>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99134DF8-7FB2-263C-90D4-96C0868FA28A}"/>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2E6BB3CD-B39F-EDA7-D52E-64D0ED42D6AC}"/>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8E0F7A4-0E03-A8EC-FF8B-692DC121529B}"/>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F371EDFE-0063-0946-C6EC-DF25EA1F9CBE}"/>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82D263A-D5B3-D3B6-3771-85384064F795}"/>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F4344AE7-CDD6-72F6-BA40-0E09B9C072F6}"/>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B26901F5-A4E2-DB38-656F-B23DEC6A96C0}"/>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2EFA58A5-3AE6-8865-5431-24253C9A21C4}"/>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831883D9-4672-FD0F-BD83-71778B70552F}"/>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8F35E5A2-49EC-E038-E508-A45CE2E2C5CB}"/>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8102BE31-024C-3522-9B7F-5F4CC5137EE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138A4BC9-796C-A49C-5C17-481A62133D37}"/>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894F91AB-C066-8F9F-81CE-18760D97874F}"/>
              </a:ext>
            </a:extLst>
          </p:cNvPr>
          <p:cNvSpPr/>
          <p:nvPr/>
        </p:nvSpPr>
        <p:spPr>
          <a:xfrm>
            <a:off x="9030783" y="5147923"/>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859A3F5E-E63E-D6D7-B4D2-42D8EE4C22E9}"/>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C679FED5-5E27-9BFB-E0DE-662BD70D2192}"/>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8CB96715-FA1A-CACD-93FD-A806EDA16BE8}"/>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8FC3DEF5-F6B1-E45D-F256-CB70998A3566}"/>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F0B8AC6C-0C7C-2FEA-CEF2-FAF1411DC59D}"/>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FD993268-7D71-4160-26A0-D06894BF1E0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48917A52-56C2-7F8D-4D34-0F7BE9818684}"/>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4B390EEC-6DA9-FFAF-805B-4F82ECF40B5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6A73D103-0270-D526-1CB2-3D0B3F4122CB}"/>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A5A97F8-503F-2967-8955-257E509A7B7A}"/>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EC19C6E2-6AF9-08A4-BB4A-D3311344C43A}"/>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0466808-521B-245F-162D-01C5DF1077D9}"/>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C1A959CC-3375-9031-D46F-9C4DA71F3D3D}"/>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059C983-3C33-60D6-40CF-4ED37D7DF699}"/>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8BC90878-FC34-094E-EA7D-9D3649AC232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6D5ED00-A594-6E28-B790-AB6765E67E10}"/>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D92E30EE-2E61-23B9-4E41-C6C34524FCA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E05BF8F-8989-1443-1B97-1C615BD69659}"/>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BBF09241-D66E-F6D1-C0DD-6B3213DD8AC6}"/>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5CEE817-8B91-1BCE-CC80-EC1788E53213}"/>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0994775-46EA-D62A-06E0-15878B3649DD}"/>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FC3175F1-2555-F39E-3C70-3D6A0B1BA1C4}"/>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B4FC368-BF02-7B66-1511-B7AFE2C7915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87F5458-5FD7-C735-76AB-43505700E8AE}"/>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34D77DDF-5D5B-6270-8053-674F62BF296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9EFA2161-CC2D-E584-250C-D3D13977FE2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2F786DB7-71AA-86CD-7880-84F4FBDCAEC3}"/>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C0612A2A-33C3-2C7C-D6D5-24406EEB4D9C}"/>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CE4605A-2A35-8FE3-A424-C7635A702658}"/>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C829F01-822B-A6C2-162C-74B938711903}"/>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46B0BFC3-B042-B4A2-E2C5-2FE54B17D927}"/>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C083CA28-4B7C-359B-5824-210C3A42EBFD}"/>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1F84BDC8-463A-863C-B87A-6BE481C8C707}"/>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2E84D4A8-0921-F627-0E64-80D3D959401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F8BE9367-0BFA-2BDA-2E05-88451A1C7AD5}"/>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57173B89-F36F-C4CF-A78E-1B00E904554E}"/>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4D429BF-EBE2-1689-CDDC-446DC41A61B5}"/>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60BDDAD8-0621-F419-0076-DDAFEA833835}"/>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E48A8C60-B3B4-EF14-5E2F-C1BB942B1211}"/>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AB886E16-3E5A-9641-0BBD-BA32491B18FD}"/>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B80184F-AA0B-0900-A709-503F5FF7D476}"/>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7B7ADDA5-0AB2-D87D-8008-557A2EC87841}"/>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EDD895BB-A90E-0C49-CD67-3A5C08F16296}"/>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37D34851-E46C-8B50-5811-92005014AC73}"/>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13949785-93F1-AC39-F8BB-5E52CB2AC8C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7CF2F45A-DBCE-9CF3-00AD-293F46F26AE7}"/>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C43B6352-5398-F2D3-5CB7-986B6BD9322E}"/>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4814C551-6304-E86A-B9FA-B75A8F854CE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081D7230-1420-B17B-F9A3-4C5E8F8F93D3}"/>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B03ECC24-801B-10F9-493F-93F6943CBAFB}"/>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3FD3B1C1-AEC6-7937-DB59-C28817BF7B9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1F9831AD-ED63-98D8-1CF0-0F143E66AD24}"/>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B923084C-C0C3-A3AD-C0FD-3EB9588BE97E}"/>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E2E5F93B-DBC5-15D8-CEF7-E949824F246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47395A25-929F-BC4A-B6F2-DC1A6E9392ED}"/>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515A1437-90D2-61E0-A1F7-15AAECE57F39}"/>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CD149EF6-7A2C-8463-06E2-74339520B8D0}"/>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A8C248B7-BBA0-6B91-0546-FE1B00B9F71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24D60758-49CC-C4DE-DCF1-6C7E8FB5D373}"/>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4027A124-F4A2-F662-A1B8-29870FDC097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F4189B9F-2F51-5F9F-5C4A-34D5B634C75B}"/>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4F99204-179A-7608-40AA-0648CE964787}"/>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EF4B9D47-D1DE-EC7B-345A-25ECF11BB677}"/>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35E2D2B4-AD26-04F7-55D7-B8979F7E984E}"/>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6DAEAA7A-1BDE-E5BA-4D06-8113686554A6}"/>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5F13BAE4-F684-C6B4-BC06-B6FF596CF151}"/>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CFD57548-2D74-7EE2-F806-2FBADC6FCC64}"/>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36A1F43-1968-14C2-4C1B-83EB157BB329}"/>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3AE49B6-AACA-D361-1A9D-A267E199A78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A60A8C7-8B58-B698-CF4B-55BB8CED4A31}"/>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70B20048-86F1-6186-1501-F16B13BC117C}"/>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695A1399-B979-5A6F-A177-81E81116D1D6}"/>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075C23F6-A6DF-3838-D6A1-C7070D06D3F9}"/>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FE3124B-BE3D-83F3-7D28-349900DC85C1}"/>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E1A19811-234C-74C3-7E60-F2045B7BEE46}"/>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EEFD191-062B-43B8-E41F-6C0E33B02A27}"/>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62502173-5B9C-C9C5-9635-D0C2BB69ECF1}"/>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D405FB55-006F-2701-6E5F-C43AFD49DFAC}"/>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82BA65B4-15B9-0EE7-C81D-8F7485927E1F}"/>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D1F2E268-667A-F44A-6452-5F410525AFF6}"/>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FCC36F9F-EBAB-7FD5-32B4-EE905EF34609}"/>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93D1C35B-034A-064A-A7B4-74853A10787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E3EA91B2-31CC-AE02-5D9C-ACA1806393E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91D8B29-DCFD-53E6-B0D9-865A8DA82E0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96AB977-19AC-7113-5CE0-72DE040E862A}"/>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9277961-BEC6-D011-DFFC-041B7FB96458}"/>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FEDC651-E974-B046-AC84-CE365909213D}"/>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31A3794-F5F0-A569-E111-1D8A31BD9EEC}"/>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B975C495-0F62-9437-EBCD-50C36846979E}"/>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DECD523-2B29-EDAE-B32B-7EE85B216E99}"/>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A7BF1912-A9C8-525C-45A0-2D519DE45A22}"/>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7973E638-0AD7-4DCB-BF90-E971A936FE57}"/>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ED57511-197C-7A24-1DE4-40B6A521BD10}"/>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8C7A8F3A-28D1-4C27-FE02-28EE143F7659}"/>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F589DAD-0515-FB3F-991C-9E34F8037499}"/>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2. Add lines to sales order">
            <a:extLst>
              <a:ext uri="{FF2B5EF4-FFF2-40B4-BE49-F238E27FC236}">
                <a16:creationId xmlns:a16="http://schemas.microsoft.com/office/drawing/2014/main" id="{2374565B-32F2-345A-CD47-78535056C1BC}"/>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S22. Add lines to sales order - At SE Electrical Distribution</a:t>
            </a:r>
          </a:p>
        </p:txBody>
      </p:sp>
    </p:spTree>
    <p:extLst>
      <p:ext uri="{BB962C8B-B14F-4D97-AF65-F5344CB8AC3E}">
        <p14:creationId xmlns:p14="http://schemas.microsoft.com/office/powerpoint/2010/main" val="1480201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A7DA-1EB9-831B-FF49-43B9D2279E92}"/>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20A69318-1370-6381-5652-A22FEAE927E7}"/>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5325AA59-71F3-51E7-88B0-EB62FEEA58D5}"/>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9272DF7-86EE-907A-5327-B8499E3DC08B}"/>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D6B36D18-957E-D987-4EE2-5C1196AD432C}"/>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DB5A690C-A7D0-FC3F-6403-8D1195516044}"/>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17F385B5-F8D1-234D-C1D2-6653BD10A993}"/>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5A4C74B-114A-CA84-ABA8-2EEC1D498ACB}"/>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FB53E157-32EB-33A2-E06B-88F95E79D547}"/>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316B247-F795-B42E-D095-D7A4F408D60E}"/>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0A17F63-FDE3-EAFD-FF82-07A7CA2D4E27}"/>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2C1B91C8-E324-EA8B-21F7-94C379382ED7}"/>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785D532B-D852-25C2-A177-765F0346184B}"/>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37F6ABC8-86A7-BBC3-39FF-C94D34CACE02}"/>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E812C59-CEDF-11DD-156B-194578C50E84}"/>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293C1C8-5A1F-21B7-29AE-1E495120D8AC}"/>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556B4AD9-92B3-D530-42C9-381DC0136F67}"/>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0A0CF937-FA61-BAA2-F614-6DB9B1DC3E5E}"/>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6F390C49-20BB-53DE-2594-2D4ADC908698}"/>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2E328ADD-7277-3F2F-F17E-CE1BDA63FE5E}"/>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9D220BC4-BD47-F4C3-DD13-BB11A6DE163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C5CA741-B0FD-CBB5-3BD9-DB1FE3B0BD04}"/>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9562E36-24DB-A327-80B5-595B47C0A7C4}"/>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4C3B654F-BBC3-31A9-8535-FEC930DF9A74}"/>
              </a:ext>
            </a:extLst>
          </p:cNvPr>
          <p:cNvSpPr/>
          <p:nvPr/>
        </p:nvSpPr>
        <p:spPr>
          <a:xfrm>
            <a:off x="8550397" y="3136969"/>
            <a:ext cx="1958365" cy="45852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016055C2-E1A0-E7D6-06C3-2B1D27D483B2}"/>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914221AC-4A38-4B29-D014-E731AB96A9A3}"/>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4129DA3A-47AB-5809-107A-470A5CE5EA5F}"/>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9185DA55-89E5-08E1-C571-CA586BFE86F4}"/>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228CD2EF-ECF3-5AFE-EFCE-3808CD2DBD9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BDDEE484-02F5-7B43-69F5-7CCE5B572188}"/>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E4636F12-696F-5AFC-BFCD-01438E584A48}"/>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49D3F85-03C6-F3C3-2F39-07503F5802C2}"/>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EC92B8E8-1DD1-3649-7EFB-B8D1410D112C}"/>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B6DA2AF-53B3-DA1F-7F2C-3EABFCAA385F}"/>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CDE219F3-7139-4814-290B-0DBF9B26F774}"/>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299F2B89-7006-993E-DDC6-29EDBFEE9F08}"/>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8BAD3070-527A-E888-394B-6F5DE8A9026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310CF16-7A92-F3E1-E587-4E31C843CAC7}"/>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2624F4ED-E42F-7390-F7C3-33B7B2A618A2}"/>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49EFD343-786E-4C09-4ADD-828411F9385B}"/>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B41909ED-A50E-39FB-1882-788227BD5B3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319D613-32C5-610D-71FA-45359F8A12B5}"/>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E0349AEC-C912-66BF-0116-FBB9A19A0111}"/>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16A4F05D-FC0F-D035-D297-EC6898A6E8E2}"/>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BCDF0281-B244-BDF2-A27C-72593FFD119E}"/>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18006760-33B9-363A-CE32-0EAF1047D18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D3BEB8E-BFA8-9792-21A3-37FF6AC5240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5C1A0F92-4434-76F6-2508-4E66AE6EC7E7}"/>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69F54130-0981-8FD6-BB79-99A571FE3FB0}"/>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297D265-A112-4D87-8A0B-96FB54674D2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1247AFD8-9E84-1E6F-AA11-4913F98F6093}"/>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9837099C-24EB-A41E-5064-7D825FA0DA6D}"/>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DF0E7955-4E66-4D2D-0B9B-572DE4A44F33}"/>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4F2AE23D-09E5-8CF8-F0A5-F0CDE7838344}"/>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54B7BE85-769B-F6B8-8B4D-8716D93C92ED}"/>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D8DC784F-3994-DEF9-1A9D-2628F9F1CA17}"/>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DC37C49B-526D-C04A-5126-2C767921AA0C}"/>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A77D461C-492A-C477-E343-FBC0C4BAC90D}"/>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766F4BE-C52D-FD97-4CB9-25769F852B3C}"/>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BBA9CA67-2B63-C24C-35A9-F1211026781B}"/>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83641839-AD79-9236-06F9-E97BD874F451}"/>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A86DEC9-BD75-99CE-FBC2-E402F0E89766}"/>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86578710-05D0-9431-3C66-15A44CE2C86B}"/>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0F5659F-1C89-9C75-C320-6FEC8CF9D949}"/>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354369F8-1A4B-1895-43DE-8ED493DF1419}"/>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C952568C-3175-ADE0-021B-2AA6DD0F50B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CC6097E-B47A-E5D3-6D14-246CFE5D112A}"/>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52BE65A5-3FD0-3E70-79D1-71EC2EC927C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A47E8DA-72BE-8A88-BA9D-C4B6909158B9}"/>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63F0DB9-04E6-0D6F-3432-DA844207A541}"/>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8056210A-3EA3-35F9-BC2D-1C015CA5C361}"/>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0E7193F-BD66-6DF3-A700-E527F06B20A6}"/>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7D4EADC8-C630-F814-B201-BF9A11AE5337}"/>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3DA143AA-9B8E-A4CA-4A3D-890BEB1EF334}"/>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7AD23DF6-D792-5051-D145-11A7BE584F6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678A35C0-27FF-F64D-C8FD-BD2665FA4BC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89CEC82D-4C2B-19A6-E467-CA240F70C240}"/>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9102012E-59A5-B7EB-E542-D66E0C64A266}"/>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BCB5FCB8-1C16-46D9-AF03-6B2C7CB6336F}"/>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AA26BC58-8E5E-4E12-0693-C35B65E85131}"/>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49482541-8A78-7B8E-332F-6028D233985C}"/>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F1E21B8-08C7-D8A2-BDF6-165925B2DAF8}"/>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07BB9993-7044-B19E-934B-2E43E4FCF52A}"/>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D413C5C-C30D-C976-4A90-6D193B92A3A5}"/>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5CF6FD3D-0DA7-D512-1716-E94378855374}"/>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258A71A6-E93F-7969-2CE8-EC8E24E389F1}"/>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97DC5032-1190-6942-6F62-59457477BA82}"/>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876E94D-69E4-C217-89D1-85E3D9641A53}"/>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17BF692F-6FB2-F807-BC82-A7FB3FB95976}"/>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E4937407-4122-3F6E-AD35-2C42CA8FB7BD}"/>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E459465-7402-754C-7920-29AF62B52C13}"/>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15E2BE6F-6F20-B073-3ECF-4C8CC20F98F0}"/>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D30F67EF-4B93-30F3-5CD3-8296E71DFE05}"/>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1AE4F386-8548-87D7-B743-6372A918A87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E065DC03-5355-CE3B-C29B-9FF8707609AE}"/>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DE935BA8-EADF-4893-8488-81521B4CC465}"/>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A6D6FAC7-7E9A-2338-4CD3-D1B7F294D1B8}"/>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872EA561-D64E-A99C-EB3B-7997A354E1D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9BF39ACC-D6C0-C7ED-FA47-EDF3A2445A01}"/>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923E84AA-6857-A1DC-28AA-040B0393E0E5}"/>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0A1C5642-5333-E26A-D8E7-CC1AAB908864}"/>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3D6DB25-1D18-1221-B062-2CD21A81AA36}"/>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9AA0465F-671F-7E61-9AAB-C27F44097A09}"/>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852A2A9D-E3C0-9E9D-B752-D7DFB863F524}"/>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70A602DD-191F-BF63-87FA-FE2406E83CD0}"/>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F8C5CE7-4568-9D22-3CA6-23398047610E}"/>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F660F027-2E38-FBB1-04E0-4648B1CED26C}"/>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5DDEE7A3-6623-3B3C-DFF6-9BF0E25F0BD6}"/>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7AAF536-2D13-6442-1877-B5EC39C20997}"/>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987888FF-B509-5E4F-972E-081472598991}"/>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B239F5F7-5392-98AA-924B-763E17C736F6}"/>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855B7878-9E9C-3A2D-C2B8-022D95BD8F41}"/>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358B3A5D-292D-FA1C-3615-1E072B5F54E4}"/>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BA4750D1-BA7F-9575-6449-58C4BCD1034A}"/>
              </a:ext>
            </a:extLst>
          </p:cNvPr>
          <p:cNvSpPr txBox="1"/>
          <p:nvPr/>
        </p:nvSpPr>
        <p:spPr>
          <a:xfrm>
            <a:off x="4790176" y="3516257"/>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B6442830-B85B-2D71-E83D-CE8AE310874E}"/>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1537F4F-FF38-BE44-DD59-1BF16002ED49}"/>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AC6DB21-DF5E-DE88-10ED-78FB22D95C50}"/>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012A7090-F3F7-BF36-B1DF-18671CC73677}"/>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207E6366-3FB4-8A04-181B-769231BFFE61}"/>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4. No, This is not the last item  requested by the customer">
            <a:extLst>
              <a:ext uri="{FF2B5EF4-FFF2-40B4-BE49-F238E27FC236}">
                <a16:creationId xmlns:a16="http://schemas.microsoft.com/office/drawing/2014/main" id="{5B7B73A0-F814-4346-12F3-5E9EB129642A}"/>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N4. No, This is not the last item  requested by the customer - At SE Electrical Distribution</a:t>
            </a:r>
          </a:p>
        </p:txBody>
      </p:sp>
    </p:spTree>
    <p:extLst>
      <p:ext uri="{BB962C8B-B14F-4D97-AF65-F5344CB8AC3E}">
        <p14:creationId xmlns:p14="http://schemas.microsoft.com/office/powerpoint/2010/main" val="1643748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70F3-E6EC-9377-A5C7-21091178159D}"/>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A187635D-EA36-DEC4-9AEE-B7FD6F3A7B01}"/>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4F2B380-2D41-349B-72CA-3D105CAB28EE}"/>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B8E81F6-D0C6-E44B-5D43-C203A41A8332}"/>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754FC7B7-578C-A3F6-3816-94650E125F59}"/>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6A863205-72AD-5E17-0ABA-3796BB466B58}"/>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BDE59DDA-A67B-6432-6D9C-1C0FD149B21F}"/>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A83BD29-0CA3-DBB1-B739-704774FF97B9}"/>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09959631-6EC6-C3A1-E560-6C2764AA3271}"/>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D5E6DDE-F2B5-B2CE-1389-8978F302F80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C76F536-F205-B214-71EB-4C308CC2D249}"/>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436AC999-4145-D4F0-71E9-BB52998011F5}"/>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6F7CA148-320F-9D4D-220A-DB5C5F7E54CB}"/>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28EADEE2-7277-950E-94C3-621368837BA2}"/>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B76B2FDC-786D-3561-2B9F-8C499A4BB91F}"/>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69B8DCC7-CB35-7F71-1817-FD70277D799F}"/>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2EE57E90-7CCB-22A9-D7E1-6716036A07A2}"/>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E1F491AB-69D1-5788-17FE-F1F09113703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62038B7-0D18-0269-AE21-67D3E1EF0453}"/>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7610456D-3706-97E3-BD42-E9F3BF25BB67}"/>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D1DA781A-958E-0C62-BF53-E300B6545F05}"/>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AC696759-ECCE-CE47-A532-D7CB94D1753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EB620B9B-9165-373F-97DB-6D4696826A2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508A4857-125D-74BE-91D9-7372CFA435C3}"/>
              </a:ext>
            </a:extLst>
          </p:cNvPr>
          <p:cNvSpPr/>
          <p:nvPr/>
        </p:nvSpPr>
        <p:spPr>
          <a:xfrm>
            <a:off x="8536242" y="4275916"/>
            <a:ext cx="833786" cy="1076655"/>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368E79E0-CC4D-AC4A-D2D3-02536210A005}"/>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1AF725CC-287B-686F-C7C9-DC8045F54F5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6CC31D03-B6AB-0004-9461-92B87A6DC3C1}"/>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8053EBF3-A97D-3598-DFBF-F76123C2B3B3}"/>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521C89D5-D906-1350-E97F-73D1B2528E8F}"/>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2453B27-4EF1-B8AE-5EE9-A849C52DD13D}"/>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C2D8EA05-F73A-3737-1C63-5AA182963C45}"/>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6CE77D7B-F13A-E915-0DED-FC0CE13552D1}"/>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ADCDCAEC-38DA-3589-BF2E-92445CE7FFA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DC4827E-2D7D-7228-2E56-85E3DD5B8BD7}"/>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B9BFA703-560F-661B-5831-DE9C1102ED76}"/>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73947A3E-236C-F140-39FD-73832020DBF5}"/>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A7F38357-17B6-84E6-86DC-2F1C58B2C21B}"/>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8B7FCE7-9D70-42C4-8F21-F6D0E31B4FC2}"/>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0F5E0767-00F2-411E-FC33-BDCFBF325714}"/>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6FA30922-8965-06E7-C716-E438207EFC4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0912FDAD-FE5E-3A56-84AA-5FAD2A210C89}"/>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7C0B250C-2C5D-0083-1AA7-37F6747DFDC8}"/>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A824A44B-7A66-0483-88ED-69EA0FB9C6B3}"/>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37C4C8C-7C6E-CA54-21C6-F5A5F4D6AD48}"/>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FA2CB833-0DA8-6D8D-EF54-E2C0AE3048F3}"/>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7136CAE5-9F92-5160-C3A9-F65C370230B1}"/>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F03BB30D-882B-39C4-D449-AA3DD7DA21DB}"/>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7F30645-C40E-BBA0-9D2B-0B74DAD9AC38}"/>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00DC4A07-3DED-109D-375B-A25349B0221C}"/>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8282FA52-470C-120D-A381-CB8BF59E0AB4}"/>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0EB5AEA7-2D03-C0C5-4500-A7C402C3152D}"/>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B23A6C02-1DE6-B243-2022-823023464DEB}"/>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6F198141-99EB-C8A1-80E0-408F47A723A1}"/>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6DDCFAE-9F70-4D22-7CA2-31681BF985B9}"/>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77AB6609-D14C-79C8-6090-4B7F3C032D0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61CCA9F9-CD2D-19AC-CBB5-EC6CFEAF690F}"/>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00F26DF1-D169-AC37-2B42-ADBAA10729B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98CD30E4-BE43-2760-F1D2-FF1413752FB6}"/>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DB0B4854-97D8-7C2C-C641-78CC16A98BCF}"/>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93B0E480-1AB7-6BE0-11D8-4A5B49FC9DEA}"/>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0F0A14C4-92F5-82AC-29E3-A77D8AE0DC04}"/>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A9C311B1-82C5-C411-8B06-6AE21DC4CB93}"/>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BC235244-0880-CFDF-35ED-6F0CCECE2025}"/>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9DB1984-DFFA-7689-C1D8-246B3EC4EE63}"/>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B0282B2E-B5E4-0F96-7AD2-1DE7775A273E}"/>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098E5BB7-5755-72F0-1F46-8B7C248C1917}"/>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52B3FE7C-C04B-8CB6-8F73-F3B5E42CA9D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FE49798D-1D7C-138B-C84E-D750C0798CF5}"/>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067C8A0-DEFC-EC53-F776-6BD88B22B633}"/>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FB30D8C5-89AB-E827-09E3-0588B78D46E7}"/>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D534D90D-9896-CC53-CC4D-F72D6446D5A3}"/>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72BFD7FA-2AB4-8168-1C6F-1C5DF7266160}"/>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342AF47C-4CFE-77E5-8CDF-AB51A6652814}"/>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8512969D-1D7F-B225-3EB9-8D7C655779D9}"/>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D4B6FD6A-A86F-76EB-ED1F-E6D18191CC6E}"/>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752A55F8-74AB-A1AF-F4D0-5F8F8826E15C}"/>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49835D08-4CAD-4FDA-5180-145F07A50575}"/>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A3222CB4-10F7-CB0A-B985-486E0F44875F}"/>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6632B79-BFD5-7EB1-7CCF-6E1CC250AC51}"/>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2A8B6C3C-049C-6426-FDE1-E401184F859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F60FFF1B-C2EC-0920-A4A5-65136C9CBFBA}"/>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504B5637-16C5-A948-E38D-516F6EB06035}"/>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161462-162F-238D-20E8-9C7CBDC9DCF1}"/>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5C049D7-0CD1-419A-084F-2FF3929A987A}"/>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C105CBC8-246D-BC96-A99C-9694A1529C10}"/>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F49C5588-C0FB-B3F3-CED7-3CE27BA3C1EF}"/>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6F0F7C08-424E-8933-F0EC-5520B33C0D4B}"/>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7984EB81-DA44-E8BE-B141-75527FA0F89D}"/>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49CC46D1-FCB7-90B0-4198-55CA6BDD7CFD}"/>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FAB013D3-ED81-B7C7-5291-0AFBA0292D1C}"/>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EC7D9D8D-0A9D-EA2F-380E-1AD670BFD3C8}"/>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EB2DD599-4127-B818-8733-9CDDBAC988A4}"/>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9DC76ED1-B735-A112-FD76-EB94D939163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AB86A869-517F-156F-C49D-C20212FFE5D8}"/>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036E0EE3-4222-6819-5A32-4213A92CBE89}"/>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C8866A80-990D-4345-C850-33997052C063}"/>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5B89E09C-216C-D877-1DBA-235B0E309B0E}"/>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56373421-478C-72EC-6F74-48DEFDBB232B}"/>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34D8B897-AD1F-20A9-BD84-1FE1E393562D}"/>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B8A13030-354A-E24E-C320-55FC9E82695F}"/>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07D4D12-E6A9-3255-2A5B-763BD9D8B243}"/>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6C8E7AB8-5F3C-A73C-DF00-4B18A4F36F48}"/>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7DEDC575-4608-1327-FAC5-FFBBC137D29E}"/>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A7314240-27B1-9E46-D2D5-F8AF1EAFACFF}"/>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C099B631-DA00-A7F7-8187-7709FCF69101}"/>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5122DCD3-4BFA-8E50-6C5E-B21C4CEAB9A3}"/>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9BB0547-23F1-F5F1-DEEE-9BABDE127FAB}"/>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8C31365B-7BBC-E752-8CE3-2631496256CD}"/>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E00BB36C-F874-953C-4972-91F65B60E00D}"/>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2C39887-CFCD-C239-9F9F-217E222499CE}"/>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CBA4098-8E8B-9550-2C26-D714C9B43B6F}"/>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5282B30-271A-EEE1-605F-536270C36C0D}"/>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E7143D2A-85A2-538B-D25F-9F2D51FCB4D7}"/>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5D448DD4-46C0-62DA-9928-9B32ACD2C72F}"/>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0C8F15C-559F-C780-6050-92390CE7F250}"/>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16BA28CF-3EA7-03BF-39A5-BB189BBD6DB3}"/>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6F491C50-76C7-DA77-AD3C-AE8DC0FE7518}"/>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C0531C26-D6C5-3AE4-8393-01AB28F4F94F}"/>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5D02291-FB22-3C1C-B1C0-9222D8512306}"/>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6. No, It is not a Build on demand Product">
            <a:extLst>
              <a:ext uri="{FF2B5EF4-FFF2-40B4-BE49-F238E27FC236}">
                <a16:creationId xmlns:a16="http://schemas.microsoft.com/office/drawing/2014/main" id="{855A62CF-3C43-8243-B90D-207725926801}"/>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N6. No, It is not a Build on demand Product - At SE Electrical Distribution</a:t>
            </a:r>
          </a:p>
        </p:txBody>
      </p:sp>
    </p:spTree>
    <p:extLst>
      <p:ext uri="{BB962C8B-B14F-4D97-AF65-F5344CB8AC3E}">
        <p14:creationId xmlns:p14="http://schemas.microsoft.com/office/powerpoint/2010/main" val="34200891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59EA6-E6AA-2F1C-943C-A1AC0BB386A8}"/>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4C437FF8-F199-3D67-1183-F22D770A2BD8}"/>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B168C2E9-0C4D-429E-6264-BE99A9D34E9A}"/>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651D8F28-FB2D-8D7D-66AA-2DD5D8FDB5A7}"/>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928F5EBF-CBEF-012B-0907-14177E04B86C}"/>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E6CB17FD-06F7-1FB3-3C9B-41F6A3C82F35}"/>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979C4425-4D35-85AA-2D1D-68C029030B4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EF83DB3-84E6-7EBD-C260-16BC9CA4E288}"/>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C5666763-108B-828D-BF6D-97B51A9A1338}"/>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B4847AA-FE80-A756-BE37-1757ACB6014B}"/>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8A37348-1E86-BC6F-B499-EB494D7688DB}"/>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06BCF90E-AB02-43E2-682C-1CA426BE2725}"/>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BBF39C97-A314-5FD7-6875-CF5020DBB587}"/>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865EDC20-5A4B-487B-E938-D5B8A8E6F516}"/>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F149C6B1-8039-7588-7C80-DC04FF80AC4F}"/>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524B4FAF-4390-6D73-494C-D21E2F0FCB7E}"/>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34E17C73-D86F-AF9D-25D5-81E29C94B864}"/>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B7F9721-C4DE-C79F-8158-72E666D51497}"/>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9DF370A9-E7E8-20CE-4FAE-DC795A496C1D}"/>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4EE27276-9923-3443-7F0E-2924C26749AA}"/>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AC81423-A59F-B25D-2E7A-CF69D2646142}"/>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4116F32A-EE36-F3FA-FF57-79DAA6AC5536}"/>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7F764DBB-4155-8988-AFBB-F895943F3D42}"/>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66568E76-2BA8-DD7D-6DF0-F250F5F5E55D}"/>
              </a:ext>
            </a:extLst>
          </p:cNvPr>
          <p:cNvSpPr/>
          <p:nvPr/>
        </p:nvSpPr>
        <p:spPr>
          <a:xfrm>
            <a:off x="7238170" y="5140841"/>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EB9D9B6E-241C-8982-DB85-6E27633BDBF9}"/>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DE325F19-9370-AA34-1151-488F097FF77C}"/>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1B812876-599A-CF64-F6E3-F86FE6BBEBB4}"/>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3FB1C7F6-B782-8D18-9662-814F1368E0BB}"/>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349FCCC3-C2D6-3CD7-633E-323FF24E5D92}"/>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A9EB617E-925A-2F22-65BD-E78FF10E4F1E}"/>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749769DB-BF53-01F9-8B55-6EB399534FCA}"/>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4773290-14CB-9E6F-C467-9C178F960C59}"/>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8C49654C-BCD6-7FFA-F8B7-2981E653CF71}"/>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4F3ACF4-E882-B517-6885-AAB7DBF5C461}"/>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F29F549E-A000-AE84-02C2-38C1B6138798}"/>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2B48CC9-C4D9-38CF-69D2-52872A324A04}"/>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8AF3281-4DC0-0E32-D4ED-CF592500B188}"/>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B51FD7D1-F405-7400-6527-4BE2BC4AB61E}"/>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99BDCE96-7A9C-2FBC-E230-CA0E870C94E4}"/>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E7335073-ED89-34FC-11C8-585585F9CF5E}"/>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1B13A42-B167-EDA2-F59D-52EB66132A3A}"/>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CD2BCB4-1727-13A3-4361-D33AF8F6EBF3}"/>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B2078491-8F7F-2938-3DF2-E8FCD387C6E6}"/>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DB30078-2937-F89E-DEA9-9F1CC49AB434}"/>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ADD8AC24-AF03-68BD-331B-F7116DC87E57}"/>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4E60D43A-5310-DC9F-4578-A406C1900FA7}"/>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BCFAC2FD-E474-604A-1AD5-A14CFA2E73E8}"/>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FBECF010-E04C-BA9D-08E8-E7FFC219F3D9}"/>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E20EAD6E-791D-35E8-405E-46F8FEA852F6}"/>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63D96A41-0B82-B9EC-664B-1112D9201E0E}"/>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A8111A63-9CAA-65AE-AD27-9862CAEF70E6}"/>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58A699EE-61CE-63D8-97A9-5622238D4C76}"/>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6AAB042C-4513-457A-58D1-D0077552E94A}"/>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AE0E7B72-F281-1F9F-F553-DDC616B46E73}"/>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62F7D5AC-0D06-D84F-C847-69F8BDD5FA27}"/>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EEB24BCD-5BAB-9DF5-4743-1FE4478E5146}"/>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A061D0B7-9781-15FC-F485-DF4EC1FE0720}"/>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9DBD769-DC87-C082-F79A-BF6BFB1E965D}"/>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63F897C5-EBF7-5579-37A2-E2201584FC31}"/>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19E933E2-8012-1AC4-B88E-165C1956C3E2}"/>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CA00EC40-1943-3074-9848-0D21A4958EFD}"/>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B8CFD617-9088-2880-B9EB-6A54785170BD}"/>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9984661B-0A8D-232E-64EC-74EA040019F1}"/>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179328B0-5D50-7816-571C-C58BB72A6155}"/>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C00D63BE-EB63-68B5-8D98-799678BC4B46}"/>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2B2EEEDC-A315-29FF-834A-DC5AE359EB9A}"/>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2586DFC-61A9-F5F2-E6B1-D74D63E7D0A2}"/>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141BA6AA-6080-6F31-1D69-82F3CCD87B86}"/>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D98D886B-9347-D95D-59E6-BA6CF53B6046}"/>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D6A48BC-7654-1604-49B4-6CA1AC08FCA6}"/>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3D28D4D2-E7F2-7946-A7C4-F2F970F8A81D}"/>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C8CE786A-3681-320C-6D42-6F6B643929AA}"/>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A2349D9B-36E6-8F21-017D-53AE7F41F62B}"/>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DE21F23D-CD43-4872-4B66-4765A1987DD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082D085F-554F-3D88-3BD3-7170C753D1B9}"/>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E834F761-E2DD-A50E-8580-D9E3483D2C55}"/>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9279EF7C-F986-77DD-9B54-77FC51CED8E9}"/>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512B2402-FA34-8C72-5610-3CE4F52B2573}"/>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CF2C3057-DC21-DC04-E383-6C93BC6F176E}"/>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C0A699D1-14A5-0F5E-77DE-10164482744A}"/>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2BA9EE05-D669-58CF-0CA0-9503DC0DC633}"/>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B753A10B-F6AF-42D4-F816-DE986CA02D44}"/>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D70A11F0-B581-E4D4-4515-3A56074ECB2C}"/>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3CF75A2B-AFA1-4382-E436-9B95FE695BE4}"/>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C66F2959-18B0-A199-63F2-134337111A09}"/>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CC1CCDA3-FC50-5564-B11F-EABEDA33D6EB}"/>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46168D95-42BC-4E92-A292-96DC3371C598}"/>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89DCF2C-967E-769D-8CE2-F4F138F24AF8}"/>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1BDA71EB-F505-E77C-62E8-81AEA1881CE2}"/>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89243DDB-E95F-D2BC-D2AE-CB9FE0E1BD42}"/>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8C6E6BD8-66C5-B602-83B3-CA58A6E6AF21}"/>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F7C26A24-EC54-34C3-40CE-EBA8720BF2A2}"/>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D78C9DDA-3C14-6E70-31B3-2D67CB914917}"/>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558A2DC6-FE08-7B83-AF40-2BD56DEFB3D8}"/>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9271618E-9D8D-E88D-11F6-1E2E195AED2A}"/>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237B2E09-C73A-6E44-160D-A89C13BC11D1}"/>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EA3AE691-103C-CF8A-1B5B-7EA76DD31C8C}"/>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6DE02418-90E7-D554-05EC-E40342C0D3D8}"/>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EC9CC56-55B3-5260-4971-5B28283DFC85}"/>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DDA610E3-FADA-611F-A35C-D98FCF64545C}"/>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54EAD2C-33CA-99C2-7D44-8CD550968511}"/>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BE114EB7-1655-0096-478E-0156EE776071}"/>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B97BF6F3-D776-155A-AAE8-79D29F3145F5}"/>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EAC98C76-990E-B9C8-FEFB-7FD53B6A2341}"/>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02112FAB-9ECB-08FD-111E-B1635F343B09}"/>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85B8DDF8-C5DC-6E9C-B5B8-A84EB65BDFB9}"/>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45DAC7BA-A66B-1112-8DF1-3B040D777F95}"/>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B6EAE8C6-7F36-CAC5-E186-F7AD47DC94C9}"/>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2A97165-386B-2684-4995-1C6BB197DD59}"/>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E4DACEE9-6D74-943E-CC5C-CC7CED7E5235}"/>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D78B472-4BA3-696D-3B14-1D69439FA6E8}"/>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193C10A-33C1-BF67-7672-3C667BE5F137}"/>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41D74EDE-E066-97EB-31EC-C1DEA3948F17}"/>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7C2107A2-4EDD-E358-C8CB-1635016FA37F}"/>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FDBB8DF-373D-1C68-70EB-C94F478E058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A7A45FC8-99AC-F55F-80C0-7D0E7C5D6DEA}"/>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030383D0-D0B0-467E-31E7-AD99792C5C4D}"/>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70724C14-F1F0-4F88-9548-7B1BF9A8E8FB}"/>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8178C777-8C43-A863-613A-B2D8AFEC0FCE}"/>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1. Confirm Pricing">
            <a:extLst>
              <a:ext uri="{FF2B5EF4-FFF2-40B4-BE49-F238E27FC236}">
                <a16:creationId xmlns:a16="http://schemas.microsoft.com/office/drawing/2014/main" id="{1BECD5FF-7B4F-9097-0E16-DC233F48B9E6}"/>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S21. Confirm Pricing - At SE Electrical Distribution</a:t>
            </a:r>
          </a:p>
        </p:txBody>
      </p:sp>
    </p:spTree>
    <p:extLst>
      <p:ext uri="{BB962C8B-B14F-4D97-AF65-F5344CB8AC3E}">
        <p14:creationId xmlns:p14="http://schemas.microsoft.com/office/powerpoint/2010/main" val="27490380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A86E-2AAA-0BAC-A419-19F4030467B7}"/>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BE6C7F8D-41F5-7626-1423-BA8590EF25BC}"/>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61661CC9-AB26-DB43-B3BD-8C33DD93CB22}"/>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8E348EB8-E573-408F-1D26-216549FD95B7}"/>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3554058-C501-2EEF-A668-4985B849A834}"/>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26EE371-DD64-9CB8-F4C7-19D9D104D738}"/>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13DF4AC3-02AE-4DC8-8E32-24C6F5408508}"/>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A4619F3-1D73-736A-D6A7-BB74C4A0A963}"/>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11750B03-937F-B43C-7700-2523EC57C21A}"/>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3030BF0-31BD-A7EC-F5D2-BF490980C98F}"/>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5A58F27-C069-4C02-C01E-E107E892FE8F}"/>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C5B7E51E-DA69-0201-2E2E-5046E3699486}"/>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A843C2D9-E271-D9CC-4B86-066CFE7C55DE}"/>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C1D25EE4-FDA0-ED00-61FC-9A4444DFF8B9}"/>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592119EE-E551-AF5C-6316-90D3B37D4072}"/>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13595CAD-6319-DEA8-3960-E4D0A3533906}"/>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72F9CA1E-4FA8-D881-6F94-CBB5971F240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4C179E85-7945-1035-902D-9F6DB9B3335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F8A2E448-425F-DA34-0371-684260869707}"/>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3C9E74A1-6723-2F66-B519-19107483ABE6}"/>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133E9E27-9FFA-5F84-3609-35E088157795}"/>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2D8032AD-B3AB-9631-1271-C04040D5E67E}"/>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AC346578-C1CE-26CB-1BB2-F8A14A7351E9}"/>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B0FC52F5-C437-5DAD-936A-9C1B4364A826}"/>
              </a:ext>
            </a:extLst>
          </p:cNvPr>
          <p:cNvSpPr/>
          <p:nvPr/>
        </p:nvSpPr>
        <p:spPr>
          <a:xfrm>
            <a:off x="9030783" y="5147923"/>
            <a:ext cx="1612935"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B9A4D79C-7A87-DDD9-A550-B623F58FA8BC}"/>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1EDA474D-1CF9-ADC6-1A75-9F890C7BE0DE}"/>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721C69F4-5173-B12D-EB4B-F854C5788513}"/>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ED52133C-AEE2-C037-BA39-8510D8A9AA1A}"/>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B9D42CA7-0CB3-3B98-0B41-69E08502A856}"/>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25B1F0EA-EB80-BAEF-32E5-7844C7995E64}"/>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6D256F8D-2C6A-0BAE-BAA1-8E853E4C27F6}"/>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A4334E20-E2B1-1298-4274-F4FB100C9D21}"/>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DC04CC23-A580-782D-45C3-817736D0FD8D}"/>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7F679BE9-5B42-7F49-8BA3-B377F1D8A032}"/>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0D09D744-0C37-1673-8DA8-0C5397562FCC}"/>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46EF4060-5E13-6831-A491-F0C9303DDA25}"/>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2EDE5B49-6290-D89E-517B-5E4762BD1626}"/>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F7EA37D-CC20-E99E-F4A0-2FD67E00B9E4}"/>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4CCCC960-1093-E487-F72F-628668C5CE9B}"/>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1A57714-B2DF-65BD-9BA5-A777607684EA}"/>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3463A1EA-063C-F91A-221C-EC2CD730F6C9}"/>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5F2026B8-1C09-E4A4-835D-F391A42AEB4C}"/>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DAE1D79E-41F7-90F7-D227-855799EF866F}"/>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DFF5560F-4ACA-CAB1-879A-95090DFC6A8D}"/>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2664CF41-240D-59BD-75FC-CD022139DBF7}"/>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94955F3F-CC08-19DB-254B-8D3CD6CDC5D8}"/>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1F015E42-81CE-9707-A14A-7F6D91C90039}"/>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CF54164C-4ED8-BC35-9675-5AD1FE94D0A7}"/>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6EC577D7-3B76-D9C9-D37C-86F32FD2F403}"/>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7CA984C4-F8ED-D6D0-73C0-5923EBDBE7AE}"/>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B6FFE682-78FB-4F92-8E1D-E52FBC2BAA48}"/>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AC9C0D1B-2275-7931-C0D5-A715096641F4}"/>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5EA5C78F-0F25-70FB-0744-C62A672FAB34}"/>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8BB83EFD-7C96-F2AB-74A7-6CB0AE8953CD}"/>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59782E11-8B17-22F3-F25F-B430AE13D071}"/>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C7D6BBE2-E399-5135-2E4B-61DC4DBDAF25}"/>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973F893B-0533-0097-BCB2-BF785BBEB10F}"/>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CDB68685-590B-0EE6-4B0C-FCA09F7FDDF2}"/>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17B0C7A9-132A-F311-DEA4-827F7CC27894}"/>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98754F3A-9430-CB45-AD42-2D10D0E9D7B3}"/>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F593087D-EB52-473A-A550-CB868AF94FF3}"/>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1B40B325-C5FB-2F60-CAA2-7694B020A225}"/>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BCBBE750-2A50-C722-D9D2-66E5F0312D88}"/>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CEA7D86E-818E-9D40-46F6-3D946A759CD2}"/>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38B83C30-455F-8D02-7A1F-865FE2724E2C}"/>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4F827B11-1644-A340-618A-1E196D83D3F2}"/>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41E97D1D-AFC6-930C-B39F-E2F9ADAE10CD}"/>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A708E708-FEA1-3EFC-6295-F2A0B19EC58E}"/>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71376E56-F38E-6C29-B1A5-B1CE6F3C229B}"/>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9E06971C-0B7B-5B57-1B9F-4043FDE6F163}"/>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497C0BF7-4AC7-CAE9-FE49-CB2AF9E4B133}"/>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940F7FAC-FDFD-9389-84BB-19340FEE5262}"/>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FE694C2-F0E9-6E99-045C-B926F13027DE}"/>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14C1A4F3-E495-8508-AE05-20AB411B0A2C}"/>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CC546E6F-CC7E-2073-A676-AAADD7955489}"/>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7721C949-0EB9-F72F-9EDA-370557C0544F}"/>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B880B125-E72E-98E1-AD6B-F6B99111671C}"/>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7A62ABC6-0C86-40AE-5324-995D8888C062}"/>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90AF8EF-F0B7-4FE9-8307-BAA57C579403}"/>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381672D9-1A45-ACAC-E615-A30DD462A0FD}"/>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730A96F0-3066-42AD-C537-B661C8A81756}"/>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F960EF9A-2A00-CA81-A3C7-77B11469BF0D}"/>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969330CE-2576-E775-7167-92E2FDB16789}"/>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BF23FF5F-6A1C-6F6C-C68D-F0DB81CA5141}"/>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A442360C-BE08-B0E7-5D4B-C46E9B0DC72C}"/>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B068BBDF-6529-C9B8-72AD-AF49D7002EC2}"/>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39D36054-C7A6-6F17-360C-73609BC91202}"/>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6DF42D47-2B19-5DC5-4F3A-FEA87563F91D}"/>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9843846-1C5B-5E54-7FD4-485C7F5D7DAB}"/>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C539F107-FC69-5C76-BFB9-42395EB0D8D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C8F8F675-6665-6228-D95C-B5E5A8260E75}"/>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AF721A22-2DE8-EEB6-7DE0-992C8A9C835E}"/>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E180439C-5A38-D85B-0520-5A5F449123F2}"/>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A85E5CCF-5323-F169-2DC2-D8B1303F5C06}"/>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1C639D4F-EBC6-F149-F594-4223EFCBA947}"/>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3B04DDF0-D303-B08E-015A-490DC2A5DD76}"/>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63BEED6C-0A5D-94F4-334F-4B87B9EEAC61}"/>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7C74D73C-34C3-8DF8-AF7A-9AE60E2D308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4A6AEFFE-F2FA-A528-8498-D279BEEA9332}"/>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08BC450F-BFB6-629E-5DFF-7952D9BCD8AA}"/>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86134880-3201-8832-21DA-8DACF78EA947}"/>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39843552-A3CB-29E8-583F-5371E612451C}"/>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334A73F7-85A4-04F1-5833-FA41B1B626A4}"/>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996080BF-1C66-DA8D-E631-1C7F69BDDB8B}"/>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249D1183-02E1-060B-019D-934EB9D5A7E9}"/>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148762E3-4AB1-FED9-2038-3BE88B9F3725}"/>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86644A39-9643-579D-ECE6-78CEBA257A51}"/>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D987E272-E8D7-2298-6951-986D9A017BBE}"/>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A5AC1D0-F6CF-54A2-2E51-946C3B55DEF4}"/>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3F1ABEDD-260B-C79C-CAAA-288EB3A71C56}"/>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6372A38-5DAB-5C30-315B-47CF74E29B16}"/>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6BB1EB54-2C4E-5A00-80FE-365B3141ADCA}"/>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C232ACD-A3D7-37F0-633B-3AA7C5D09BA9}"/>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DF3DFD5D-185C-C219-7807-AE2ADB55C137}"/>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E8188BB0-1975-BC6E-52BA-942CEDB7B9BA}"/>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2C2154B0-F824-372E-1081-442B38CE46CC}"/>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51060E8-CBC8-67A3-D28F-9CBBFA3B116C}"/>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EED6FB55-74FC-D7E9-641A-50C9A94736DF}"/>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7289F606-8192-85D6-BA3E-250CD8304C31}"/>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S22. Add lines to sales order">
            <a:extLst>
              <a:ext uri="{FF2B5EF4-FFF2-40B4-BE49-F238E27FC236}">
                <a16:creationId xmlns:a16="http://schemas.microsoft.com/office/drawing/2014/main" id="{EFB56773-A259-75F9-07F4-6771551A941D}"/>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S22. Add lines to sales order - At SE Electrical Distribution</a:t>
            </a:r>
          </a:p>
        </p:txBody>
      </p:sp>
    </p:spTree>
    <p:extLst>
      <p:ext uri="{BB962C8B-B14F-4D97-AF65-F5344CB8AC3E}">
        <p14:creationId xmlns:p14="http://schemas.microsoft.com/office/powerpoint/2010/main" val="22707820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F225D-5FD6-E2EA-773B-5526D6DE9E84}"/>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13B45B35-287A-1B4A-99E1-32F9DC073A40}"/>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758F9BF0-BAB8-A74A-5869-23BD5C541553}"/>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B93FF029-E1BC-DB25-BA93-07CCE242309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0B637F7B-1A9D-3EDD-A92B-24911D281DDC}"/>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BF063C60-95B9-B679-39C7-8DADC46AC46D}"/>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0ABD6EB-D00B-1AC1-BB74-5109A3E00DF9}"/>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CCC5587-D8C5-5E93-CEE2-90ECE244CBB3}"/>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85ECD3EC-5FD0-86F6-DBDB-4D4591B782B4}"/>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580C0F9-9C4F-687A-AF8C-002BC344CEF4}"/>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B2D22AD-623D-0AAA-0FB6-24B3D0BC2618}"/>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19907D4-3CAC-A331-A613-D910DACFF562}"/>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B9664F6F-6318-1922-45D5-C52F8552BCCD}"/>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936D4923-1988-42E7-F950-43A754F989AE}"/>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878040E3-7A82-AE73-66CC-7A3DE8F597F6}"/>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4259225B-9A68-E2ED-5EFB-3CBA19E3E051}"/>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8DED3C78-7649-E832-BDFE-93DE32E6DF61}"/>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A9DE4FB1-EBE5-118E-47CE-D1C85B6ECA4B}"/>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386D902E-B8DA-E68B-2539-3158473D778E}"/>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F6B97C1C-F244-5618-6927-BB1B46A88B92}"/>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18CE49A8-7560-8167-0C95-FAA50B2776C1}"/>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0F9F747B-FE48-8D8D-C380-A59B38B6DBBD}"/>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A426B39C-86FC-368C-93E8-51081189710F}"/>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06DDBBDF-4018-B614-F902-FD8A99473D10}"/>
              </a:ext>
            </a:extLst>
          </p:cNvPr>
          <p:cNvSpPr/>
          <p:nvPr/>
        </p:nvSpPr>
        <p:spPr>
          <a:xfrm>
            <a:off x="4397268" y="4311508"/>
            <a:ext cx="1101022"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F7B82E41-B13C-52FE-BD56-6F032DDC2343}"/>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EFFAC381-6717-09E4-D883-A2F2DF529CD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CB6ABFF2-6F34-8891-02DB-BAD671C7CA80}"/>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178E80B9-00F9-0171-EB58-400B8950B427}"/>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4578B3AB-274B-2385-09D2-071CB392E5C9}"/>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5EE72006-F4F4-C36B-46B7-AF5D53372431}"/>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3334BE1F-4CE5-A559-BE0C-2EA878C7F8AF}"/>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0F289889-8895-4C51-CD6D-7E1DFEFE7B86}"/>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5AA729D6-2B21-889E-43BB-E426BD02CBB5}"/>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6FE970-1087-FD6A-0866-7BDBE2DDA1C9}"/>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D434B569-8EFD-E474-C3AD-552E0FE048C2}"/>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C315369-2A3F-1B99-A421-F2D15F633122}"/>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6C3FB43D-8B2E-CC63-0641-109B1CA0BA17}"/>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81363020-4C4C-303C-CAC8-404FFD85C9BA}"/>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B460847A-1BD5-9D81-8A6D-CABC734FFD7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D572935-4F69-4882-BB75-E6A1A52BB403}"/>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7D2D0FB2-935A-3F82-1E92-1405B07EFE6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EE97D68A-80D5-27B3-690F-ED26C77458C4}"/>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712A4272-39B1-DBDE-38C5-677AC133DAA7}"/>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724B20B-176C-48D7-9D78-BFA57DC0BC0B}"/>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D4D60C16-6EC5-6959-254D-5A6CCD58389A}"/>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5321D3AE-8170-9A26-D42C-950CE5B8FD36}"/>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2A2D66AC-6B15-C6E5-427B-F6AC04EAE3A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28F2D513-9AEF-1556-E47C-3B166D2CBDDD}"/>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BF654E7-B5EC-8732-C443-86C9ED530EB1}"/>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FA8B912F-E72F-816A-E888-FCD280928797}"/>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894251E5-04F5-CD58-AA06-B3210384CCC1}"/>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E0C45A2E-CC46-7E23-95AE-169A7FDF34E1}"/>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030541E6-D12B-4C0F-7A55-A664571DD2EF}"/>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ED5A6E51-14E7-0C9A-8C56-68D7213BC225}"/>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A8CFABD6-BA64-FDC3-8C2F-A74A8A8FF6D3}"/>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9BCEC0A9-8720-66E0-13D6-EA30AA865AE3}"/>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C82692E-EFD0-4CEC-CA8B-526E843358EB}"/>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85E184F-C013-7A52-5B33-2B92B0F04551}"/>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502B78B6-3A85-84BE-DC18-DE6F9E0D16D7}"/>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91D258D0-3D98-3151-030A-EF2D354D49B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0CBEFC54-5921-46B8-EBF3-0A926779F35B}"/>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26D39D76-383A-12FD-0497-40FBA11DF8F4}"/>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04FB820A-9D32-5DD9-C097-D398A44FE1E3}"/>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327ADD0D-5723-ACC4-FBCC-F3A71DA57675}"/>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4D3E85D0-75F5-7B66-8375-E0F40D1AE7D6}"/>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6DC6A229-E500-EC4D-50C7-037FC1822DFC}"/>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9446EDBF-969D-C589-D32E-E905F0C5AC4A}"/>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8573B8F5-ED19-6A7B-365A-F071E6C74B4D}"/>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39EBBA19-B9C6-F39F-BF5F-A05300A85B9A}"/>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1387F499-6C35-FE14-5884-D1C68E2A2EC0}"/>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1C437DB3-5123-5D8C-4542-8C514A802EB0}"/>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B3B34676-CC68-D05C-5BA7-0DBF0BA3A19F}"/>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85A1B5C7-A733-EFCB-3819-5203A9E989E9}"/>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B04DC8F4-B47E-64CA-E20A-0A51A70977E2}"/>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296A0D1A-8890-077E-D85E-01DE6F677D6D}"/>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9544E7E4-CC17-85FE-43E1-88D076280F1A}"/>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01A27153-D185-4B57-CF48-0AEEC3CB4D19}"/>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7049CE27-310E-679F-F667-FB2507D6DCD2}"/>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0152A534-E7B5-7703-3CE7-404D26EEE6D7}"/>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E39E4B43-70D0-CF7E-8F4B-73BFE5674DF6}"/>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52040D12-AEF1-C69B-293B-AF608598341B}"/>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22B96598-6BC5-ADD8-B4B5-15389BFB1E50}"/>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75D1DCF7-D2ED-D834-74B8-A084434FF28D}"/>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ADD29A49-C5A4-35A9-6D42-06AB06225382}"/>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233FC68F-4CB7-F9DA-F9EC-5FE66B503EE8}"/>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ED68BD46-82B8-8E37-C010-3E60845718FB}"/>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FCC213F5-5EAE-2213-C7BB-6A66665F48A4}"/>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084622AC-0AEC-28A3-D225-EC2D0CD33861}"/>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975E3717-719A-1474-9540-E03BC302375C}"/>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DE46AA4B-1E04-3E05-CB19-84BBB709F7C9}"/>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C4899257-914B-28D6-1B88-995DB1814AC5}"/>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D3E271F3-FF8B-F71C-C20D-E0704A8A5C0C}"/>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FF366AAA-C460-44EB-9446-71F30E006B5B}"/>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DD9B5475-67DE-1718-6A07-D76755A76D95}"/>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054AD899-6917-5D79-4848-466C4CD563B5}"/>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0781BE78-839F-B8FD-7F0F-B8DEDCC46D79}"/>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D4B2CC8A-570C-02B8-6951-8B41EC03F0CF}"/>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CE5D4A13-8E70-F46D-F21A-7D25AF0B6F57}"/>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FC28EE3A-D6BD-6DFB-11EA-1327B74479F0}"/>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25A2013E-B68A-260D-6BEE-939BDFB6D7C9}"/>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27A29682-796B-0816-D4B6-1FB6645F2852}"/>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FF02A36A-618B-7D5D-9116-8EA9030E1AB1}"/>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E41DCC87-E9E3-538E-9CD5-58CEEB5D98FB}"/>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B5BE746A-356D-90D3-7DDE-5AB14911A0B3}"/>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51AC3FD1-4527-D99C-B91D-CC78242CD85A}"/>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6236C98-C43A-3902-53EA-5498C82761D2}"/>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B9C3924B-6D40-9AE2-1629-52B575344E1B}"/>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D869D546-0CF7-C618-3AF7-F229A0AB991B}"/>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ED6B3E3-A264-BCB9-2BE8-67A49E98B58E}"/>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BAC807D7-3277-75E9-5C2D-972B81484992}"/>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CB14A83-E136-2EFC-A375-73F63DBF17AE}"/>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91E73256-B846-A2E7-E28B-4EC876D90110}"/>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35F4C97-B1B6-27FB-9BA8-4B2226C1C2B8}"/>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6ED00D35-547F-374C-B807-4E0E97A4CDC3}"/>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2D28DD26-3D7D-69B5-3030-B664E23C3AFC}"/>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C9EEB5C1-9D93-E023-8B01-D7378DC7E358}"/>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36C60E4E-4B42-B91C-5A6B-EE0E1EDF95E9}"/>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7661595-3FA9-6CEB-C277-B46C4B7322C0}"/>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39BBF592-12AA-87AD-82EB-1B38E79D6E5B}"/>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 N5. No, Product was not found">
            <a:extLst>
              <a:ext uri="{FF2B5EF4-FFF2-40B4-BE49-F238E27FC236}">
                <a16:creationId xmlns:a16="http://schemas.microsoft.com/office/drawing/2014/main" id="{1700A28C-C5CF-B2AD-DB80-336D1159C010}"/>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N5. No, Product was not found - At SE Electrical Distribution</a:t>
            </a:r>
          </a:p>
        </p:txBody>
      </p:sp>
    </p:spTree>
    <p:extLst>
      <p:ext uri="{BB962C8B-B14F-4D97-AF65-F5344CB8AC3E}">
        <p14:creationId xmlns:p14="http://schemas.microsoft.com/office/powerpoint/2010/main" val="28036122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47256-C938-1817-68CB-8B3728AD7331}"/>
            </a:ext>
          </a:extLst>
        </p:cNvPr>
        <p:cNvGrpSpPr/>
        <p:nvPr/>
      </p:nvGrpSpPr>
      <p:grpSpPr>
        <a:xfrm>
          <a:off x="0" y="0"/>
          <a:ext cx="0" cy="0"/>
          <a:chOff x="0" y="0"/>
          <a:chExt cx="0" cy="0"/>
        </a:xfrm>
      </p:grpSpPr>
      <p:sp>
        <p:nvSpPr>
          <p:cNvPr id="48" name="TextBox 47">
            <a:extLst>
              <a:ext uri="{FF2B5EF4-FFF2-40B4-BE49-F238E27FC236}">
                <a16:creationId xmlns:a16="http://schemas.microsoft.com/office/drawing/2014/main" id="{DD9D8473-5265-4B5E-BC73-7F7100784B1A}"/>
              </a:ext>
            </a:extLst>
          </p:cNvPr>
          <p:cNvSpPr txBox="1"/>
          <p:nvPr/>
        </p:nvSpPr>
        <p:spPr>
          <a:xfrm>
            <a:off x="59177" y="6233705"/>
            <a:ext cx="1015649" cy="461665"/>
          </a:xfrm>
          <a:prstGeom prst="rect">
            <a:avLst/>
          </a:prstGeom>
          <a:noFill/>
        </p:spPr>
        <p:txBody>
          <a:bodyPr wrap="square" rtlCol="0">
            <a:spAutoFit/>
          </a:bodyPr>
          <a:lstStyle/>
          <a:p>
            <a:r>
              <a:rPr lang="en-US" sz="800" dirty="0"/>
              <a:t>Train Slide updated by TS VM SR TD MS</a:t>
            </a:r>
          </a:p>
          <a:p>
            <a:r>
              <a:rPr lang="en-US" sz="800" dirty="0"/>
              <a:t> 25 11 17 1203</a:t>
            </a:r>
          </a:p>
        </p:txBody>
      </p:sp>
      <p:sp>
        <p:nvSpPr>
          <p:cNvPr id="54" name="TextBox 53">
            <a:extLst>
              <a:ext uri="{FF2B5EF4-FFF2-40B4-BE49-F238E27FC236}">
                <a16:creationId xmlns:a16="http://schemas.microsoft.com/office/drawing/2014/main" id="{6A6E9426-2A18-169B-E78A-F1B3E1FBEC7A}"/>
              </a:ext>
            </a:extLst>
          </p:cNvPr>
          <p:cNvSpPr txBox="1"/>
          <p:nvPr/>
        </p:nvSpPr>
        <p:spPr>
          <a:xfrm>
            <a:off x="1865996" y="5979789"/>
            <a:ext cx="1546948" cy="507831"/>
          </a:xfrm>
          <a:prstGeom prst="flowChartPredefinedProcess">
            <a:avLst/>
          </a:prstGeom>
          <a:solidFill>
            <a:srgbClr val="FFFF00"/>
          </a:solidFill>
          <a:ln>
            <a:solidFill>
              <a:schemeClr val="tx1"/>
            </a:solidFill>
          </a:ln>
        </p:spPr>
        <p:txBody>
          <a:bodyPr wrap="square" rtlCol="0">
            <a:spAutoFit/>
          </a:bodyPr>
          <a:lstStyle/>
          <a:p>
            <a:r>
              <a:rPr lang="en-US" sz="900" b="1" dirty="0"/>
              <a:t>Indicates a separate Sub or  Subsequent process (if Present)</a:t>
            </a:r>
          </a:p>
        </p:txBody>
      </p:sp>
      <p:sp>
        <p:nvSpPr>
          <p:cNvPr id="3" name="Flowchart: Terminator 2">
            <a:extLst>
              <a:ext uri="{FF2B5EF4-FFF2-40B4-BE49-F238E27FC236}">
                <a16:creationId xmlns:a16="http://schemas.microsoft.com/office/drawing/2014/main" id="{1F248CE3-5A6A-94F3-3ED5-9CA24EA012A3}"/>
              </a:ext>
            </a:extLst>
          </p:cNvPr>
          <p:cNvSpPr/>
          <p:nvPr/>
        </p:nvSpPr>
        <p:spPr>
          <a:xfrm>
            <a:off x="515164" y="14120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 name="Flowchart: Or 4">
            <a:extLst>
              <a:ext uri="{FF2B5EF4-FFF2-40B4-BE49-F238E27FC236}">
                <a16:creationId xmlns:a16="http://schemas.microsoft.com/office/drawing/2014/main" id="{A882EB6F-E0EC-F0AE-2AF6-B9A5B30A71E4}"/>
              </a:ext>
            </a:extLst>
          </p:cNvPr>
          <p:cNvSpPr/>
          <p:nvPr/>
        </p:nvSpPr>
        <p:spPr>
          <a:xfrm>
            <a:off x="1100477" y="1416897"/>
            <a:ext cx="190820"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7" name="TextBox 6">
            <a:extLst>
              <a:ext uri="{FF2B5EF4-FFF2-40B4-BE49-F238E27FC236}">
                <a16:creationId xmlns:a16="http://schemas.microsoft.com/office/drawing/2014/main" id="{1125BADA-6462-1977-F608-2FB43EE298E0}"/>
              </a:ext>
            </a:extLst>
          </p:cNvPr>
          <p:cNvSpPr txBox="1"/>
          <p:nvPr/>
        </p:nvSpPr>
        <p:spPr>
          <a:xfrm>
            <a:off x="55934" y="1005753"/>
            <a:ext cx="626100" cy="461665"/>
          </a:xfrm>
          <a:prstGeom prst="rect">
            <a:avLst/>
          </a:prstGeom>
          <a:noFill/>
        </p:spPr>
        <p:txBody>
          <a:bodyPr wrap="square" rtlCol="0">
            <a:spAutoFit/>
          </a:bodyPr>
          <a:lstStyle/>
          <a:p>
            <a:r>
              <a:rPr lang="en-US" sz="800" dirty="0"/>
              <a:t>Previously Created quote</a:t>
            </a:r>
          </a:p>
        </p:txBody>
      </p:sp>
      <p:cxnSp>
        <p:nvCxnSpPr>
          <p:cNvPr id="8" name="Straight Arrow Connector 7">
            <a:extLst>
              <a:ext uri="{FF2B5EF4-FFF2-40B4-BE49-F238E27FC236}">
                <a16:creationId xmlns:a16="http://schemas.microsoft.com/office/drawing/2014/main" id="{202FADC7-DAD3-C9B5-2422-4D84305F5081}"/>
              </a:ext>
            </a:extLst>
          </p:cNvPr>
          <p:cNvCxnSpPr>
            <a:cxnSpLocks/>
            <a:stCxn id="31" idx="2"/>
            <a:endCxn id="5" idx="0"/>
          </p:cNvCxnSpPr>
          <p:nvPr/>
        </p:nvCxnSpPr>
        <p:spPr>
          <a:xfrm flipH="1">
            <a:off x="1195887" y="1096544"/>
            <a:ext cx="7306" cy="320353"/>
          </a:xfrm>
          <a:prstGeom prst="straightConnector1">
            <a:avLst/>
          </a:prstGeom>
          <a:ln w="38100" cmpd="dbl">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53D445A-6E11-0C29-5E26-1BA01D76177E}"/>
              </a:ext>
            </a:extLst>
          </p:cNvPr>
          <p:cNvSpPr txBox="1"/>
          <p:nvPr/>
        </p:nvSpPr>
        <p:spPr>
          <a:xfrm>
            <a:off x="1431816" y="1182204"/>
            <a:ext cx="708257" cy="338554"/>
          </a:xfrm>
          <a:prstGeom prst="rect">
            <a:avLst/>
          </a:prstGeom>
          <a:noFill/>
        </p:spPr>
        <p:txBody>
          <a:bodyPr wrap="square" rtlCol="0">
            <a:spAutoFit/>
          </a:bodyPr>
          <a:lstStyle/>
          <a:p>
            <a:r>
              <a:rPr lang="en-US" sz="800" dirty="0"/>
              <a:t>Easy line Entry?</a:t>
            </a:r>
          </a:p>
        </p:txBody>
      </p:sp>
      <p:cxnSp>
        <p:nvCxnSpPr>
          <p:cNvPr id="10" name="Straight Arrow Connector 9">
            <a:extLst>
              <a:ext uri="{FF2B5EF4-FFF2-40B4-BE49-F238E27FC236}">
                <a16:creationId xmlns:a16="http://schemas.microsoft.com/office/drawing/2014/main" id="{B764AF03-8D0A-4849-2E46-3B506518070F}"/>
              </a:ext>
            </a:extLst>
          </p:cNvPr>
          <p:cNvCxnSpPr>
            <a:cxnSpLocks/>
            <a:stCxn id="3" idx="3"/>
            <a:endCxn id="5" idx="2"/>
          </p:cNvCxnSpPr>
          <p:nvPr/>
        </p:nvCxnSpPr>
        <p:spPr>
          <a:xfrm>
            <a:off x="800301" y="1501908"/>
            <a:ext cx="300176" cy="4805"/>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4EE6204-474A-8853-AEB4-3089E3EDA8A5}"/>
              </a:ext>
            </a:extLst>
          </p:cNvPr>
          <p:cNvCxnSpPr>
            <a:cxnSpLocks/>
            <a:stCxn id="5" idx="6"/>
            <a:endCxn id="17" idx="1"/>
          </p:cNvCxnSpPr>
          <p:nvPr/>
        </p:nvCxnSpPr>
        <p:spPr>
          <a:xfrm flipV="1">
            <a:off x="1291297" y="1501605"/>
            <a:ext cx="458774" cy="5108"/>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1B8ABE-53D6-CF27-8C1E-9105CDF040CB}"/>
              </a:ext>
            </a:extLst>
          </p:cNvPr>
          <p:cNvCxnSpPr>
            <a:cxnSpLocks/>
            <a:stCxn id="17" idx="2"/>
            <a:endCxn id="21" idx="0"/>
          </p:cNvCxnSpPr>
          <p:nvPr/>
        </p:nvCxnSpPr>
        <p:spPr>
          <a:xfrm>
            <a:off x="1971097" y="1674198"/>
            <a:ext cx="6581" cy="15671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Flowchart: Process 12">
            <a:extLst>
              <a:ext uri="{FF2B5EF4-FFF2-40B4-BE49-F238E27FC236}">
                <a16:creationId xmlns:a16="http://schemas.microsoft.com/office/drawing/2014/main" id="{379883D0-D5DA-5840-63DE-69B013B5F6A4}"/>
              </a:ext>
            </a:extLst>
          </p:cNvPr>
          <p:cNvSpPr/>
          <p:nvPr/>
        </p:nvSpPr>
        <p:spPr>
          <a:xfrm>
            <a:off x="9221320"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Y6</a:t>
            </a:r>
          </a:p>
        </p:txBody>
      </p:sp>
      <p:sp>
        <p:nvSpPr>
          <p:cNvPr id="14" name="Flowchart: Decision 13">
            <a:extLst>
              <a:ext uri="{FF2B5EF4-FFF2-40B4-BE49-F238E27FC236}">
                <a16:creationId xmlns:a16="http://schemas.microsoft.com/office/drawing/2014/main" id="{F1BFA907-4C8A-BE5C-5C82-222CADA53E70}"/>
              </a:ext>
            </a:extLst>
          </p:cNvPr>
          <p:cNvSpPr/>
          <p:nvPr/>
        </p:nvSpPr>
        <p:spPr>
          <a:xfrm>
            <a:off x="8604089"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D6</a:t>
            </a:r>
          </a:p>
        </p:txBody>
      </p:sp>
      <p:sp>
        <p:nvSpPr>
          <p:cNvPr id="15" name="Flowchart: Process 14">
            <a:extLst>
              <a:ext uri="{FF2B5EF4-FFF2-40B4-BE49-F238E27FC236}">
                <a16:creationId xmlns:a16="http://schemas.microsoft.com/office/drawing/2014/main" id="{AF742916-B913-CAFC-9947-0A0B6640DA66}"/>
              </a:ext>
            </a:extLst>
          </p:cNvPr>
          <p:cNvSpPr/>
          <p:nvPr/>
        </p:nvSpPr>
        <p:spPr>
          <a:xfrm>
            <a:off x="8665476" y="438688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N6</a:t>
            </a:r>
          </a:p>
        </p:txBody>
      </p:sp>
      <p:cxnSp>
        <p:nvCxnSpPr>
          <p:cNvPr id="16" name="Connector: Elbow 15">
            <a:extLst>
              <a:ext uri="{FF2B5EF4-FFF2-40B4-BE49-F238E27FC236}">
                <a16:creationId xmlns:a16="http://schemas.microsoft.com/office/drawing/2014/main" id="{CCFE23F0-B08C-AD1E-63C6-D3E3EF303975}"/>
              </a:ext>
            </a:extLst>
          </p:cNvPr>
          <p:cNvCxnSpPr>
            <a:cxnSpLocks/>
            <a:stCxn id="37" idx="2"/>
            <a:endCxn id="38" idx="1"/>
          </p:cNvCxnSpPr>
          <p:nvPr/>
        </p:nvCxnSpPr>
        <p:spPr>
          <a:xfrm rot="16200000" flipH="1">
            <a:off x="2018415" y="3535288"/>
            <a:ext cx="402543" cy="473952"/>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Flowchart: Decision 16">
            <a:extLst>
              <a:ext uri="{FF2B5EF4-FFF2-40B4-BE49-F238E27FC236}">
                <a16:creationId xmlns:a16="http://schemas.microsoft.com/office/drawing/2014/main" id="{B58F845B-1636-45A1-21ED-A3C00C2FE6C9}"/>
              </a:ext>
            </a:extLst>
          </p:cNvPr>
          <p:cNvSpPr/>
          <p:nvPr/>
        </p:nvSpPr>
        <p:spPr>
          <a:xfrm>
            <a:off x="1750071" y="1329012"/>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D1</a:t>
            </a:r>
          </a:p>
        </p:txBody>
      </p:sp>
      <p:cxnSp>
        <p:nvCxnSpPr>
          <p:cNvPr id="18" name="Connector: Elbow 17">
            <a:extLst>
              <a:ext uri="{FF2B5EF4-FFF2-40B4-BE49-F238E27FC236}">
                <a16:creationId xmlns:a16="http://schemas.microsoft.com/office/drawing/2014/main" id="{45C5AE2A-9F39-AD47-5BB9-2D1231ECD10A}"/>
              </a:ext>
            </a:extLst>
          </p:cNvPr>
          <p:cNvCxnSpPr>
            <a:cxnSpLocks/>
            <a:stCxn id="453" idx="6"/>
            <a:endCxn id="472" idx="0"/>
          </p:cNvCxnSpPr>
          <p:nvPr/>
        </p:nvCxnSpPr>
        <p:spPr>
          <a:xfrm>
            <a:off x="10662527" y="1972577"/>
            <a:ext cx="770613" cy="763601"/>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a:extLst>
              <a:ext uri="{FF2B5EF4-FFF2-40B4-BE49-F238E27FC236}">
                <a16:creationId xmlns:a16="http://schemas.microsoft.com/office/drawing/2014/main" id="{707C8862-0BE4-C591-AB2D-8C0356288E9D}"/>
              </a:ext>
            </a:extLst>
          </p:cNvPr>
          <p:cNvSpPr/>
          <p:nvPr/>
        </p:nvSpPr>
        <p:spPr>
          <a:xfrm>
            <a:off x="2523405" y="986498"/>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Y1</a:t>
            </a:r>
          </a:p>
        </p:txBody>
      </p:sp>
      <p:sp>
        <p:nvSpPr>
          <p:cNvPr id="21" name="Flowchart: Process 20">
            <a:extLst>
              <a:ext uri="{FF2B5EF4-FFF2-40B4-BE49-F238E27FC236}">
                <a16:creationId xmlns:a16="http://schemas.microsoft.com/office/drawing/2014/main" id="{56CD2D83-9CF5-F91F-F2FA-34DC0F69D670}"/>
              </a:ext>
            </a:extLst>
          </p:cNvPr>
          <p:cNvSpPr/>
          <p:nvPr/>
        </p:nvSpPr>
        <p:spPr>
          <a:xfrm>
            <a:off x="1816555" y="1830912"/>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N1</a:t>
            </a:r>
          </a:p>
        </p:txBody>
      </p:sp>
      <p:sp>
        <p:nvSpPr>
          <p:cNvPr id="22" name="Flowchart: Process 21">
            <a:extLst>
              <a:ext uri="{FF2B5EF4-FFF2-40B4-BE49-F238E27FC236}">
                <a16:creationId xmlns:a16="http://schemas.microsoft.com/office/drawing/2014/main" id="{00C07060-D7D2-B473-3B90-A02AC5440B0E}"/>
              </a:ext>
            </a:extLst>
          </p:cNvPr>
          <p:cNvSpPr/>
          <p:nvPr/>
        </p:nvSpPr>
        <p:spPr>
          <a:xfrm>
            <a:off x="5636866" y="389159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Y5</a:t>
            </a:r>
          </a:p>
        </p:txBody>
      </p:sp>
      <p:sp>
        <p:nvSpPr>
          <p:cNvPr id="26" name="Flowchart: Decision 25">
            <a:extLst>
              <a:ext uri="{FF2B5EF4-FFF2-40B4-BE49-F238E27FC236}">
                <a16:creationId xmlns:a16="http://schemas.microsoft.com/office/drawing/2014/main" id="{033E23C2-B196-13BA-0C99-556CA662DA47}"/>
              </a:ext>
            </a:extLst>
          </p:cNvPr>
          <p:cNvSpPr/>
          <p:nvPr/>
        </p:nvSpPr>
        <p:spPr>
          <a:xfrm>
            <a:off x="4962486" y="3800943"/>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D5</a:t>
            </a:r>
          </a:p>
        </p:txBody>
      </p:sp>
      <p:sp>
        <p:nvSpPr>
          <p:cNvPr id="27" name="Flowchart: Process 26">
            <a:extLst>
              <a:ext uri="{FF2B5EF4-FFF2-40B4-BE49-F238E27FC236}">
                <a16:creationId xmlns:a16="http://schemas.microsoft.com/office/drawing/2014/main" id="{3139366C-1FB6-8529-8896-59B8F3B6C5FC}"/>
              </a:ext>
            </a:extLst>
          </p:cNvPr>
          <p:cNvSpPr/>
          <p:nvPr/>
        </p:nvSpPr>
        <p:spPr>
          <a:xfrm>
            <a:off x="5026380" y="4416837"/>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N5</a:t>
            </a:r>
          </a:p>
        </p:txBody>
      </p:sp>
      <p:cxnSp>
        <p:nvCxnSpPr>
          <p:cNvPr id="29" name="Straight Arrow Connector 28">
            <a:extLst>
              <a:ext uri="{FF2B5EF4-FFF2-40B4-BE49-F238E27FC236}">
                <a16:creationId xmlns:a16="http://schemas.microsoft.com/office/drawing/2014/main" id="{D5B0A0F0-36A8-9BAA-2E90-A48B99519CA3}"/>
              </a:ext>
            </a:extLst>
          </p:cNvPr>
          <p:cNvCxnSpPr>
            <a:cxnSpLocks/>
            <a:stCxn id="26" idx="2"/>
            <a:endCxn id="27" idx="0"/>
          </p:cNvCxnSpPr>
          <p:nvPr/>
        </p:nvCxnSpPr>
        <p:spPr>
          <a:xfrm>
            <a:off x="5183512" y="4146129"/>
            <a:ext cx="3991" cy="27070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Current_process indicator">
            <a:extLst>
              <a:ext uri="{FF2B5EF4-FFF2-40B4-BE49-F238E27FC236}">
                <a16:creationId xmlns:a16="http://schemas.microsoft.com/office/drawing/2014/main" id="{CC0179E3-CBDD-28BF-86CF-3FA62C738EA6}"/>
              </a:ext>
            </a:extLst>
          </p:cNvPr>
          <p:cNvSpPr/>
          <p:nvPr/>
        </p:nvSpPr>
        <p:spPr>
          <a:xfrm>
            <a:off x="5465140" y="4468826"/>
            <a:ext cx="1535344" cy="90103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050" b="1" dirty="0">
                <a:solidFill>
                  <a:schemeClr val="accent1">
                    <a:lumMod val="50000"/>
                  </a:schemeClr>
                </a:solidFill>
              </a:rPr>
              <a:t>Process Being Presented</a:t>
            </a:r>
          </a:p>
        </p:txBody>
      </p:sp>
      <p:sp>
        <p:nvSpPr>
          <p:cNvPr id="31" name="TextBox 30">
            <a:extLst>
              <a:ext uri="{FF2B5EF4-FFF2-40B4-BE49-F238E27FC236}">
                <a16:creationId xmlns:a16="http://schemas.microsoft.com/office/drawing/2014/main" id="{7F155DE0-78F1-A177-2893-7693D8A4E3A4}"/>
              </a:ext>
            </a:extLst>
          </p:cNvPr>
          <p:cNvSpPr txBox="1"/>
          <p:nvPr/>
        </p:nvSpPr>
        <p:spPr>
          <a:xfrm>
            <a:off x="700273" y="727212"/>
            <a:ext cx="1005840" cy="369332"/>
          </a:xfrm>
          <a:prstGeom prst="flowChartPredefinedProcess">
            <a:avLst/>
          </a:prstGeom>
          <a:noFill/>
          <a:ln>
            <a:solidFill>
              <a:schemeClr val="tx1"/>
            </a:solidFill>
          </a:ln>
        </p:spPr>
        <p:txBody>
          <a:bodyPr wrap="square" rtlCol="0">
            <a:spAutoFit/>
          </a:bodyPr>
          <a:lstStyle/>
          <a:p>
            <a:r>
              <a:rPr lang="en-US" sz="900" dirty="0"/>
              <a:t>S1. Initiate Sales order</a:t>
            </a:r>
          </a:p>
        </p:txBody>
      </p:sp>
      <p:sp>
        <p:nvSpPr>
          <p:cNvPr id="32" name="Flowchart: Decision 31">
            <a:extLst>
              <a:ext uri="{FF2B5EF4-FFF2-40B4-BE49-F238E27FC236}">
                <a16:creationId xmlns:a16="http://schemas.microsoft.com/office/drawing/2014/main" id="{0A25D05F-DB5A-C467-FCAF-2101C99C2D7D}"/>
              </a:ext>
            </a:extLst>
          </p:cNvPr>
          <p:cNvSpPr/>
          <p:nvPr/>
        </p:nvSpPr>
        <p:spPr>
          <a:xfrm>
            <a:off x="1760702" y="2218688"/>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D2</a:t>
            </a:r>
          </a:p>
        </p:txBody>
      </p:sp>
      <p:cxnSp>
        <p:nvCxnSpPr>
          <p:cNvPr id="33" name="Straight Arrow Connector 32">
            <a:extLst>
              <a:ext uri="{FF2B5EF4-FFF2-40B4-BE49-F238E27FC236}">
                <a16:creationId xmlns:a16="http://schemas.microsoft.com/office/drawing/2014/main" id="{EEF1B6BD-5D99-841E-DCA3-E63916058B90}"/>
              </a:ext>
            </a:extLst>
          </p:cNvPr>
          <p:cNvCxnSpPr>
            <a:cxnSpLocks/>
            <a:stCxn id="21" idx="2"/>
            <a:endCxn id="32" idx="0"/>
          </p:cNvCxnSpPr>
          <p:nvPr/>
        </p:nvCxnSpPr>
        <p:spPr>
          <a:xfrm>
            <a:off x="1977678" y="1994796"/>
            <a:ext cx="4050" cy="223892"/>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Flowchart: Process 33">
            <a:extLst>
              <a:ext uri="{FF2B5EF4-FFF2-40B4-BE49-F238E27FC236}">
                <a16:creationId xmlns:a16="http://schemas.microsoft.com/office/drawing/2014/main" id="{0D86AB3E-0F67-A5B6-6ED4-FA588D7F2B9E}"/>
              </a:ext>
            </a:extLst>
          </p:cNvPr>
          <p:cNvSpPr/>
          <p:nvPr/>
        </p:nvSpPr>
        <p:spPr>
          <a:xfrm>
            <a:off x="2486354" y="1890634"/>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Y2</a:t>
            </a:r>
          </a:p>
        </p:txBody>
      </p:sp>
      <p:sp>
        <p:nvSpPr>
          <p:cNvPr id="36" name="Flowchart: Process 35">
            <a:extLst>
              <a:ext uri="{FF2B5EF4-FFF2-40B4-BE49-F238E27FC236}">
                <a16:creationId xmlns:a16="http://schemas.microsoft.com/office/drawing/2014/main" id="{7FC24583-0D7F-C9F6-936E-3E4853CF5578}"/>
              </a:ext>
            </a:extLst>
          </p:cNvPr>
          <p:cNvSpPr/>
          <p:nvPr/>
        </p:nvSpPr>
        <p:spPr>
          <a:xfrm>
            <a:off x="1821675" y="2823508"/>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N2</a:t>
            </a:r>
          </a:p>
        </p:txBody>
      </p:sp>
      <p:sp>
        <p:nvSpPr>
          <p:cNvPr id="37" name="Flowchart: Decision 36">
            <a:extLst>
              <a:ext uri="{FF2B5EF4-FFF2-40B4-BE49-F238E27FC236}">
                <a16:creationId xmlns:a16="http://schemas.microsoft.com/office/drawing/2014/main" id="{CC4C5BA1-6C96-28C4-C8BF-884701FA3A16}"/>
              </a:ext>
            </a:extLst>
          </p:cNvPr>
          <p:cNvSpPr/>
          <p:nvPr/>
        </p:nvSpPr>
        <p:spPr>
          <a:xfrm>
            <a:off x="1761684" y="3225807"/>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D3</a:t>
            </a:r>
          </a:p>
        </p:txBody>
      </p:sp>
      <p:sp>
        <p:nvSpPr>
          <p:cNvPr id="38" name="Flowchart: Process 37">
            <a:extLst>
              <a:ext uri="{FF2B5EF4-FFF2-40B4-BE49-F238E27FC236}">
                <a16:creationId xmlns:a16="http://schemas.microsoft.com/office/drawing/2014/main" id="{269B7B03-4EDA-1C68-1FB6-33F8331F46A6}"/>
              </a:ext>
            </a:extLst>
          </p:cNvPr>
          <p:cNvSpPr/>
          <p:nvPr/>
        </p:nvSpPr>
        <p:spPr>
          <a:xfrm>
            <a:off x="2456662" y="3891594"/>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N3</a:t>
            </a:r>
          </a:p>
        </p:txBody>
      </p:sp>
      <p:sp>
        <p:nvSpPr>
          <p:cNvPr id="40" name="Flowchart: Process 39">
            <a:extLst>
              <a:ext uri="{FF2B5EF4-FFF2-40B4-BE49-F238E27FC236}">
                <a16:creationId xmlns:a16="http://schemas.microsoft.com/office/drawing/2014/main" id="{F980128F-0D4F-4E1E-AA1B-609EBFA1FE9A}"/>
              </a:ext>
            </a:extLst>
          </p:cNvPr>
          <p:cNvSpPr/>
          <p:nvPr/>
        </p:nvSpPr>
        <p:spPr>
          <a:xfrm>
            <a:off x="2486354"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Y3</a:t>
            </a:r>
          </a:p>
        </p:txBody>
      </p:sp>
      <p:cxnSp>
        <p:nvCxnSpPr>
          <p:cNvPr id="41" name="Straight Arrow Connector 40">
            <a:extLst>
              <a:ext uri="{FF2B5EF4-FFF2-40B4-BE49-F238E27FC236}">
                <a16:creationId xmlns:a16="http://schemas.microsoft.com/office/drawing/2014/main" id="{9E3543A0-84B2-B10F-C253-B235BE9FBC3A}"/>
              </a:ext>
            </a:extLst>
          </p:cNvPr>
          <p:cNvCxnSpPr>
            <a:cxnSpLocks/>
            <a:stCxn id="20" idx="3"/>
            <a:endCxn id="42" idx="1"/>
          </p:cNvCxnSpPr>
          <p:nvPr/>
        </p:nvCxnSpPr>
        <p:spPr>
          <a:xfrm>
            <a:off x="2820821" y="1068440"/>
            <a:ext cx="571746" cy="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C1397FA-3AA6-FD93-8DA9-70056D81A2F6}"/>
              </a:ext>
            </a:extLst>
          </p:cNvPr>
          <p:cNvSpPr txBox="1"/>
          <p:nvPr/>
        </p:nvSpPr>
        <p:spPr>
          <a:xfrm>
            <a:off x="3392567" y="883774"/>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 Easy Line entry</a:t>
            </a:r>
          </a:p>
        </p:txBody>
      </p:sp>
      <p:cxnSp>
        <p:nvCxnSpPr>
          <p:cNvPr id="43" name="Straight Arrow Connector 42">
            <a:extLst>
              <a:ext uri="{FF2B5EF4-FFF2-40B4-BE49-F238E27FC236}">
                <a16:creationId xmlns:a16="http://schemas.microsoft.com/office/drawing/2014/main" id="{4CCE5DDA-E3EF-607C-53CD-45CA4841E24E}"/>
              </a:ext>
            </a:extLst>
          </p:cNvPr>
          <p:cNvCxnSpPr>
            <a:cxnSpLocks/>
            <a:stCxn id="42" idx="3"/>
            <a:endCxn id="45" idx="1"/>
          </p:cNvCxnSpPr>
          <p:nvPr/>
        </p:nvCxnSpPr>
        <p:spPr>
          <a:xfrm>
            <a:off x="4090480" y="1068440"/>
            <a:ext cx="6669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2FF8E18-16E4-9876-F60F-D713D840DF44}"/>
              </a:ext>
            </a:extLst>
          </p:cNvPr>
          <p:cNvSpPr txBox="1"/>
          <p:nvPr/>
        </p:nvSpPr>
        <p:spPr>
          <a:xfrm>
            <a:off x="4757476" y="883774"/>
            <a:ext cx="774515"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 Search for Product</a:t>
            </a:r>
          </a:p>
        </p:txBody>
      </p:sp>
      <p:cxnSp>
        <p:nvCxnSpPr>
          <p:cNvPr id="47" name="Straight Arrow Connector 46">
            <a:extLst>
              <a:ext uri="{FF2B5EF4-FFF2-40B4-BE49-F238E27FC236}">
                <a16:creationId xmlns:a16="http://schemas.microsoft.com/office/drawing/2014/main" id="{16F148AD-33AD-DD9D-B6BC-D2D6D36FDA7F}"/>
              </a:ext>
            </a:extLst>
          </p:cNvPr>
          <p:cNvCxnSpPr>
            <a:cxnSpLocks/>
            <a:stCxn id="45" idx="3"/>
            <a:endCxn id="49" idx="1"/>
          </p:cNvCxnSpPr>
          <p:nvPr/>
        </p:nvCxnSpPr>
        <p:spPr>
          <a:xfrm>
            <a:off x="5531991" y="1068440"/>
            <a:ext cx="79082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F1619EB1-1ACC-A9C0-98DC-726E2BED8DDE}"/>
              </a:ext>
            </a:extLst>
          </p:cNvPr>
          <p:cNvSpPr txBox="1"/>
          <p:nvPr/>
        </p:nvSpPr>
        <p:spPr>
          <a:xfrm>
            <a:off x="6322812" y="883774"/>
            <a:ext cx="677672"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S3. Enter Quantity</a:t>
            </a:r>
          </a:p>
        </p:txBody>
      </p:sp>
      <p:cxnSp>
        <p:nvCxnSpPr>
          <p:cNvPr id="51" name="Straight Arrow Connector 50">
            <a:extLst>
              <a:ext uri="{FF2B5EF4-FFF2-40B4-BE49-F238E27FC236}">
                <a16:creationId xmlns:a16="http://schemas.microsoft.com/office/drawing/2014/main" id="{DCB90578-5D7B-49B0-E8E9-01E25C865406}"/>
              </a:ext>
            </a:extLst>
          </p:cNvPr>
          <p:cNvCxnSpPr>
            <a:cxnSpLocks/>
            <a:stCxn id="49" idx="3"/>
            <a:endCxn id="52" idx="1"/>
          </p:cNvCxnSpPr>
          <p:nvPr/>
        </p:nvCxnSpPr>
        <p:spPr>
          <a:xfrm>
            <a:off x="7000484" y="1068440"/>
            <a:ext cx="590796"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6619BE2-996B-8F43-6761-F0A7EE6D1BA7}"/>
              </a:ext>
            </a:extLst>
          </p:cNvPr>
          <p:cNvSpPr txBox="1"/>
          <p:nvPr/>
        </p:nvSpPr>
        <p:spPr>
          <a:xfrm>
            <a:off x="7591280" y="883774"/>
            <a:ext cx="1012234"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S4.Add Products to sales Order</a:t>
            </a:r>
          </a:p>
        </p:txBody>
      </p:sp>
      <p:cxnSp>
        <p:nvCxnSpPr>
          <p:cNvPr id="57" name="Connector: Elbow 56">
            <a:extLst>
              <a:ext uri="{FF2B5EF4-FFF2-40B4-BE49-F238E27FC236}">
                <a16:creationId xmlns:a16="http://schemas.microsoft.com/office/drawing/2014/main" id="{41DC5FCE-B005-AF6C-23E4-506586F77EAF}"/>
              </a:ext>
            </a:extLst>
          </p:cNvPr>
          <p:cNvCxnSpPr>
            <a:cxnSpLocks/>
            <a:stCxn id="17" idx="3"/>
            <a:endCxn id="20" idx="2"/>
          </p:cNvCxnSpPr>
          <p:nvPr/>
        </p:nvCxnSpPr>
        <p:spPr>
          <a:xfrm flipV="1">
            <a:off x="2192122" y="1150382"/>
            <a:ext cx="479991" cy="35122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6297A386-74DB-352D-8D2E-921CBBAFCCE6}"/>
              </a:ext>
            </a:extLst>
          </p:cNvPr>
          <p:cNvSpPr txBox="1"/>
          <p:nvPr/>
        </p:nvSpPr>
        <p:spPr>
          <a:xfrm>
            <a:off x="3350332"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S5. Shopping List Entry</a:t>
            </a:r>
          </a:p>
        </p:txBody>
      </p:sp>
      <p:cxnSp>
        <p:nvCxnSpPr>
          <p:cNvPr id="59" name="Straight Arrow Connector 58">
            <a:extLst>
              <a:ext uri="{FF2B5EF4-FFF2-40B4-BE49-F238E27FC236}">
                <a16:creationId xmlns:a16="http://schemas.microsoft.com/office/drawing/2014/main" id="{5930C22E-9F78-6446-4E7E-7C2F69889760}"/>
              </a:ext>
            </a:extLst>
          </p:cNvPr>
          <p:cNvCxnSpPr>
            <a:cxnSpLocks/>
            <a:stCxn id="58" idx="3"/>
            <a:endCxn id="62" idx="1"/>
          </p:cNvCxnSpPr>
          <p:nvPr/>
        </p:nvCxnSpPr>
        <p:spPr>
          <a:xfrm>
            <a:off x="4137061"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296509F5-7CE7-6846-C050-2EA8BAD8BB89}"/>
              </a:ext>
            </a:extLst>
          </p:cNvPr>
          <p:cNvSpPr txBox="1"/>
          <p:nvPr/>
        </p:nvSpPr>
        <p:spPr>
          <a:xfrm>
            <a:off x="4703623" y="1787910"/>
            <a:ext cx="107220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S6. Select Shopping List Type</a:t>
            </a:r>
          </a:p>
        </p:txBody>
      </p:sp>
      <p:cxnSp>
        <p:nvCxnSpPr>
          <p:cNvPr id="448" name="Straight Arrow Connector 447">
            <a:extLst>
              <a:ext uri="{FF2B5EF4-FFF2-40B4-BE49-F238E27FC236}">
                <a16:creationId xmlns:a16="http://schemas.microsoft.com/office/drawing/2014/main" id="{8005943C-E69E-39F6-9D86-CF5034D0930C}"/>
              </a:ext>
            </a:extLst>
          </p:cNvPr>
          <p:cNvCxnSpPr>
            <a:cxnSpLocks/>
            <a:stCxn id="62" idx="3"/>
            <a:endCxn id="449" idx="1"/>
          </p:cNvCxnSpPr>
          <p:nvPr/>
        </p:nvCxnSpPr>
        <p:spPr>
          <a:xfrm>
            <a:off x="5775829"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49" name="TextBox 448">
            <a:extLst>
              <a:ext uri="{FF2B5EF4-FFF2-40B4-BE49-F238E27FC236}">
                <a16:creationId xmlns:a16="http://schemas.microsoft.com/office/drawing/2014/main" id="{6B66DBCB-F12F-80D1-4D08-C8AFAC46E72F}"/>
              </a:ext>
            </a:extLst>
          </p:cNvPr>
          <p:cNvSpPr txBox="1"/>
          <p:nvPr/>
        </p:nvSpPr>
        <p:spPr>
          <a:xfrm>
            <a:off x="6342391" y="1787910"/>
            <a:ext cx="786729"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S7. Enter List Criteria</a:t>
            </a:r>
          </a:p>
        </p:txBody>
      </p:sp>
      <p:cxnSp>
        <p:nvCxnSpPr>
          <p:cNvPr id="450" name="Straight Arrow Connector 449">
            <a:extLst>
              <a:ext uri="{FF2B5EF4-FFF2-40B4-BE49-F238E27FC236}">
                <a16:creationId xmlns:a16="http://schemas.microsoft.com/office/drawing/2014/main" id="{A29F250D-09C7-44CA-204A-50D174DFB994}"/>
              </a:ext>
            </a:extLst>
          </p:cNvPr>
          <p:cNvCxnSpPr>
            <a:cxnSpLocks/>
            <a:stCxn id="449" idx="3"/>
            <a:endCxn id="451" idx="1"/>
          </p:cNvCxnSpPr>
          <p:nvPr/>
        </p:nvCxnSpPr>
        <p:spPr>
          <a:xfrm>
            <a:off x="712912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1" name="TextBox 450">
            <a:extLst>
              <a:ext uri="{FF2B5EF4-FFF2-40B4-BE49-F238E27FC236}">
                <a16:creationId xmlns:a16="http://schemas.microsoft.com/office/drawing/2014/main" id="{6BE89D09-977B-0209-FF67-145CC0C1FAE8}"/>
              </a:ext>
            </a:extLst>
          </p:cNvPr>
          <p:cNvSpPr txBox="1"/>
          <p:nvPr/>
        </p:nvSpPr>
        <p:spPr>
          <a:xfrm>
            <a:off x="7695682" y="1787910"/>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S8. Enter Quantity</a:t>
            </a:r>
          </a:p>
        </p:txBody>
      </p:sp>
      <p:sp>
        <p:nvSpPr>
          <p:cNvPr id="452" name="TextBox 451">
            <a:extLst>
              <a:ext uri="{FF2B5EF4-FFF2-40B4-BE49-F238E27FC236}">
                <a16:creationId xmlns:a16="http://schemas.microsoft.com/office/drawing/2014/main" id="{8EA42E25-41F6-05B4-3059-F2D76FCED05E}"/>
              </a:ext>
            </a:extLst>
          </p:cNvPr>
          <p:cNvSpPr txBox="1"/>
          <p:nvPr/>
        </p:nvSpPr>
        <p:spPr>
          <a:xfrm>
            <a:off x="8960157" y="1787910"/>
            <a:ext cx="98204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S9. Add Products to sales Order</a:t>
            </a:r>
          </a:p>
        </p:txBody>
      </p:sp>
      <p:sp>
        <p:nvSpPr>
          <p:cNvPr id="453" name="Flowchart: Or 452">
            <a:extLst>
              <a:ext uri="{FF2B5EF4-FFF2-40B4-BE49-F238E27FC236}">
                <a16:creationId xmlns:a16="http://schemas.microsoft.com/office/drawing/2014/main" id="{DF8D24E2-7137-0FBE-F362-0484338D688F}"/>
              </a:ext>
            </a:extLst>
          </p:cNvPr>
          <p:cNvSpPr/>
          <p:nvPr/>
        </p:nvSpPr>
        <p:spPr>
          <a:xfrm>
            <a:off x="10508762" y="190089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54" name="Straight Arrow Connector 453">
            <a:extLst>
              <a:ext uri="{FF2B5EF4-FFF2-40B4-BE49-F238E27FC236}">
                <a16:creationId xmlns:a16="http://schemas.microsoft.com/office/drawing/2014/main" id="{546974AE-09E3-9AE4-A2D8-9CE9FF3BC294}"/>
              </a:ext>
            </a:extLst>
          </p:cNvPr>
          <p:cNvCxnSpPr>
            <a:cxnSpLocks/>
            <a:stCxn id="452" idx="3"/>
            <a:endCxn id="453" idx="2"/>
          </p:cNvCxnSpPr>
          <p:nvPr/>
        </p:nvCxnSpPr>
        <p:spPr>
          <a:xfrm>
            <a:off x="9942200" y="1972576"/>
            <a:ext cx="566562"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6" name="Straight Arrow Connector 455">
            <a:extLst>
              <a:ext uri="{FF2B5EF4-FFF2-40B4-BE49-F238E27FC236}">
                <a16:creationId xmlns:a16="http://schemas.microsoft.com/office/drawing/2014/main" id="{F6457702-B86B-5A89-71D7-F969AA8C0630}"/>
              </a:ext>
            </a:extLst>
          </p:cNvPr>
          <p:cNvCxnSpPr>
            <a:cxnSpLocks/>
            <a:stCxn id="451" idx="3"/>
            <a:endCxn id="452" idx="1"/>
          </p:cNvCxnSpPr>
          <p:nvPr/>
        </p:nvCxnSpPr>
        <p:spPr>
          <a:xfrm>
            <a:off x="8393595"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7" name="Connector: Elbow 456">
            <a:extLst>
              <a:ext uri="{FF2B5EF4-FFF2-40B4-BE49-F238E27FC236}">
                <a16:creationId xmlns:a16="http://schemas.microsoft.com/office/drawing/2014/main" id="{BC6F86CB-D1FF-650B-C339-56D02787BAA4}"/>
              </a:ext>
            </a:extLst>
          </p:cNvPr>
          <p:cNvCxnSpPr>
            <a:cxnSpLocks/>
            <a:stCxn id="32" idx="3"/>
            <a:endCxn id="34" idx="2"/>
          </p:cNvCxnSpPr>
          <p:nvPr/>
        </p:nvCxnSpPr>
        <p:spPr>
          <a:xfrm flipV="1">
            <a:off x="2202753" y="2054518"/>
            <a:ext cx="432309" cy="3367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1C028CA-785D-8D64-2C15-0EE69ABA2AA2}"/>
              </a:ext>
            </a:extLst>
          </p:cNvPr>
          <p:cNvCxnSpPr>
            <a:cxnSpLocks/>
            <a:stCxn id="34" idx="3"/>
            <a:endCxn id="58" idx="1"/>
          </p:cNvCxnSpPr>
          <p:nvPr/>
        </p:nvCxnSpPr>
        <p:spPr>
          <a:xfrm>
            <a:off x="2783770" y="1972576"/>
            <a:ext cx="566562"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59" name="TextBox 458">
            <a:extLst>
              <a:ext uri="{FF2B5EF4-FFF2-40B4-BE49-F238E27FC236}">
                <a16:creationId xmlns:a16="http://schemas.microsoft.com/office/drawing/2014/main" id="{3D9204FF-AC22-217C-2019-0ECF22241DEE}"/>
              </a:ext>
            </a:extLst>
          </p:cNvPr>
          <p:cNvSpPr txBox="1"/>
          <p:nvPr/>
        </p:nvSpPr>
        <p:spPr>
          <a:xfrm>
            <a:off x="3351100"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S10.Quick line Entry</a:t>
            </a:r>
          </a:p>
        </p:txBody>
      </p:sp>
      <p:sp>
        <p:nvSpPr>
          <p:cNvPr id="460" name="Flowchart: Or 459">
            <a:extLst>
              <a:ext uri="{FF2B5EF4-FFF2-40B4-BE49-F238E27FC236}">
                <a16:creationId xmlns:a16="http://schemas.microsoft.com/office/drawing/2014/main" id="{FC6B8568-86EB-5AAE-B94C-2D7EFBD74E3C}"/>
              </a:ext>
            </a:extLst>
          </p:cNvPr>
          <p:cNvSpPr/>
          <p:nvPr/>
        </p:nvSpPr>
        <p:spPr>
          <a:xfrm>
            <a:off x="4397268"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61" name="Straight Arrow Connector 460">
            <a:extLst>
              <a:ext uri="{FF2B5EF4-FFF2-40B4-BE49-F238E27FC236}">
                <a16:creationId xmlns:a16="http://schemas.microsoft.com/office/drawing/2014/main" id="{402A9E4E-3F08-2F33-DDC9-56E242EB91B4}"/>
              </a:ext>
            </a:extLst>
          </p:cNvPr>
          <p:cNvCxnSpPr>
            <a:cxnSpLocks/>
            <a:stCxn id="459" idx="3"/>
            <a:endCxn id="460" idx="2"/>
          </p:cNvCxnSpPr>
          <p:nvPr/>
        </p:nvCxnSpPr>
        <p:spPr>
          <a:xfrm>
            <a:off x="4049013" y="2807858"/>
            <a:ext cx="348255"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8A54A04A-0864-2051-B61E-D4D5CBDAC335}"/>
              </a:ext>
            </a:extLst>
          </p:cNvPr>
          <p:cNvCxnSpPr>
            <a:cxnSpLocks/>
            <a:stCxn id="460" idx="6"/>
            <a:endCxn id="463" idx="1"/>
          </p:cNvCxnSpPr>
          <p:nvPr/>
        </p:nvCxnSpPr>
        <p:spPr>
          <a:xfrm flipV="1">
            <a:off x="4551033" y="2807858"/>
            <a:ext cx="281580"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3" name="TextBox 462">
            <a:extLst>
              <a:ext uri="{FF2B5EF4-FFF2-40B4-BE49-F238E27FC236}">
                <a16:creationId xmlns:a16="http://schemas.microsoft.com/office/drawing/2014/main" id="{48633E2B-8383-C6A5-9CCE-CF90F228C572}"/>
              </a:ext>
            </a:extLst>
          </p:cNvPr>
          <p:cNvSpPr txBox="1"/>
          <p:nvPr/>
        </p:nvSpPr>
        <p:spPr>
          <a:xfrm>
            <a:off x="4832613" y="2623192"/>
            <a:ext cx="98184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S11. Enter Product Number</a:t>
            </a:r>
          </a:p>
        </p:txBody>
      </p:sp>
      <p:cxnSp>
        <p:nvCxnSpPr>
          <p:cNvPr id="464" name="Straight Arrow Connector 463">
            <a:extLst>
              <a:ext uri="{FF2B5EF4-FFF2-40B4-BE49-F238E27FC236}">
                <a16:creationId xmlns:a16="http://schemas.microsoft.com/office/drawing/2014/main" id="{263E73F9-112C-19DD-26F6-195012E4DBC9}"/>
              </a:ext>
            </a:extLst>
          </p:cNvPr>
          <p:cNvCxnSpPr>
            <a:cxnSpLocks/>
            <a:stCxn id="463" idx="3"/>
            <a:endCxn id="465" idx="1"/>
          </p:cNvCxnSpPr>
          <p:nvPr/>
        </p:nvCxnSpPr>
        <p:spPr>
          <a:xfrm>
            <a:off x="5814453" y="2807858"/>
            <a:ext cx="42513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65" name="TextBox 464">
            <a:extLst>
              <a:ext uri="{FF2B5EF4-FFF2-40B4-BE49-F238E27FC236}">
                <a16:creationId xmlns:a16="http://schemas.microsoft.com/office/drawing/2014/main" id="{3F704621-B621-605D-890F-C5DBFD2E2BEC}"/>
              </a:ext>
            </a:extLst>
          </p:cNvPr>
          <p:cNvSpPr txBox="1"/>
          <p:nvPr/>
        </p:nvSpPr>
        <p:spPr>
          <a:xfrm>
            <a:off x="6239592" y="2623192"/>
            <a:ext cx="697913"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S12. Enter Quantity</a:t>
            </a:r>
          </a:p>
        </p:txBody>
      </p:sp>
      <p:sp>
        <p:nvSpPr>
          <p:cNvPr id="466" name="TextBox 465">
            <a:extLst>
              <a:ext uri="{FF2B5EF4-FFF2-40B4-BE49-F238E27FC236}">
                <a16:creationId xmlns:a16="http://schemas.microsoft.com/office/drawing/2014/main" id="{D9329CC2-520B-CFB4-C3CE-2266EFEB429C}"/>
              </a:ext>
            </a:extLst>
          </p:cNvPr>
          <p:cNvSpPr txBox="1"/>
          <p:nvPr/>
        </p:nvSpPr>
        <p:spPr>
          <a:xfrm>
            <a:off x="7333385"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S13. Enter Price (optional)</a:t>
            </a:r>
          </a:p>
        </p:txBody>
      </p:sp>
      <p:cxnSp>
        <p:nvCxnSpPr>
          <p:cNvPr id="467" name="Straight Arrow Connector 466">
            <a:extLst>
              <a:ext uri="{FF2B5EF4-FFF2-40B4-BE49-F238E27FC236}">
                <a16:creationId xmlns:a16="http://schemas.microsoft.com/office/drawing/2014/main" id="{5A389471-7218-717F-9614-BCA64C6B2C8C}"/>
              </a:ext>
            </a:extLst>
          </p:cNvPr>
          <p:cNvCxnSpPr>
            <a:cxnSpLocks/>
            <a:stCxn id="465" idx="3"/>
            <a:endCxn id="466" idx="1"/>
          </p:cNvCxnSpPr>
          <p:nvPr/>
        </p:nvCxnSpPr>
        <p:spPr>
          <a:xfrm>
            <a:off x="6937505" y="2807858"/>
            <a:ext cx="395880"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68" name="Straight Arrow Connector 467">
            <a:extLst>
              <a:ext uri="{FF2B5EF4-FFF2-40B4-BE49-F238E27FC236}">
                <a16:creationId xmlns:a16="http://schemas.microsoft.com/office/drawing/2014/main" id="{DD2F98FF-D7D7-22AA-2E3E-0143D9FBCCE8}"/>
              </a:ext>
            </a:extLst>
          </p:cNvPr>
          <p:cNvCxnSpPr>
            <a:cxnSpLocks/>
            <a:stCxn id="474" idx="3"/>
            <a:endCxn id="470" idx="1"/>
          </p:cNvCxnSpPr>
          <p:nvPr/>
        </p:nvCxnSpPr>
        <p:spPr>
          <a:xfrm>
            <a:off x="9724079" y="2807858"/>
            <a:ext cx="339597"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69" name="Connector: Elbow 468">
            <a:extLst>
              <a:ext uri="{FF2B5EF4-FFF2-40B4-BE49-F238E27FC236}">
                <a16:creationId xmlns:a16="http://schemas.microsoft.com/office/drawing/2014/main" id="{DE0B620D-A3A1-97D9-0575-BE980364344B}"/>
              </a:ext>
            </a:extLst>
          </p:cNvPr>
          <p:cNvCxnSpPr>
            <a:cxnSpLocks/>
            <a:stCxn id="476" idx="1"/>
            <a:endCxn id="460" idx="4"/>
          </p:cNvCxnSpPr>
          <p:nvPr/>
        </p:nvCxnSpPr>
        <p:spPr>
          <a:xfrm rot="10800000">
            <a:off x="4474152" y="2879539"/>
            <a:ext cx="4184021" cy="394584"/>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0" name="TextBox 469">
            <a:extLst>
              <a:ext uri="{FF2B5EF4-FFF2-40B4-BE49-F238E27FC236}">
                <a16:creationId xmlns:a16="http://schemas.microsoft.com/office/drawing/2014/main" id="{A3D0F8B9-7DC8-6D08-605A-79B947711E13}"/>
              </a:ext>
            </a:extLst>
          </p:cNvPr>
          <p:cNvSpPr txBox="1"/>
          <p:nvPr/>
        </p:nvSpPr>
        <p:spPr>
          <a:xfrm>
            <a:off x="10063676" y="2623192"/>
            <a:ext cx="942670"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S14. Add Quick list Lines</a:t>
            </a:r>
          </a:p>
        </p:txBody>
      </p:sp>
      <p:cxnSp>
        <p:nvCxnSpPr>
          <p:cNvPr id="471" name="Straight Arrow Connector 470">
            <a:extLst>
              <a:ext uri="{FF2B5EF4-FFF2-40B4-BE49-F238E27FC236}">
                <a16:creationId xmlns:a16="http://schemas.microsoft.com/office/drawing/2014/main" id="{D9F8AF8A-77E5-9B30-32BB-7401BFF4D714}"/>
              </a:ext>
            </a:extLst>
          </p:cNvPr>
          <p:cNvCxnSpPr>
            <a:cxnSpLocks/>
            <a:stCxn id="466" idx="3"/>
            <a:endCxn id="475" idx="1"/>
          </p:cNvCxnSpPr>
          <p:nvPr/>
        </p:nvCxnSpPr>
        <p:spPr>
          <a:xfrm>
            <a:off x="8276055" y="2807858"/>
            <a:ext cx="312677"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72" name="Flowchart: Or 471">
            <a:extLst>
              <a:ext uri="{FF2B5EF4-FFF2-40B4-BE49-F238E27FC236}">
                <a16:creationId xmlns:a16="http://schemas.microsoft.com/office/drawing/2014/main" id="{43BCD98A-2AE5-10CE-9ADD-1301752F5C6A}"/>
              </a:ext>
            </a:extLst>
          </p:cNvPr>
          <p:cNvSpPr/>
          <p:nvPr/>
        </p:nvSpPr>
        <p:spPr>
          <a:xfrm>
            <a:off x="11356257" y="2736178"/>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73" name="Straight Arrow Connector 472">
            <a:extLst>
              <a:ext uri="{FF2B5EF4-FFF2-40B4-BE49-F238E27FC236}">
                <a16:creationId xmlns:a16="http://schemas.microsoft.com/office/drawing/2014/main" id="{E85FC51F-07C5-F39E-F115-44C3352B5521}"/>
              </a:ext>
            </a:extLst>
          </p:cNvPr>
          <p:cNvCxnSpPr>
            <a:cxnSpLocks/>
            <a:stCxn id="470" idx="3"/>
            <a:endCxn id="472" idx="2"/>
          </p:cNvCxnSpPr>
          <p:nvPr/>
        </p:nvCxnSpPr>
        <p:spPr>
          <a:xfrm>
            <a:off x="11006346" y="2807858"/>
            <a:ext cx="349911" cy="1"/>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74" name="Flowchart: Process 473">
            <a:extLst>
              <a:ext uri="{FF2B5EF4-FFF2-40B4-BE49-F238E27FC236}">
                <a16:creationId xmlns:a16="http://schemas.microsoft.com/office/drawing/2014/main" id="{2BE80432-DCCF-9397-C5AD-10059B4C809A}"/>
              </a:ext>
            </a:extLst>
          </p:cNvPr>
          <p:cNvSpPr/>
          <p:nvPr/>
        </p:nvSpPr>
        <p:spPr>
          <a:xfrm>
            <a:off x="9426663" y="2725916"/>
            <a:ext cx="297416"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Y4</a:t>
            </a:r>
          </a:p>
        </p:txBody>
      </p:sp>
      <p:sp>
        <p:nvSpPr>
          <p:cNvPr id="475" name="Flowchart: Decision 474">
            <a:extLst>
              <a:ext uri="{FF2B5EF4-FFF2-40B4-BE49-F238E27FC236}">
                <a16:creationId xmlns:a16="http://schemas.microsoft.com/office/drawing/2014/main" id="{54807D88-839D-7B0E-73A2-01C153EE4D36}"/>
              </a:ext>
            </a:extLst>
          </p:cNvPr>
          <p:cNvSpPr/>
          <p:nvPr/>
        </p:nvSpPr>
        <p:spPr>
          <a:xfrm>
            <a:off x="8588732" y="2635265"/>
            <a:ext cx="442051" cy="345186"/>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D4</a:t>
            </a:r>
          </a:p>
        </p:txBody>
      </p:sp>
      <p:sp>
        <p:nvSpPr>
          <p:cNvPr id="476" name="Flowchart: Process 475">
            <a:extLst>
              <a:ext uri="{FF2B5EF4-FFF2-40B4-BE49-F238E27FC236}">
                <a16:creationId xmlns:a16="http://schemas.microsoft.com/office/drawing/2014/main" id="{E97FD966-0C69-B69F-0F96-5CC3003277C5}"/>
              </a:ext>
            </a:extLst>
          </p:cNvPr>
          <p:cNvSpPr/>
          <p:nvPr/>
        </p:nvSpPr>
        <p:spPr>
          <a:xfrm>
            <a:off x="8658172" y="3192181"/>
            <a:ext cx="322245" cy="16388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N4</a:t>
            </a:r>
          </a:p>
        </p:txBody>
      </p:sp>
      <p:cxnSp>
        <p:nvCxnSpPr>
          <p:cNvPr id="477" name="Straight Arrow Connector 476">
            <a:extLst>
              <a:ext uri="{FF2B5EF4-FFF2-40B4-BE49-F238E27FC236}">
                <a16:creationId xmlns:a16="http://schemas.microsoft.com/office/drawing/2014/main" id="{4AF4DA81-CC2B-ADAF-803E-3B3D4CB27676}"/>
              </a:ext>
            </a:extLst>
          </p:cNvPr>
          <p:cNvCxnSpPr>
            <a:cxnSpLocks/>
            <a:stCxn id="475" idx="2"/>
            <a:endCxn id="476" idx="0"/>
          </p:cNvCxnSpPr>
          <p:nvPr/>
        </p:nvCxnSpPr>
        <p:spPr>
          <a:xfrm>
            <a:off x="8809758" y="2980451"/>
            <a:ext cx="9537" cy="21173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8" name="Straight Arrow Connector 477">
            <a:extLst>
              <a:ext uri="{FF2B5EF4-FFF2-40B4-BE49-F238E27FC236}">
                <a16:creationId xmlns:a16="http://schemas.microsoft.com/office/drawing/2014/main" id="{46F1B533-5A54-3345-5022-7B39845A10FE}"/>
              </a:ext>
            </a:extLst>
          </p:cNvPr>
          <p:cNvCxnSpPr>
            <a:cxnSpLocks/>
            <a:stCxn id="475" idx="3"/>
            <a:endCxn id="474" idx="1"/>
          </p:cNvCxnSpPr>
          <p:nvPr/>
        </p:nvCxnSpPr>
        <p:spPr>
          <a:xfrm>
            <a:off x="9030783" y="2807858"/>
            <a:ext cx="3958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grpSp>
        <p:nvGrpSpPr>
          <p:cNvPr id="479" name="Group 478">
            <a:extLst>
              <a:ext uri="{FF2B5EF4-FFF2-40B4-BE49-F238E27FC236}">
                <a16:creationId xmlns:a16="http://schemas.microsoft.com/office/drawing/2014/main" id="{A52D3247-50BC-CA12-B678-5D52B277A6C3}"/>
              </a:ext>
            </a:extLst>
          </p:cNvPr>
          <p:cNvGrpSpPr/>
          <p:nvPr/>
        </p:nvGrpSpPr>
        <p:grpSpPr>
          <a:xfrm>
            <a:off x="11433139" y="5715495"/>
            <a:ext cx="231145" cy="254878"/>
            <a:chOff x="2519989" y="5022073"/>
            <a:chExt cx="462276" cy="440066"/>
          </a:xfrm>
        </p:grpSpPr>
        <p:sp>
          <p:nvSpPr>
            <p:cNvPr id="480" name="Arrow: Striped Right 479">
              <a:extLst>
                <a:ext uri="{FF2B5EF4-FFF2-40B4-BE49-F238E27FC236}">
                  <a16:creationId xmlns:a16="http://schemas.microsoft.com/office/drawing/2014/main" id="{D3A6E097-C9F6-02E4-D2D2-0EA68B2DD609}"/>
                </a:ext>
              </a:extLst>
            </p:cNvPr>
            <p:cNvSpPr/>
            <p:nvPr/>
          </p:nvSpPr>
          <p:spPr>
            <a:xfrm>
              <a:off x="2630287" y="5155692"/>
              <a:ext cx="265471" cy="172228"/>
            </a:xfrm>
            <a:prstGeom prst="stripedRightArrow">
              <a:avLst>
                <a:gd name="adj1" fmla="val 50000"/>
                <a:gd name="adj2" fmla="val 79716"/>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481" name="Circle: Hollow 480">
              <a:extLst>
                <a:ext uri="{FF2B5EF4-FFF2-40B4-BE49-F238E27FC236}">
                  <a16:creationId xmlns:a16="http://schemas.microsoft.com/office/drawing/2014/main" id="{4D60DF34-72DF-90AA-4B1B-CD484AB2014B}"/>
                </a:ext>
              </a:extLst>
            </p:cNvPr>
            <p:cNvSpPr/>
            <p:nvPr/>
          </p:nvSpPr>
          <p:spPr>
            <a:xfrm>
              <a:off x="2519989" y="5022073"/>
              <a:ext cx="462276" cy="440066"/>
            </a:xfrm>
            <a:prstGeom prst="donut">
              <a:avLst>
                <a:gd name="adj" fmla="val 14978"/>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grpSp>
      <p:sp>
        <p:nvSpPr>
          <p:cNvPr id="482" name="TextBox 481">
            <a:extLst>
              <a:ext uri="{FF2B5EF4-FFF2-40B4-BE49-F238E27FC236}">
                <a16:creationId xmlns:a16="http://schemas.microsoft.com/office/drawing/2014/main" id="{56EF54B9-04D8-FA92-D888-57A00DE8EB14}"/>
              </a:ext>
            </a:extLst>
          </p:cNvPr>
          <p:cNvSpPr txBox="1"/>
          <p:nvPr/>
        </p:nvSpPr>
        <p:spPr>
          <a:xfrm>
            <a:off x="2977620" y="3714982"/>
            <a:ext cx="666443"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S15. Advanced Line Entry</a:t>
            </a:r>
          </a:p>
        </p:txBody>
      </p:sp>
      <p:sp>
        <p:nvSpPr>
          <p:cNvPr id="483" name="TextBox 482">
            <a:extLst>
              <a:ext uri="{FF2B5EF4-FFF2-40B4-BE49-F238E27FC236}">
                <a16:creationId xmlns:a16="http://schemas.microsoft.com/office/drawing/2014/main" id="{DDB4BAEB-50CE-D7F3-65A7-F6CF53F089A5}"/>
              </a:ext>
            </a:extLst>
          </p:cNvPr>
          <p:cNvSpPr txBox="1"/>
          <p:nvPr/>
        </p:nvSpPr>
        <p:spPr>
          <a:xfrm>
            <a:off x="3941479"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S16. Enter Product Info</a:t>
            </a:r>
          </a:p>
        </p:txBody>
      </p:sp>
      <p:cxnSp>
        <p:nvCxnSpPr>
          <p:cNvPr id="484" name="Straight Arrow Connector 483">
            <a:extLst>
              <a:ext uri="{FF2B5EF4-FFF2-40B4-BE49-F238E27FC236}">
                <a16:creationId xmlns:a16="http://schemas.microsoft.com/office/drawing/2014/main" id="{F7C8390B-3024-6341-69B8-B796C144E992}"/>
              </a:ext>
            </a:extLst>
          </p:cNvPr>
          <p:cNvCxnSpPr>
            <a:cxnSpLocks/>
            <a:stCxn id="483" idx="3"/>
            <a:endCxn id="26" idx="1"/>
          </p:cNvCxnSpPr>
          <p:nvPr/>
        </p:nvCxnSpPr>
        <p:spPr>
          <a:xfrm>
            <a:off x="4730157" y="3973536"/>
            <a:ext cx="232329" cy="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85" name="Straight Arrow Connector 484">
            <a:extLst>
              <a:ext uri="{FF2B5EF4-FFF2-40B4-BE49-F238E27FC236}">
                <a16:creationId xmlns:a16="http://schemas.microsoft.com/office/drawing/2014/main" id="{99317DE0-C643-BAEC-560B-670D20E99E54}"/>
              </a:ext>
            </a:extLst>
          </p:cNvPr>
          <p:cNvCxnSpPr>
            <a:cxnSpLocks/>
            <a:stCxn id="26" idx="3"/>
            <a:endCxn id="22" idx="1"/>
          </p:cNvCxnSpPr>
          <p:nvPr/>
        </p:nvCxnSpPr>
        <p:spPr>
          <a:xfrm>
            <a:off x="5404537" y="3973536"/>
            <a:ext cx="232329"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486" name="TextBox 485">
            <a:extLst>
              <a:ext uri="{FF2B5EF4-FFF2-40B4-BE49-F238E27FC236}">
                <a16:creationId xmlns:a16="http://schemas.microsoft.com/office/drawing/2014/main" id="{E626F6F1-6EDF-7023-4C50-8F02B0BE6F9B}"/>
              </a:ext>
            </a:extLst>
          </p:cNvPr>
          <p:cNvSpPr txBox="1"/>
          <p:nvPr/>
        </p:nvSpPr>
        <p:spPr>
          <a:xfrm>
            <a:off x="6172933" y="3714981"/>
            <a:ext cx="626598"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S17.</a:t>
            </a:r>
          </a:p>
          <a:p>
            <a:r>
              <a:rPr lang="en-US" sz="900" dirty="0">
                <a:ea typeface="Calibri"/>
                <a:cs typeface="Calibri"/>
              </a:rPr>
              <a:t>Accept Product</a:t>
            </a:r>
          </a:p>
        </p:txBody>
      </p:sp>
      <p:sp>
        <p:nvSpPr>
          <p:cNvPr id="487" name="Flowchart: Or 486">
            <a:extLst>
              <a:ext uri="{FF2B5EF4-FFF2-40B4-BE49-F238E27FC236}">
                <a16:creationId xmlns:a16="http://schemas.microsoft.com/office/drawing/2014/main" id="{1565FB1E-C058-A048-C5EE-27DD48741C6B}"/>
              </a:ext>
            </a:extLst>
          </p:cNvPr>
          <p:cNvSpPr/>
          <p:nvPr/>
        </p:nvSpPr>
        <p:spPr>
          <a:xfrm>
            <a:off x="7025538" y="3901856"/>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88" name="Straight Arrow Connector 487">
            <a:extLst>
              <a:ext uri="{FF2B5EF4-FFF2-40B4-BE49-F238E27FC236}">
                <a16:creationId xmlns:a16="http://schemas.microsoft.com/office/drawing/2014/main" id="{CD49797F-C86D-695D-7B74-B207250D6909}"/>
              </a:ext>
            </a:extLst>
          </p:cNvPr>
          <p:cNvCxnSpPr>
            <a:cxnSpLocks/>
            <a:stCxn id="486" idx="3"/>
            <a:endCxn id="487" idx="2"/>
          </p:cNvCxnSpPr>
          <p:nvPr/>
        </p:nvCxnSpPr>
        <p:spPr>
          <a:xfrm>
            <a:off x="6799531" y="3968897"/>
            <a:ext cx="226007" cy="464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89" name="Connector: Elbow 488">
            <a:extLst>
              <a:ext uri="{FF2B5EF4-FFF2-40B4-BE49-F238E27FC236}">
                <a16:creationId xmlns:a16="http://schemas.microsoft.com/office/drawing/2014/main" id="{697D0BAC-B659-6AED-C32F-2A78AEB50DFE}"/>
              </a:ext>
            </a:extLst>
          </p:cNvPr>
          <p:cNvCxnSpPr>
            <a:cxnSpLocks/>
            <a:stCxn id="27" idx="2"/>
            <a:endCxn id="497" idx="1"/>
          </p:cNvCxnSpPr>
          <p:nvPr/>
        </p:nvCxnSpPr>
        <p:spPr>
          <a:xfrm rot="16200000" flipH="1">
            <a:off x="5310576" y="4457647"/>
            <a:ext cx="139991" cy="386137"/>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0" name="Straight Arrow Connector 489">
            <a:extLst>
              <a:ext uri="{FF2B5EF4-FFF2-40B4-BE49-F238E27FC236}">
                <a16:creationId xmlns:a16="http://schemas.microsoft.com/office/drawing/2014/main" id="{3F74ED9C-08D3-974F-0ABD-8593980AF55F}"/>
              </a:ext>
            </a:extLst>
          </p:cNvPr>
          <p:cNvCxnSpPr>
            <a:cxnSpLocks/>
            <a:stCxn id="482" idx="3"/>
            <a:endCxn id="483" idx="1"/>
          </p:cNvCxnSpPr>
          <p:nvPr/>
        </p:nvCxnSpPr>
        <p:spPr>
          <a:xfrm>
            <a:off x="3644063" y="3968898"/>
            <a:ext cx="297416"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1" name="TextBox 490">
            <a:extLst>
              <a:ext uri="{FF2B5EF4-FFF2-40B4-BE49-F238E27FC236}">
                <a16:creationId xmlns:a16="http://schemas.microsoft.com/office/drawing/2014/main" id="{C94006FD-BA60-670A-4A2A-DE17A62135E8}"/>
              </a:ext>
            </a:extLst>
          </p:cNvPr>
          <p:cNvSpPr txBox="1"/>
          <p:nvPr/>
        </p:nvSpPr>
        <p:spPr>
          <a:xfrm>
            <a:off x="7411632" y="3788870"/>
            <a:ext cx="788678"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S18. Enter Qty / UOM</a:t>
            </a:r>
          </a:p>
        </p:txBody>
      </p:sp>
      <p:cxnSp>
        <p:nvCxnSpPr>
          <p:cNvPr id="492" name="Straight Arrow Connector 491">
            <a:extLst>
              <a:ext uri="{FF2B5EF4-FFF2-40B4-BE49-F238E27FC236}">
                <a16:creationId xmlns:a16="http://schemas.microsoft.com/office/drawing/2014/main" id="{BE82ED6A-4D8B-5A33-BBDA-C44A1BAFAE74}"/>
              </a:ext>
            </a:extLst>
          </p:cNvPr>
          <p:cNvCxnSpPr>
            <a:cxnSpLocks/>
            <a:stCxn id="491" idx="3"/>
            <a:endCxn id="14" idx="1"/>
          </p:cNvCxnSpPr>
          <p:nvPr/>
        </p:nvCxnSpPr>
        <p:spPr>
          <a:xfrm>
            <a:off x="8200310" y="3973536"/>
            <a:ext cx="403779"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3" name="TextBox 492">
            <a:extLst>
              <a:ext uri="{FF2B5EF4-FFF2-40B4-BE49-F238E27FC236}">
                <a16:creationId xmlns:a16="http://schemas.microsoft.com/office/drawing/2014/main" id="{C3026741-C848-A628-2F20-D0D72D534A94}"/>
              </a:ext>
            </a:extLst>
          </p:cNvPr>
          <p:cNvSpPr txBox="1"/>
          <p:nvPr/>
        </p:nvSpPr>
        <p:spPr>
          <a:xfrm>
            <a:off x="7702624" y="5343957"/>
            <a:ext cx="899936" cy="369332"/>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S21. Confirm Pricing</a:t>
            </a:r>
          </a:p>
        </p:txBody>
      </p:sp>
      <p:sp>
        <p:nvSpPr>
          <p:cNvPr id="494" name="Flowchart: Or 493">
            <a:extLst>
              <a:ext uri="{FF2B5EF4-FFF2-40B4-BE49-F238E27FC236}">
                <a16:creationId xmlns:a16="http://schemas.microsoft.com/office/drawing/2014/main" id="{61DFED88-27C3-8785-D51C-5663FF554D33}"/>
              </a:ext>
            </a:extLst>
          </p:cNvPr>
          <p:cNvSpPr/>
          <p:nvPr/>
        </p:nvSpPr>
        <p:spPr>
          <a:xfrm>
            <a:off x="8074169" y="497005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95" name="Straight Arrow Connector 494">
            <a:extLst>
              <a:ext uri="{FF2B5EF4-FFF2-40B4-BE49-F238E27FC236}">
                <a16:creationId xmlns:a16="http://schemas.microsoft.com/office/drawing/2014/main" id="{990372BF-B1D3-2D57-BA75-5275FA1830FC}"/>
              </a:ext>
            </a:extLst>
          </p:cNvPr>
          <p:cNvCxnSpPr>
            <a:cxnSpLocks/>
            <a:stCxn id="493" idx="3"/>
            <a:endCxn id="500" idx="1"/>
          </p:cNvCxnSpPr>
          <p:nvPr/>
        </p:nvCxnSpPr>
        <p:spPr>
          <a:xfrm>
            <a:off x="8602560" y="5528623"/>
            <a:ext cx="779047" cy="13834"/>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96" name="Straight Arrow Connector 495">
            <a:extLst>
              <a:ext uri="{FF2B5EF4-FFF2-40B4-BE49-F238E27FC236}">
                <a16:creationId xmlns:a16="http://schemas.microsoft.com/office/drawing/2014/main" id="{78D29386-929B-F100-8451-1BA40B483615}"/>
              </a:ext>
            </a:extLst>
          </p:cNvPr>
          <p:cNvCxnSpPr>
            <a:cxnSpLocks/>
            <a:stCxn id="487" idx="6"/>
            <a:endCxn id="491" idx="1"/>
          </p:cNvCxnSpPr>
          <p:nvPr/>
        </p:nvCxnSpPr>
        <p:spPr>
          <a:xfrm flipV="1">
            <a:off x="7179303" y="3973536"/>
            <a:ext cx="232329" cy="1"/>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497" name="TextBox 496">
            <a:extLst>
              <a:ext uri="{FF2B5EF4-FFF2-40B4-BE49-F238E27FC236}">
                <a16:creationId xmlns:a16="http://schemas.microsoft.com/office/drawing/2014/main" id="{C44F1887-8F0D-5E49-C3CB-DEC99A409203}"/>
              </a:ext>
            </a:extLst>
          </p:cNvPr>
          <p:cNvSpPr txBox="1"/>
          <p:nvPr/>
        </p:nvSpPr>
        <p:spPr>
          <a:xfrm>
            <a:off x="5573640" y="4536046"/>
            <a:ext cx="1292478" cy="369332"/>
          </a:xfrm>
          <a:prstGeom prst="flowChartPredefinedProcess">
            <a:avLst/>
          </a:prstGeom>
          <a:noFill/>
          <a:ln>
            <a:solidFill>
              <a:schemeClr val="tx1"/>
            </a:solidFill>
          </a:ln>
        </p:spPr>
        <p:txBody>
          <a:bodyPr wrap="square" rtlCol="0">
            <a:spAutoFit/>
          </a:bodyPr>
          <a:lstStyle/>
          <a:p>
            <a:r>
              <a:rPr lang="en-US" sz="900" dirty="0"/>
              <a:t>S20. Create Non- Stock  Product</a:t>
            </a:r>
          </a:p>
        </p:txBody>
      </p:sp>
      <p:cxnSp>
        <p:nvCxnSpPr>
          <p:cNvPr id="498" name="Connector: Elbow 497">
            <a:extLst>
              <a:ext uri="{FF2B5EF4-FFF2-40B4-BE49-F238E27FC236}">
                <a16:creationId xmlns:a16="http://schemas.microsoft.com/office/drawing/2014/main" id="{96C831D4-E933-BA01-BF2C-199D09B86587}"/>
              </a:ext>
            </a:extLst>
          </p:cNvPr>
          <p:cNvCxnSpPr>
            <a:cxnSpLocks/>
            <a:stCxn id="497" idx="3"/>
            <a:endCxn id="487" idx="4"/>
          </p:cNvCxnSpPr>
          <p:nvPr/>
        </p:nvCxnSpPr>
        <p:spPr>
          <a:xfrm flipV="1">
            <a:off x="6866118" y="4045217"/>
            <a:ext cx="236303" cy="675495"/>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Connector: Elbow 498">
            <a:extLst>
              <a:ext uri="{FF2B5EF4-FFF2-40B4-BE49-F238E27FC236}">
                <a16:creationId xmlns:a16="http://schemas.microsoft.com/office/drawing/2014/main" id="{5D6216E3-B525-FCC5-1FE3-9C3E68259DCD}"/>
              </a:ext>
            </a:extLst>
          </p:cNvPr>
          <p:cNvCxnSpPr>
            <a:cxnSpLocks/>
            <a:stCxn id="15" idx="2"/>
            <a:endCxn id="494" idx="0"/>
          </p:cNvCxnSpPr>
          <p:nvPr/>
        </p:nvCxnSpPr>
        <p:spPr>
          <a:xfrm rot="5400000">
            <a:off x="8279184" y="4422637"/>
            <a:ext cx="419285" cy="675547"/>
          </a:xfrm>
          <a:prstGeom prst="bentConnector3">
            <a:avLst>
              <a:gd name="adj1" fmla="val 50000"/>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0" name="TextBox 499">
            <a:extLst>
              <a:ext uri="{FF2B5EF4-FFF2-40B4-BE49-F238E27FC236}">
                <a16:creationId xmlns:a16="http://schemas.microsoft.com/office/drawing/2014/main" id="{5E7DE34C-9A82-E466-BFFF-C9E1B3F7CF18}"/>
              </a:ext>
            </a:extLst>
          </p:cNvPr>
          <p:cNvSpPr txBox="1"/>
          <p:nvPr/>
        </p:nvSpPr>
        <p:spPr>
          <a:xfrm>
            <a:off x="9381607" y="5288541"/>
            <a:ext cx="767219" cy="507831"/>
          </a:xfrm>
          <a:prstGeom prst="rect">
            <a:avLst/>
          </a:prstGeom>
          <a:noFill/>
          <a:ln>
            <a:solidFill>
              <a:schemeClr val="tx1"/>
            </a:solidFill>
          </a:ln>
        </p:spPr>
        <p:txBody>
          <a:bodyPr wrap="square" lIns="91440" tIns="45720" rIns="91440" bIns="45720" rtlCol="0" anchor="t">
            <a:spAutoFit/>
          </a:bodyPr>
          <a:lstStyle/>
          <a:p>
            <a:r>
              <a:rPr lang="en-US" sz="900" dirty="0">
                <a:ea typeface="Calibri"/>
                <a:cs typeface="Calibri"/>
              </a:rPr>
              <a:t>S22. Add Lines to Sales Order</a:t>
            </a:r>
          </a:p>
        </p:txBody>
      </p:sp>
      <p:cxnSp>
        <p:nvCxnSpPr>
          <p:cNvPr id="501" name="Straight Arrow Connector 500">
            <a:extLst>
              <a:ext uri="{FF2B5EF4-FFF2-40B4-BE49-F238E27FC236}">
                <a16:creationId xmlns:a16="http://schemas.microsoft.com/office/drawing/2014/main" id="{BD596B99-8FE0-3BDE-1F4C-1761ADDE3C84}"/>
              </a:ext>
            </a:extLst>
          </p:cNvPr>
          <p:cNvCxnSpPr>
            <a:cxnSpLocks/>
            <a:stCxn id="500" idx="3"/>
            <a:endCxn id="502" idx="2"/>
          </p:cNvCxnSpPr>
          <p:nvPr/>
        </p:nvCxnSpPr>
        <p:spPr>
          <a:xfrm flipV="1">
            <a:off x="10148826" y="5528624"/>
            <a:ext cx="923082" cy="1383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502" name="Flowchart: Or 501">
            <a:extLst>
              <a:ext uri="{FF2B5EF4-FFF2-40B4-BE49-F238E27FC236}">
                <a16:creationId xmlns:a16="http://schemas.microsoft.com/office/drawing/2014/main" id="{E96ED010-8B91-BF62-2D28-1D98F0384C2A}"/>
              </a:ext>
            </a:extLst>
          </p:cNvPr>
          <p:cNvSpPr/>
          <p:nvPr/>
        </p:nvSpPr>
        <p:spPr>
          <a:xfrm>
            <a:off x="11071908" y="5456943"/>
            <a:ext cx="153765" cy="143361"/>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503" name="TextBox 502">
            <a:extLst>
              <a:ext uri="{FF2B5EF4-FFF2-40B4-BE49-F238E27FC236}">
                <a16:creationId xmlns:a16="http://schemas.microsoft.com/office/drawing/2014/main" id="{056623E2-5B57-509D-8C6A-3637304FA645}"/>
              </a:ext>
            </a:extLst>
          </p:cNvPr>
          <p:cNvSpPr txBox="1"/>
          <p:nvPr/>
        </p:nvSpPr>
        <p:spPr>
          <a:xfrm>
            <a:off x="9817743" y="3786296"/>
            <a:ext cx="1351416" cy="369332"/>
          </a:xfrm>
          <a:prstGeom prst="flowChartPredefinedProcess">
            <a:avLst/>
          </a:prstGeom>
          <a:noFill/>
          <a:ln>
            <a:solidFill>
              <a:schemeClr val="tx1"/>
            </a:solidFill>
          </a:ln>
        </p:spPr>
        <p:txBody>
          <a:bodyPr wrap="square" rtlCol="0">
            <a:spAutoFit/>
          </a:bodyPr>
          <a:lstStyle/>
          <a:p>
            <a:r>
              <a:rPr lang="en-US" sz="900" dirty="0"/>
              <a:t>S19. Create / Add Kit components</a:t>
            </a:r>
          </a:p>
        </p:txBody>
      </p:sp>
      <p:cxnSp>
        <p:nvCxnSpPr>
          <p:cNvPr id="504" name="Connector: Elbow 503">
            <a:extLst>
              <a:ext uri="{FF2B5EF4-FFF2-40B4-BE49-F238E27FC236}">
                <a16:creationId xmlns:a16="http://schemas.microsoft.com/office/drawing/2014/main" id="{04C6FA1C-D884-5722-E62D-5A4954037889}"/>
              </a:ext>
            </a:extLst>
          </p:cNvPr>
          <p:cNvCxnSpPr>
            <a:cxnSpLocks/>
            <a:stCxn id="503" idx="3"/>
            <a:endCxn id="494" idx="6"/>
          </p:cNvCxnSpPr>
          <p:nvPr/>
        </p:nvCxnSpPr>
        <p:spPr>
          <a:xfrm flipH="1">
            <a:off x="8227934" y="3970962"/>
            <a:ext cx="2941225" cy="1070772"/>
          </a:xfrm>
          <a:prstGeom prst="bentConnector3">
            <a:avLst>
              <a:gd name="adj1" fmla="val -777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5" name="Connector: Elbow 504">
            <a:extLst>
              <a:ext uri="{FF2B5EF4-FFF2-40B4-BE49-F238E27FC236}">
                <a16:creationId xmlns:a16="http://schemas.microsoft.com/office/drawing/2014/main" id="{C2AC3136-3C27-B873-6A71-B042A4A169C0}"/>
              </a:ext>
            </a:extLst>
          </p:cNvPr>
          <p:cNvCxnSpPr>
            <a:cxnSpLocks/>
            <a:stCxn id="502" idx="4"/>
            <a:endCxn id="481" idx="2"/>
          </p:cNvCxnSpPr>
          <p:nvPr/>
        </p:nvCxnSpPr>
        <p:spPr>
          <a:xfrm rot="16200000" flipH="1">
            <a:off x="11169650" y="5579445"/>
            <a:ext cx="242630" cy="284348"/>
          </a:xfrm>
          <a:prstGeom prst="bentConnector2">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506" name="Straight Arrow Connector 505">
            <a:extLst>
              <a:ext uri="{FF2B5EF4-FFF2-40B4-BE49-F238E27FC236}">
                <a16:creationId xmlns:a16="http://schemas.microsoft.com/office/drawing/2014/main" id="{EF2AEAD3-8F7D-2E09-F1FB-E90313D86DF4}"/>
              </a:ext>
            </a:extLst>
          </p:cNvPr>
          <p:cNvCxnSpPr>
            <a:cxnSpLocks/>
            <a:stCxn id="32" idx="2"/>
            <a:endCxn id="36" idx="0"/>
          </p:cNvCxnSpPr>
          <p:nvPr/>
        </p:nvCxnSpPr>
        <p:spPr>
          <a:xfrm>
            <a:off x="1981728" y="2563874"/>
            <a:ext cx="1070" cy="25963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7" name="Straight Arrow Connector 506">
            <a:extLst>
              <a:ext uri="{FF2B5EF4-FFF2-40B4-BE49-F238E27FC236}">
                <a16:creationId xmlns:a16="http://schemas.microsoft.com/office/drawing/2014/main" id="{79C2A7FF-1A08-B60A-934E-E61B1E198330}"/>
              </a:ext>
            </a:extLst>
          </p:cNvPr>
          <p:cNvCxnSpPr>
            <a:cxnSpLocks/>
            <a:stCxn id="36" idx="2"/>
            <a:endCxn id="37" idx="0"/>
          </p:cNvCxnSpPr>
          <p:nvPr/>
        </p:nvCxnSpPr>
        <p:spPr>
          <a:xfrm flipH="1">
            <a:off x="1982710" y="2987392"/>
            <a:ext cx="88" cy="23841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8" name="Connector: Elbow 507">
            <a:extLst>
              <a:ext uri="{FF2B5EF4-FFF2-40B4-BE49-F238E27FC236}">
                <a16:creationId xmlns:a16="http://schemas.microsoft.com/office/drawing/2014/main" id="{52AE5F83-98DF-CBCC-B35F-8B5779BA70EA}"/>
              </a:ext>
            </a:extLst>
          </p:cNvPr>
          <p:cNvCxnSpPr>
            <a:cxnSpLocks/>
            <a:stCxn id="37" idx="3"/>
            <a:endCxn id="40" idx="2"/>
          </p:cNvCxnSpPr>
          <p:nvPr/>
        </p:nvCxnSpPr>
        <p:spPr>
          <a:xfrm flipV="1">
            <a:off x="2203735" y="2889800"/>
            <a:ext cx="431327" cy="50860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09" name="Straight Arrow Connector 508">
            <a:extLst>
              <a:ext uri="{FF2B5EF4-FFF2-40B4-BE49-F238E27FC236}">
                <a16:creationId xmlns:a16="http://schemas.microsoft.com/office/drawing/2014/main" id="{EA5CEE01-B7D4-E9E8-D32E-4AD5F5BFC435}"/>
              </a:ext>
            </a:extLst>
          </p:cNvPr>
          <p:cNvCxnSpPr>
            <a:cxnSpLocks/>
            <a:stCxn id="40" idx="3"/>
            <a:endCxn id="459" idx="1"/>
          </p:cNvCxnSpPr>
          <p:nvPr/>
        </p:nvCxnSpPr>
        <p:spPr>
          <a:xfrm>
            <a:off x="2783770" y="2807858"/>
            <a:ext cx="56733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0" name="Connector: Elbow 509">
            <a:extLst>
              <a:ext uri="{FF2B5EF4-FFF2-40B4-BE49-F238E27FC236}">
                <a16:creationId xmlns:a16="http://schemas.microsoft.com/office/drawing/2014/main" id="{332181DA-DA20-377A-B10E-6914143576C0}"/>
              </a:ext>
            </a:extLst>
          </p:cNvPr>
          <p:cNvCxnSpPr>
            <a:cxnSpLocks/>
            <a:stCxn id="52" idx="3"/>
            <a:endCxn id="453" idx="0"/>
          </p:cNvCxnSpPr>
          <p:nvPr/>
        </p:nvCxnSpPr>
        <p:spPr>
          <a:xfrm>
            <a:off x="8603514" y="1068440"/>
            <a:ext cx="1982131" cy="832456"/>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11" name="Straight Arrow Connector 510">
            <a:extLst>
              <a:ext uri="{FF2B5EF4-FFF2-40B4-BE49-F238E27FC236}">
                <a16:creationId xmlns:a16="http://schemas.microsoft.com/office/drawing/2014/main" id="{D13DE826-FA36-E625-AA3C-8E99B4400789}"/>
              </a:ext>
            </a:extLst>
          </p:cNvPr>
          <p:cNvCxnSpPr>
            <a:cxnSpLocks/>
            <a:stCxn id="22" idx="3"/>
            <a:endCxn id="486" idx="1"/>
          </p:cNvCxnSpPr>
          <p:nvPr/>
        </p:nvCxnSpPr>
        <p:spPr>
          <a:xfrm flipV="1">
            <a:off x="5934282" y="3968897"/>
            <a:ext cx="238651" cy="4639"/>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107CE626-B188-8552-F2A3-018310E45820}"/>
              </a:ext>
            </a:extLst>
          </p:cNvPr>
          <p:cNvCxnSpPr>
            <a:cxnSpLocks/>
            <a:stCxn id="472" idx="6"/>
            <a:endCxn id="502" idx="6"/>
          </p:cNvCxnSpPr>
          <p:nvPr/>
        </p:nvCxnSpPr>
        <p:spPr>
          <a:xfrm flipH="1">
            <a:off x="11225673" y="2807859"/>
            <a:ext cx="284349" cy="2720765"/>
          </a:xfrm>
          <a:prstGeom prst="bentConnector3">
            <a:avLst>
              <a:gd name="adj1" fmla="val -80394"/>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6875C965-769F-8059-4899-50C6D29A20F5}"/>
              </a:ext>
            </a:extLst>
          </p:cNvPr>
          <p:cNvCxnSpPr>
            <a:cxnSpLocks/>
            <a:stCxn id="13" idx="3"/>
            <a:endCxn id="503" idx="1"/>
          </p:cNvCxnSpPr>
          <p:nvPr/>
        </p:nvCxnSpPr>
        <p:spPr>
          <a:xfrm flipV="1">
            <a:off x="9518736" y="3970962"/>
            <a:ext cx="299007" cy="257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FB06568-9305-5574-1B77-22E9E43B0859}"/>
              </a:ext>
            </a:extLst>
          </p:cNvPr>
          <p:cNvCxnSpPr>
            <a:cxnSpLocks/>
            <a:stCxn id="14" idx="2"/>
            <a:endCxn id="15" idx="0"/>
          </p:cNvCxnSpPr>
          <p:nvPr/>
        </p:nvCxnSpPr>
        <p:spPr>
          <a:xfrm>
            <a:off x="8825115" y="4146129"/>
            <a:ext cx="1484" cy="2407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173BBA6-549A-7FFC-BB91-619C50249D92}"/>
              </a:ext>
            </a:extLst>
          </p:cNvPr>
          <p:cNvCxnSpPr>
            <a:cxnSpLocks/>
            <a:stCxn id="38" idx="3"/>
            <a:endCxn id="482" idx="1"/>
          </p:cNvCxnSpPr>
          <p:nvPr/>
        </p:nvCxnSpPr>
        <p:spPr>
          <a:xfrm flipV="1">
            <a:off x="2778907" y="3968898"/>
            <a:ext cx="198713" cy="463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3F3B0E77-C889-83F1-0A68-772BCC76C7E3}"/>
              </a:ext>
            </a:extLst>
          </p:cNvPr>
          <p:cNvSpPr txBox="1"/>
          <p:nvPr/>
        </p:nvSpPr>
        <p:spPr>
          <a:xfrm>
            <a:off x="1080579" y="2077462"/>
            <a:ext cx="744341" cy="338554"/>
          </a:xfrm>
          <a:prstGeom prst="rect">
            <a:avLst/>
          </a:prstGeom>
          <a:noFill/>
        </p:spPr>
        <p:txBody>
          <a:bodyPr wrap="square" rtlCol="0">
            <a:spAutoFit/>
          </a:bodyPr>
          <a:lstStyle/>
          <a:p>
            <a:r>
              <a:rPr lang="en-US" sz="800" dirty="0"/>
              <a:t>Shopping List Entry ?</a:t>
            </a:r>
          </a:p>
        </p:txBody>
      </p:sp>
      <p:sp>
        <p:nvSpPr>
          <p:cNvPr id="69" name="TextBox 68">
            <a:extLst>
              <a:ext uri="{FF2B5EF4-FFF2-40B4-BE49-F238E27FC236}">
                <a16:creationId xmlns:a16="http://schemas.microsoft.com/office/drawing/2014/main" id="{7BE03301-14AA-9571-540D-7BC0130B2DC2}"/>
              </a:ext>
            </a:extLst>
          </p:cNvPr>
          <p:cNvSpPr txBox="1"/>
          <p:nvPr/>
        </p:nvSpPr>
        <p:spPr>
          <a:xfrm>
            <a:off x="1278082" y="3138907"/>
            <a:ext cx="744341" cy="338554"/>
          </a:xfrm>
          <a:prstGeom prst="rect">
            <a:avLst/>
          </a:prstGeom>
          <a:noFill/>
        </p:spPr>
        <p:txBody>
          <a:bodyPr wrap="square" rtlCol="0">
            <a:spAutoFit/>
          </a:bodyPr>
          <a:lstStyle/>
          <a:p>
            <a:r>
              <a:rPr lang="en-US" sz="800" dirty="0"/>
              <a:t>Quick Line Entry ?</a:t>
            </a:r>
          </a:p>
        </p:txBody>
      </p:sp>
      <p:sp>
        <p:nvSpPr>
          <p:cNvPr id="70" name="TextBox 69">
            <a:extLst>
              <a:ext uri="{FF2B5EF4-FFF2-40B4-BE49-F238E27FC236}">
                <a16:creationId xmlns:a16="http://schemas.microsoft.com/office/drawing/2014/main" id="{3ED7AC6A-ECC2-68B3-CFF3-556C3E50AD73}"/>
              </a:ext>
            </a:extLst>
          </p:cNvPr>
          <p:cNvSpPr txBox="1"/>
          <p:nvPr/>
        </p:nvSpPr>
        <p:spPr>
          <a:xfrm>
            <a:off x="4723291" y="3530235"/>
            <a:ext cx="789635" cy="461665"/>
          </a:xfrm>
          <a:prstGeom prst="rect">
            <a:avLst/>
          </a:prstGeom>
          <a:noFill/>
        </p:spPr>
        <p:txBody>
          <a:bodyPr wrap="square" rtlCol="0">
            <a:spAutoFit/>
          </a:bodyPr>
          <a:lstStyle/>
          <a:p>
            <a:r>
              <a:rPr lang="en-US" sz="800" dirty="0"/>
              <a:t>Did you find product </a:t>
            </a:r>
          </a:p>
          <a:p>
            <a:r>
              <a:rPr lang="en-US" sz="800" dirty="0"/>
              <a:t>    ?</a:t>
            </a:r>
          </a:p>
        </p:txBody>
      </p:sp>
      <p:sp>
        <p:nvSpPr>
          <p:cNvPr id="72" name="TextBox 71">
            <a:extLst>
              <a:ext uri="{FF2B5EF4-FFF2-40B4-BE49-F238E27FC236}">
                <a16:creationId xmlns:a16="http://schemas.microsoft.com/office/drawing/2014/main" id="{68E9A423-D189-C722-F03E-E080E8A5D78C}"/>
              </a:ext>
            </a:extLst>
          </p:cNvPr>
          <p:cNvSpPr txBox="1"/>
          <p:nvPr/>
        </p:nvSpPr>
        <p:spPr>
          <a:xfrm>
            <a:off x="8354324" y="2331404"/>
            <a:ext cx="525936" cy="461665"/>
          </a:xfrm>
          <a:prstGeom prst="rect">
            <a:avLst/>
          </a:prstGeom>
          <a:noFill/>
        </p:spPr>
        <p:txBody>
          <a:bodyPr wrap="square" rtlCol="0">
            <a:spAutoFit/>
          </a:bodyPr>
          <a:lstStyle/>
          <a:p>
            <a:r>
              <a:rPr lang="en-US" sz="800" dirty="0"/>
              <a:t>Last Product?</a:t>
            </a:r>
          </a:p>
        </p:txBody>
      </p:sp>
      <p:cxnSp>
        <p:nvCxnSpPr>
          <p:cNvPr id="73" name="Straight Arrow Connector 72">
            <a:extLst>
              <a:ext uri="{FF2B5EF4-FFF2-40B4-BE49-F238E27FC236}">
                <a16:creationId xmlns:a16="http://schemas.microsoft.com/office/drawing/2014/main" id="{FC84A143-365D-B276-2739-0959ADB74D4D}"/>
              </a:ext>
            </a:extLst>
          </p:cNvPr>
          <p:cNvCxnSpPr>
            <a:cxnSpLocks/>
            <a:stCxn id="494" idx="4"/>
            <a:endCxn id="493" idx="0"/>
          </p:cNvCxnSpPr>
          <p:nvPr/>
        </p:nvCxnSpPr>
        <p:spPr>
          <a:xfrm>
            <a:off x="8151052" y="5113414"/>
            <a:ext cx="1540" cy="230543"/>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C35E1FD4-2187-E082-803D-5B50FAC0713A}"/>
              </a:ext>
            </a:extLst>
          </p:cNvPr>
          <p:cNvCxnSpPr>
            <a:cxnSpLocks/>
            <a:stCxn id="14" idx="3"/>
            <a:endCxn id="13" idx="1"/>
          </p:cNvCxnSpPr>
          <p:nvPr/>
        </p:nvCxnSpPr>
        <p:spPr>
          <a:xfrm>
            <a:off x="9046140" y="3973536"/>
            <a:ext cx="175180"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5" name="Parlance">
            <a:extLst>
              <a:ext uri="{FF2B5EF4-FFF2-40B4-BE49-F238E27FC236}">
                <a16:creationId xmlns:a16="http://schemas.microsoft.com/office/drawing/2014/main" id="{5A7089F6-CF6C-2245-BED8-EC44559D90A5}"/>
              </a:ext>
            </a:extLst>
          </p:cNvPr>
          <p:cNvSpPr txBox="1"/>
          <p:nvPr/>
        </p:nvSpPr>
        <p:spPr>
          <a:xfrm>
            <a:off x="1351819" y="47245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76" name="TextBox 75">
            <a:extLst>
              <a:ext uri="{FF2B5EF4-FFF2-40B4-BE49-F238E27FC236}">
                <a16:creationId xmlns:a16="http://schemas.microsoft.com/office/drawing/2014/main" id="{590AFC49-D1BC-B82D-EBBE-B4D2AD1F9760}"/>
              </a:ext>
            </a:extLst>
          </p:cNvPr>
          <p:cNvSpPr txBox="1"/>
          <p:nvPr/>
        </p:nvSpPr>
        <p:spPr>
          <a:xfrm>
            <a:off x="8206935" y="3384321"/>
            <a:ext cx="592541" cy="461665"/>
          </a:xfrm>
          <a:prstGeom prst="rect">
            <a:avLst/>
          </a:prstGeom>
          <a:noFill/>
        </p:spPr>
        <p:txBody>
          <a:bodyPr wrap="square" rtlCol="0">
            <a:spAutoFit/>
          </a:bodyPr>
          <a:lstStyle/>
          <a:p>
            <a:r>
              <a:rPr lang="en-US" sz="800" dirty="0"/>
              <a:t>Build On Demand Product ?</a:t>
            </a:r>
          </a:p>
        </p:txBody>
      </p:sp>
      <p:sp>
        <p:nvSpPr>
          <p:cNvPr id="53" name="-S20. Create Non-Stock Product">
            <a:extLst>
              <a:ext uri="{FF2B5EF4-FFF2-40B4-BE49-F238E27FC236}">
                <a16:creationId xmlns:a16="http://schemas.microsoft.com/office/drawing/2014/main" id="{1C30AEE9-A18E-B338-FC88-A3125DE6B28F}"/>
              </a:ext>
            </a:extLst>
          </p:cNvPr>
          <p:cNvSpPr txBox="1">
            <a:spLocks/>
          </p:cNvSpPr>
          <p:nvPr/>
        </p:nvSpPr>
        <p:spPr>
          <a:xfrm>
            <a:off x="838200" y="43305"/>
            <a:ext cx="10515600" cy="35575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S20. Create Non-Stock Product - At SE Electrical Distribution</a:t>
            </a:r>
          </a:p>
        </p:txBody>
      </p:sp>
    </p:spTree>
    <p:extLst>
      <p:ext uri="{BB962C8B-B14F-4D97-AF65-F5344CB8AC3E}">
        <p14:creationId xmlns:p14="http://schemas.microsoft.com/office/powerpoint/2010/main" val="19104939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TextBox 7">
            <a:extLst>
              <a:ext uri="{FF2B5EF4-FFF2-40B4-BE49-F238E27FC236}">
                <a16:creationId xmlns:a16="http://schemas.microsoft.com/office/drawing/2014/main" id="{1533ED8B-20C1-BBE9-3742-3FF957B9F1A9}"/>
              </a:ext>
            </a:extLst>
          </p:cNvPr>
          <p:cNvSpPr txBox="1"/>
          <p:nvPr/>
        </p:nvSpPr>
        <p:spPr>
          <a:xfrm>
            <a:off x="473742" y="3732324"/>
            <a:ext cx="11177528" cy="1615827"/>
          </a:xfrm>
          <a:prstGeom prst="rect">
            <a:avLst/>
          </a:prstGeom>
          <a:noFill/>
        </p:spPr>
        <p:txBody>
          <a:bodyPr wrap="square" rtlCol="0">
            <a:spAutoFit/>
          </a:bodyPr>
          <a:lstStyle/>
          <a:p>
            <a:pPr algn="ctr"/>
            <a:r>
              <a:rPr lang="en-US" sz="1100" b="1" dirty="0"/>
              <a:t>Thank you and next steps</a:t>
            </a:r>
            <a:endParaRPr lang="en-US" sz="1100" dirty="0"/>
          </a:p>
          <a:p>
            <a:pPr algn="ctr"/>
            <a:r>
              <a:rPr lang="en-US" sz="1100" dirty="0"/>
              <a:t>Thank you for taking the time to complete this training module. The ERP Project Team and the Training Group appreciate your effort and commitment to learning our new systems and processes.</a:t>
            </a:r>
          </a:p>
          <a:p>
            <a:pPr algn="ctr"/>
            <a:r>
              <a:rPr lang="en-US" sz="1100" dirty="0"/>
              <a:t>To build confidence and avoid surprises at Go Live (or when you are new to the company or role), please set aside time to </a:t>
            </a:r>
            <a:r>
              <a:rPr lang="en-US" sz="1100" b="1" dirty="0"/>
              <a:t>practice these steps in the training environment</a:t>
            </a:r>
            <a:r>
              <a:rPr lang="en-US" sz="1100" dirty="0"/>
              <a:t>. Repeating the process several times will help you:</a:t>
            </a:r>
          </a:p>
          <a:p>
            <a:pPr algn="ctr"/>
            <a:r>
              <a:rPr lang="en-US" sz="1100" dirty="0"/>
              <a:t>Become comfortable with the screens and fields</a:t>
            </a:r>
          </a:p>
          <a:p>
            <a:pPr algn="ctr"/>
            <a:r>
              <a:rPr lang="en-US" sz="1100" dirty="0"/>
              <a:t>Reduce errors when working in the live system</a:t>
            </a:r>
          </a:p>
          <a:p>
            <a:pPr algn="ctr"/>
            <a:r>
              <a:rPr lang="en-US" sz="1100" dirty="0"/>
              <a:t>Feel more confident handling real customer and business situations</a:t>
            </a:r>
          </a:p>
          <a:p>
            <a:pPr algn="ctr"/>
            <a:r>
              <a:rPr lang="en-US" sz="1100" dirty="0"/>
              <a:t>The training environment is the best place to experiment, ask questions, and learn from mistakes—before they impact real orders, inventory, or customers.</a:t>
            </a:r>
          </a:p>
          <a:p>
            <a:pPr algn="ctr"/>
            <a:endParaRPr lang="en-US" sz="1100" dirty="0"/>
          </a:p>
        </p:txBody>
      </p:sp>
      <p:sp>
        <p:nvSpPr>
          <p:cNvPr id="12" name="TextBox 11">
            <a:extLst>
              <a:ext uri="{FF2B5EF4-FFF2-40B4-BE49-F238E27FC236}">
                <a16:creationId xmlns:a16="http://schemas.microsoft.com/office/drawing/2014/main" id="{50DB2471-1E24-2A1B-EEE3-3362824E9E55}"/>
              </a:ext>
            </a:extLst>
          </p:cNvPr>
          <p:cNvSpPr txBox="1"/>
          <p:nvPr/>
        </p:nvSpPr>
        <p:spPr>
          <a:xfrm>
            <a:off x="273583" y="5348151"/>
            <a:ext cx="11644829" cy="1107996"/>
          </a:xfrm>
          <a:prstGeom prst="rect">
            <a:avLst/>
          </a:prstGeom>
          <a:noFill/>
        </p:spPr>
        <p:txBody>
          <a:bodyPr wrap="square" rtlCol="0">
            <a:spAutoFit/>
          </a:bodyPr>
          <a:lstStyle/>
          <a:p>
            <a:pPr algn="ctr"/>
            <a:r>
              <a:rPr lang="en-US" sz="1100" dirty="0"/>
              <a:t>Thank you for completing this module on </a:t>
            </a:r>
            <a:r>
              <a:rPr lang="en-US" sz="1100" b="1" dirty="0"/>
              <a:t>[Line Entry SOP] </a:t>
            </a:r>
            <a:r>
              <a:rPr lang="en-US" sz="1100" dirty="0"/>
              <a:t>. The ERP Project Team and Training Group appreciate your time and focus.</a:t>
            </a:r>
          </a:p>
          <a:p>
            <a:pPr algn="ctr"/>
            <a:r>
              <a:rPr lang="en-US" sz="1100" dirty="0"/>
              <a:t>To be ready for Go Live—and to stay proficient if you are new to the company or the role—please </a:t>
            </a:r>
            <a:r>
              <a:rPr lang="en-US" sz="1100" b="1" dirty="0"/>
              <a:t>practice this SOP several times in the training environment</a:t>
            </a:r>
            <a:r>
              <a:rPr lang="en-US" sz="1100" dirty="0"/>
              <a:t>. </a:t>
            </a:r>
          </a:p>
          <a:p>
            <a:pPr algn="ctr"/>
            <a:r>
              <a:rPr lang="en-US" sz="1100" dirty="0"/>
              <a:t>Work through realistic examples so that you:</a:t>
            </a:r>
          </a:p>
          <a:p>
            <a:pPr algn="ctr"/>
            <a:r>
              <a:rPr lang="en-US" sz="1100" dirty="0"/>
              <a:t>Know the steps in the correct sequence</a:t>
            </a:r>
          </a:p>
          <a:p>
            <a:pPr algn="ctr"/>
            <a:r>
              <a:rPr lang="en-US" sz="1100" dirty="0"/>
              <a:t>Understand what each key field and option does Can complete the process in the live system with confidence and consistency</a:t>
            </a:r>
          </a:p>
          <a:p>
            <a:pPr algn="ctr"/>
            <a:r>
              <a:rPr lang="en-US" sz="1100" dirty="0"/>
              <a:t>Remember: </a:t>
            </a:r>
            <a:r>
              <a:rPr lang="en-US" sz="1100" b="1" dirty="0"/>
              <a:t>practice in the training environment now = fewer issues and delays later.</a:t>
            </a:r>
            <a:endParaRPr lang="en-US" sz="1100" dirty="0"/>
          </a:p>
        </p:txBody>
      </p:sp>
      <p:sp>
        <p:nvSpPr>
          <p:cNvPr id="3" name="-S999. You have successfully completed this SOP">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a:t>
            </a:r>
          </a:p>
        </p:txBody>
      </p:sp>
      <p:pic>
        <p:nvPicPr>
          <p:cNvPr id="4" name="Picture 3">
            <a:extLst>
              <a:ext uri="{FF2B5EF4-FFF2-40B4-BE49-F238E27FC236}">
                <a16:creationId xmlns:a16="http://schemas.microsoft.com/office/drawing/2014/main" id="{68D07FC1-B7ED-55AD-8963-70CC55042060}"/>
              </a:ext>
            </a:extLst>
          </p:cNvPr>
          <p:cNvPicPr>
            <a:picLocks noChangeAspect="1"/>
          </p:cNvPicPr>
          <p:nvPr/>
        </p:nvPicPr>
        <p:blipFill>
          <a:blip r:embed="rId3"/>
          <a:stretch>
            <a:fillRect/>
          </a:stretch>
        </p:blipFill>
        <p:spPr>
          <a:xfrm>
            <a:off x="3225449" y="502958"/>
            <a:ext cx="5741096" cy="3229366"/>
          </a:xfrm>
          <a:prstGeom prst="rect">
            <a:avLst/>
          </a:prstGeom>
        </p:spPr>
      </p:pic>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6841</TotalTime>
  <Words>11677</Words>
  <Application>Microsoft Office PowerPoint</Application>
  <PresentationFormat>Widescreen</PresentationFormat>
  <Paragraphs>2957</Paragraphs>
  <Slides>48</Slides>
  <Notes>46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48</vt:i4>
      </vt:variant>
    </vt:vector>
  </HeadingPairs>
  <TitlesOfParts>
    <vt:vector size="53" baseType="lpstr">
      <vt:lpstr>Arial</vt:lpstr>
      <vt:lpstr>Calibri</vt:lpstr>
      <vt:lpstr>Calibri Light</vt:lpstr>
      <vt:lpstr>Office Theme</vt:lpstr>
      <vt:lpstr>1_Office Theme</vt:lpstr>
      <vt:lpstr>PowerPoint Presentation</vt:lpstr>
      <vt:lpstr> S001. About Scott Electric and Welcome to Training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42</cp:revision>
  <dcterms:created xsi:type="dcterms:W3CDTF">2025-06-03T13:31:39Z</dcterms:created>
  <dcterms:modified xsi:type="dcterms:W3CDTF">2025-12-03T19:08:49Z</dcterms:modified>
</cp:coreProperties>
</file>